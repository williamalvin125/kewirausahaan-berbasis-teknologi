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21.xml"/>
  <Override ContentType="application/vnd.ms-office.chartcolorstyle+xml" PartName="/ppt/charts/colors6.xml"/>
  <Override ContentType="application/vnd.ms-office.chartcolorstyle+xml" PartName="/ppt/charts/colors4.xml"/>
  <Override ContentType="application/vnd.ms-office.chartcolorstyle+xml" PartName="/ppt/charts/colors1.xml"/>
  <Override ContentType="application/vnd.ms-office.chartcolorstyle+xml" PartName="/ppt/charts/colors17.xml"/>
  <Override ContentType="application/vnd.ms-office.chartcolorstyle+xml" PartName="/ppt/charts/colors8.xml"/>
  <Override ContentType="application/vnd.ms-office.chartcolorstyle+xml" PartName="/ppt/charts/colors11.xml"/>
  <Override ContentType="application/vnd.ms-office.chartcolorstyle+xml" PartName="/ppt/charts/colors24.xml"/>
  <Override ContentType="application/vnd.ms-office.chartcolorstyle+xml" PartName="/ppt/charts/colors15.xml"/>
  <Override ContentType="application/vnd.ms-office.chartcolorstyle+xml" PartName="/ppt/charts/colors13.xml"/>
  <Override ContentType="application/vnd.ms-office.chartcolorstyle+xml" PartName="/ppt/charts/colors14.xml"/>
  <Override ContentType="application/vnd.ms-office.chartcolorstyle+xml" PartName="/ppt/charts/colors5.xml"/>
  <Override ContentType="application/vnd.ms-office.chartcolorstyle+xml" PartName="/ppt/charts/colors19.xml"/>
  <Override ContentType="application/vnd.ms-office.chartcolorstyle+xml" PartName="/ppt/charts/colors22.xml"/>
  <Override ContentType="application/vnd.ms-office.chartcolorstyle+xml" PartName="/ppt/charts/colors20.xml"/>
  <Override ContentType="application/vnd.ms-office.chartcolorstyle+xml" PartName="/ppt/charts/colors2.xml"/>
  <Override ContentType="application/vnd.ms-office.chartcolorstyle+xml" PartName="/ppt/charts/colors3.xml"/>
  <Override ContentType="application/vnd.ms-office.chartcolorstyle+xml" PartName="/ppt/charts/colors16.xml"/>
  <Override ContentType="application/vnd.ms-office.chartcolorstyle+xml" PartName="/ppt/charts/colors18.xml"/>
  <Override ContentType="application/vnd.ms-office.chartcolorstyle+xml" PartName="/ppt/charts/colors23.xml"/>
  <Override ContentType="application/vnd.ms-office.chartcolorstyle+xml" PartName="/ppt/charts/colors7.xml"/>
  <Override ContentType="application/vnd.ms-office.chartcolorstyle+xml" PartName="/ppt/charts/colors10.xml"/>
  <Override ContentType="application/vnd.ms-office.chartcolorstyle+xml" PartName="/ppt/charts/colors9.xml"/>
  <Override ContentType="application/vnd.ms-office.chartcolorstyle+xml" PartName="/ppt/charts/colors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19.xml"/>
  <Override ContentType="application/vnd.openxmlformats-officedocument.drawingml.chart+xml" PartName="/ppt/charts/chart20.xml"/>
  <Override ContentType="application/vnd.openxmlformats-officedocument.drawingml.chart+xml" PartName="/ppt/charts/chart9.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6.xml"/>
  <Override ContentType="application/vnd.openxmlformats-officedocument.drawingml.chart+xml" PartName="/ppt/charts/chart1.xml"/>
  <Override ContentType="application/vnd.openxmlformats-officedocument.drawingml.chart+xml" PartName="/ppt/charts/chart10.xml"/>
  <Override ContentType="application/vnd.openxmlformats-officedocument.drawingml.chart+xml" PartName="/ppt/charts/chart23.xml"/>
  <Override ContentType="application/vnd.openxmlformats-officedocument.drawingml.chart+xml" PartName="/ppt/charts/chart12.xml"/>
  <Override ContentType="application/vnd.openxmlformats-officedocument.drawingml.chart+xml" PartName="/ppt/charts/chart14.xml"/>
  <Override ContentType="application/vnd.openxmlformats-officedocument.drawingml.chart+xml" PartName="/ppt/charts/chart3.xml"/>
  <Override ContentType="application/vnd.openxmlformats-officedocument.drawingml.chart+xml" PartName="/ppt/charts/chart8.xml"/>
  <Override ContentType="application/vnd.openxmlformats-officedocument.drawingml.chart+xml" PartName="/ppt/charts/chart18.xml"/>
  <Override ContentType="application/vnd.openxmlformats-officedocument.drawingml.chart+xml" PartName="/ppt/charts/chart21.xml"/>
  <Override ContentType="application/vnd.openxmlformats-officedocument.drawingml.chart+xml" PartName="/ppt/charts/chart5.xml"/>
  <Override ContentType="application/vnd.openxmlformats-officedocument.drawingml.chart+xml" PartName="/ppt/charts/chart11.xml"/>
  <Override ContentType="application/vnd.openxmlformats-officedocument.drawingml.chart+xml" PartName="/ppt/charts/chart22.xml"/>
  <Override ContentType="application/vnd.openxmlformats-officedocument.drawingml.chart+xml" PartName="/ppt/charts/chart17.xml"/>
  <Override ContentType="application/vnd.openxmlformats-officedocument.drawingml.chart+xml" PartName="/ppt/charts/chart24.xml"/>
  <Override ContentType="application/vnd.openxmlformats-officedocument.drawingml.chart+xml" PartName="/ppt/charts/chart15.xml"/>
  <Override ContentType="application/vnd.openxmlformats-officedocument.drawingml.chart+xml" PartName="/ppt/charts/chart1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19.xml"/>
  <Override ContentType="application/vnd.ms-office.chartstyle+xml" PartName="/ppt/charts/style5.xml"/>
  <Override ContentType="application/vnd.ms-office.chartstyle+xml" PartName="/ppt/charts/style22.xml"/>
  <Override ContentType="application/vnd.ms-office.chartstyle+xml" PartName="/ppt/charts/style8.xml"/>
  <Override ContentType="application/vnd.ms-office.chartstyle+xml" PartName="/ppt/charts/style20.xml"/>
  <Override ContentType="application/vnd.ms-office.chartstyle+xml" PartName="/ppt/charts/style1.xml"/>
  <Override ContentType="application/vnd.ms-office.chartstyle+xml" PartName="/ppt/charts/style12.xml"/>
  <Override ContentType="application/vnd.ms-office.chartstyle+xml" PartName="/ppt/charts/style18.xml"/>
  <Override ContentType="application/vnd.ms-office.chartstyle+xml" PartName="/ppt/charts/style23.xml"/>
  <Override ContentType="application/vnd.ms-office.chartstyle+xml" PartName="/ppt/charts/style16.xml"/>
  <Override ContentType="application/vnd.ms-office.chartstyle+xml" PartName="/ppt/charts/style14.xml"/>
  <Override ContentType="application/vnd.ms-office.chartstyle+xml" PartName="/ppt/charts/style9.xml"/>
  <Override ContentType="application/vnd.ms-office.chartstyle+xml" PartName="/ppt/charts/style21.xml"/>
  <Override ContentType="application/vnd.ms-office.chartstyle+xml" PartName="/ppt/charts/style4.xml"/>
  <Override ContentType="application/vnd.ms-office.chartstyle+xml" PartName="/ppt/charts/style10.xml"/>
  <Override ContentType="application/vnd.ms-office.chartstyle+xml" PartName="/ppt/charts/style7.xml"/>
  <Override ContentType="application/vnd.ms-office.chartstyle+xml" PartName="/ppt/charts/style17.xml"/>
  <Override ContentType="application/vnd.ms-office.chartstyle+xml" PartName="/ppt/charts/style6.xml"/>
  <Override ContentType="application/vnd.ms-office.chartstyle+xml" PartName="/ppt/charts/style11.xml"/>
  <Override ContentType="application/vnd.ms-office.chartstyle+xml" PartName="/ppt/charts/style24.xml"/>
  <Override ContentType="application/vnd.ms-office.chartstyle+xml" PartName="/ppt/charts/style2.xml"/>
  <Override ContentType="application/vnd.ms-office.chartstyle+xml" PartName="/ppt/charts/style13.xml"/>
  <Override ContentType="application/vnd.ms-office.chartstyle+xml" PartName="/ppt/charts/style15.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70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12192000"/>
  <p:notesSz cx="6858000" cy="9144000"/>
  <p:embeddedFontLst>
    <p:embeddedFont>
      <p:font typeface="Play"/>
      <p:regular r:id="rId48"/>
      <p:bold r:id="rId49"/>
    </p:embeddedFont>
    <p:embeddedFont>
      <p:font typeface="Montserrat"/>
      <p:regular r:id="rId50"/>
      <p:bold r:id="rId51"/>
      <p:italic r:id="rId52"/>
      <p:boldItalic r:id="rId53"/>
    </p:embeddedFont>
    <p:embeddedFont>
      <p:font typeface="Barlow Medium"/>
      <p:regular r:id="rId54"/>
      <p:bold r:id="rId55"/>
      <p:italic r:id="rId56"/>
      <p:boldItalic r:id="rId57"/>
    </p:embeddedFont>
    <p:embeddedFont>
      <p:font typeface="Quattrocento Sans"/>
      <p:regular r:id="rId58"/>
      <p:bold r:id="rId59"/>
      <p:italic r:id="rId60"/>
      <p:boldItalic r:id="rId61"/>
    </p:embeddedFont>
    <p:embeddedFont>
      <p:font typeface="Barlow ExtraBold"/>
      <p:bold r:id="rId62"/>
      <p:boldItalic r:id="rId63"/>
    </p:embeddedFont>
    <p:embeddedFont>
      <p:font typeface="Barlow SemiBold"/>
      <p:regular r:id="rId64"/>
      <p:bold r:id="rId65"/>
      <p:italic r:id="rId66"/>
      <p:boldItalic r:id="rId67"/>
    </p:embeddedFont>
    <p:embeddedFont>
      <p:font typeface="Barlow"/>
      <p:regular r:id="rId68"/>
      <p:bold r:id="rId69"/>
      <p:italic r:id="rId70"/>
      <p:boldItalic r:id="rId71"/>
    </p:embeddedFont>
    <p:embeddedFont>
      <p:font typeface="Open Sans"/>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6" roundtripDataSignature="AMtx7mii09LLdiZQTHbuxiqaTzZyafYiz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Bea Erli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474438-E7FA-40A7-8C3D-13B82400A8D1}">
  <a:tblStyle styleId="{22474438-E7FA-40A7-8C3D-13B82400A8D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48" Type="http://schemas.openxmlformats.org/officeDocument/2006/relationships/font" Target="fonts/Play-regular.fntdata"/><Relationship Id="rId47" Type="http://schemas.openxmlformats.org/officeDocument/2006/relationships/slide" Target="slides/slide40.xml"/><Relationship Id="rId49" Type="http://schemas.openxmlformats.org/officeDocument/2006/relationships/font" Target="fonts/Play-bold.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OpenSans-bold.fntdata"/><Relationship Id="rId72" Type="http://schemas.openxmlformats.org/officeDocument/2006/relationships/font" Target="fonts/OpenSans-regular.fntdata"/><Relationship Id="rId75" Type="http://schemas.openxmlformats.org/officeDocument/2006/relationships/font" Target="fonts/OpenSans-boldItalic.fntdata"/><Relationship Id="rId74" Type="http://schemas.openxmlformats.org/officeDocument/2006/relationships/font" Target="fonts/OpenSans-italic.fntdata"/><Relationship Id="rId76" Type="http://customschemas.google.com/relationships/presentationmetadata" Target="metadata"/><Relationship Id="rId71" Type="http://schemas.openxmlformats.org/officeDocument/2006/relationships/font" Target="fonts/Barlow-boldItalic.fntdata"/><Relationship Id="rId70" Type="http://schemas.openxmlformats.org/officeDocument/2006/relationships/font" Target="fonts/Barlow-italic.fntdata"/><Relationship Id="rId62" Type="http://schemas.openxmlformats.org/officeDocument/2006/relationships/font" Target="fonts/BarlowExtraBold-bold.fntdata"/><Relationship Id="rId61" Type="http://schemas.openxmlformats.org/officeDocument/2006/relationships/font" Target="fonts/QuattrocentoSans-boldItalic.fntdata"/><Relationship Id="rId64" Type="http://schemas.openxmlformats.org/officeDocument/2006/relationships/font" Target="fonts/BarlowSemiBold-regular.fntdata"/><Relationship Id="rId63" Type="http://schemas.openxmlformats.org/officeDocument/2006/relationships/font" Target="fonts/BarlowExtraBold-boldItalic.fntdata"/><Relationship Id="rId66" Type="http://schemas.openxmlformats.org/officeDocument/2006/relationships/font" Target="fonts/BarlowSemiBold-italic.fntdata"/><Relationship Id="rId65" Type="http://schemas.openxmlformats.org/officeDocument/2006/relationships/font" Target="fonts/BarlowSemiBold-bold.fntdata"/><Relationship Id="rId68" Type="http://schemas.openxmlformats.org/officeDocument/2006/relationships/font" Target="fonts/Barlow-regular.fntdata"/><Relationship Id="rId67" Type="http://schemas.openxmlformats.org/officeDocument/2006/relationships/font" Target="fonts/BarlowSemiBold-boldItalic.fntdata"/><Relationship Id="rId60" Type="http://schemas.openxmlformats.org/officeDocument/2006/relationships/font" Target="fonts/QuattrocentoSans-italic.fntdata"/><Relationship Id="rId69" Type="http://schemas.openxmlformats.org/officeDocument/2006/relationships/font" Target="fonts/Barlow-bold.fntdata"/><Relationship Id="rId51" Type="http://schemas.openxmlformats.org/officeDocument/2006/relationships/font" Target="fonts/Montserrat-bold.fntdata"/><Relationship Id="rId50" Type="http://schemas.openxmlformats.org/officeDocument/2006/relationships/font" Target="fonts/Montserrat-regular.fntdata"/><Relationship Id="rId53" Type="http://schemas.openxmlformats.org/officeDocument/2006/relationships/font" Target="fonts/Montserrat-boldItalic.fntdata"/><Relationship Id="rId52" Type="http://schemas.openxmlformats.org/officeDocument/2006/relationships/font" Target="fonts/Montserrat-italic.fntdata"/><Relationship Id="rId55" Type="http://schemas.openxmlformats.org/officeDocument/2006/relationships/font" Target="fonts/BarlowMedium-bold.fntdata"/><Relationship Id="rId54" Type="http://schemas.openxmlformats.org/officeDocument/2006/relationships/font" Target="fonts/BarlowMedium-regular.fntdata"/><Relationship Id="rId57" Type="http://schemas.openxmlformats.org/officeDocument/2006/relationships/font" Target="fonts/BarlowMedium-boldItalic.fntdata"/><Relationship Id="rId56" Type="http://schemas.openxmlformats.org/officeDocument/2006/relationships/font" Target="fonts/BarlowMedium-italic.fntdata"/><Relationship Id="rId59" Type="http://schemas.openxmlformats.org/officeDocument/2006/relationships/font" Target="fonts/QuattrocentoSans-bold.fntdata"/><Relationship Id="rId58" Type="http://schemas.openxmlformats.org/officeDocument/2006/relationships/font" Target="fonts/QuattrocentoSans-regular.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 Id="rId2" Type="http://schemas.microsoft.com/office/2011/relationships/chartStyle" Target="style7.xml"/><Relationship Id="rId3"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 Id="rId2" Type="http://schemas.microsoft.com/office/2011/relationships/chartStyle" Target="style8.xml"/><Relationship Id="rId3" Type="http://schemas.microsoft.com/office/2011/relationships/chartColorStyle" Target="colors8.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 Id="rId2" Type="http://schemas.microsoft.com/office/2011/relationships/chartStyle" Target="style9.xml"/><Relationship Id="rId3" Type="http://schemas.microsoft.com/office/2011/relationships/chartColorStyle" Target="colors9.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 Id="rId2" Type="http://schemas.microsoft.com/office/2011/relationships/chartStyle" Target="style10.xml"/><Relationship Id="rId3" Type="http://schemas.microsoft.com/office/2011/relationships/chartColorStyle" Target="colors10.xml"/></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 Id="rId2" Type="http://schemas.microsoft.com/office/2011/relationships/chartStyle" Target="style11.xml"/><Relationship Id="rId3" Type="http://schemas.microsoft.com/office/2011/relationships/chartColorStyle" Target="colors11.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 Id="rId2" Type="http://schemas.microsoft.com/office/2011/relationships/chartStyle" Target="style12.xml"/><Relationship Id="rId3" Type="http://schemas.microsoft.com/office/2011/relationships/chartColorStyle" Target="colors12.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 Id="rId2" Type="http://schemas.microsoft.com/office/2011/relationships/chartStyle" Target="style13.xml"/><Relationship Id="rId3" Type="http://schemas.microsoft.com/office/2011/relationships/chartColorStyle" Target="colors13.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 Id="rId2" Type="http://schemas.microsoft.com/office/2011/relationships/chartStyle" Target="style14.xml"/><Relationship Id="rId3" Type="http://schemas.microsoft.com/office/2011/relationships/chartColorStyle" Target="colors14.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 Id="rId2" Type="http://schemas.microsoft.com/office/2011/relationships/chartStyle" Target="style15.xml"/><Relationship Id="rId3" Type="http://schemas.microsoft.com/office/2011/relationships/chartColorStyle" Target="colors15.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 Id="rId2" Type="http://schemas.microsoft.com/office/2011/relationships/chartStyle" Target="style16.xml"/><Relationship Id="rId3" Type="http://schemas.microsoft.com/office/2011/relationships/chartColorStyle" Target="colors16.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 Id="rId2" Type="http://schemas.microsoft.com/office/2011/relationships/chartStyle" Target="style17.xml"/><Relationship Id="rId3" Type="http://schemas.microsoft.com/office/2011/relationships/chartColorStyle" Target="colors17.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 Id="rId2" Type="http://schemas.microsoft.com/office/2011/relationships/chartStyle" Target="style18.xml"/><Relationship Id="rId3" Type="http://schemas.microsoft.com/office/2011/relationships/chartColorStyle" Target="colors18.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 Id="rId2" Type="http://schemas.microsoft.com/office/2011/relationships/chartStyle" Target="style19.xml"/><Relationship Id="rId3" Type="http://schemas.microsoft.com/office/2011/relationships/chartColorStyle" Target="colors19.xml"/></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 Id="rId2" Type="http://schemas.microsoft.com/office/2011/relationships/chartStyle" Target="style20.xml"/><Relationship Id="rId3" Type="http://schemas.microsoft.com/office/2011/relationships/chartColorStyle" Target="colors20.xml"/></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 Id="rId2" Type="http://schemas.microsoft.com/office/2011/relationships/chartStyle" Target="style21.xml"/><Relationship Id="rId3" Type="http://schemas.microsoft.com/office/2011/relationships/chartColorStyle" Target="colors21.xml"/></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 Id="rId2" Type="http://schemas.microsoft.com/office/2011/relationships/chartStyle" Target="style22.xml"/><Relationship Id="rId3" Type="http://schemas.microsoft.com/office/2011/relationships/chartColorStyle" Target="colors22.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 Id="rId2" Type="http://schemas.microsoft.com/office/2011/relationships/chartStyle" Target="style23.xml"/><Relationship Id="rId3" Type="http://schemas.microsoft.com/office/2011/relationships/chartColorStyle" Target="colors23.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 Id="rId2" Type="http://schemas.microsoft.com/office/2011/relationships/chartStyle" Target="style24.xml"/><Relationship Id="rId3" Type="http://schemas.microsoft.com/office/2011/relationships/chartColorStyle" Target="colors2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479795cc-ef0c-417b-940b-a7a265769f56}"/>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86be5bd-ab52-4487-8cc4-e77f6ddfd271}"/>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a68a4689-1cb7-4566-b3b1-33c828a783ac}"/>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a52a0cd2-7877-43bb-919b-d235b3598b30}"/>
      </c:ext>
    </c:extLst>
  </c:chart>
  <c:spPr>
    <a:no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76938810-bd9f-4bd3-8984-c8d835a4dad4}"/>
      </c:ext>
    </c:extLst>
  </c:chart>
  <c:spPr>
    <a:noFill/>
    <a:ln>
      <a:noFill/>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4dcf5007-90cf-4837-beb9-d90e14fc5640}"/>
      </c:ext>
    </c:extLst>
  </c:chart>
  <c:spPr>
    <a:noFill/>
    <a:ln>
      <a:noFill/>
    </a:ln>
    <a:effectLst/>
  </c:spPr>
  <c:txPr>
    <a:bodyPr/>
    <a:lstStyle/>
    <a:p>
      <a:pPr>
        <a:defRPr lang="en-US"/>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b4791df7-b143-451e-8171-29409591be5e}"/>
      </c:ext>
    </c:extLst>
  </c:chart>
  <c:spPr>
    <a:noFill/>
    <a:ln>
      <a:noFill/>
    </a:ln>
    <a:effectLst/>
  </c:spPr>
  <c:txPr>
    <a:bodyPr/>
    <a:lstStyle/>
    <a:p>
      <a:pPr>
        <a:defRPr lang="en-US"/>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aad0ebb-b988-4d94-a2ae-091e417b66cd}"/>
      </c:ext>
    </c:extLst>
  </c:chart>
  <c:spPr>
    <a:noFill/>
    <a:ln>
      <a:noFill/>
    </a:ln>
    <a:effectLst/>
  </c:spPr>
  <c:txPr>
    <a:bodyPr/>
    <a:lstStyle/>
    <a:p>
      <a:pPr>
        <a:defRPr lang="en-US"/>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24ed878c-8300-49c1-8119-4bbbdb891ec2}"/>
      </c:ext>
    </c:extLst>
  </c:chart>
  <c:spPr>
    <a:noFill/>
    <a:ln>
      <a:noFill/>
    </a:ln>
    <a:effectLst/>
  </c:spPr>
  <c:txPr>
    <a:bodyPr/>
    <a:lstStyle/>
    <a:p>
      <a:pPr>
        <a:defRPr lang="en-US"/>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11ce3a49-aeba-44e1-ac3e-4a856dcdbbac}"/>
      </c:ext>
    </c:extLst>
  </c:chart>
  <c:spPr>
    <a:noFill/>
    <a:ln>
      <a:noFill/>
    </a:ln>
    <a:effectLst/>
  </c:spPr>
  <c:txPr>
    <a:bodyPr/>
    <a:lstStyle/>
    <a:p>
      <a:pPr>
        <a:defRPr lang="en-US"/>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bc4b01b7-f0c9-4b30-a183-5f20cd5c08bb}"/>
      </c:ext>
    </c:extLst>
  </c:chart>
  <c:spPr>
    <a:noFill/>
    <a:ln>
      <a:noFill/>
    </a:ln>
    <a:effectLst/>
  </c:spPr>
  <c:txPr>
    <a:bodyPr/>
    <a:lstStyle/>
    <a:p>
      <a:pPr>
        <a:defRPr lang="en-US"/>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047a6d7e-5649-4671-83d1-2b7a9d9bd951}"/>
      </c:ext>
    </c:extLst>
  </c:chart>
  <c:spPr>
    <a:noFill/>
    <a:ln>
      <a:noFill/>
    </a:ln>
    <a:effectLst/>
  </c:spPr>
  <c:txPr>
    <a:bodyPr/>
    <a:lstStyle/>
    <a:p>
      <a:pPr>
        <a:defRPr lang="en-US"/>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92a02f88-b4f3-4a02-a4dd-547cae0a4948}"/>
      </c:ext>
    </c:extLst>
  </c:chart>
  <c:spPr>
    <a:noFill/>
    <a:ln>
      <a:noFill/>
    </a:ln>
    <a:effectLst/>
  </c:spPr>
  <c:txPr>
    <a:bodyPr/>
    <a:lstStyle/>
    <a:p>
      <a:pPr>
        <a:defRPr lang="en-US"/>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58ef890f-57c5-4d75-8577-f5a4f4aeb779}"/>
      </c:ext>
    </c:extLst>
  </c:chart>
  <c:spPr>
    <a:noFill/>
    <a:ln>
      <a:noFill/>
    </a:ln>
    <a:effectLst/>
  </c:spPr>
  <c:txPr>
    <a:bodyPr/>
    <a:lstStyle/>
    <a:p>
      <a:pPr>
        <a:defRPr lang="en-US"/>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4a23d0a5-1683-41ef-8918-127ae294f4a4}"/>
      </c:ext>
    </c:extLst>
  </c:chart>
  <c:spPr>
    <a:noFill/>
    <a:ln>
      <a:noFill/>
    </a:ln>
    <a:effectLst/>
  </c:spPr>
  <c:txPr>
    <a:bodyPr/>
    <a:lstStyle/>
    <a:p>
      <a:pPr>
        <a:defRPr lang="en-US"/>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e7fc5c90-499c-4f1e-a606-d72b471758db}"/>
      </c:ext>
    </c:extLst>
  </c:chart>
  <c:spPr>
    <a:noFill/>
    <a:ln>
      <a:noFill/>
    </a:ln>
    <a:effectLst/>
  </c:spPr>
  <c:txPr>
    <a:bodyPr/>
    <a:lstStyle/>
    <a:p>
      <a:pPr>
        <a:defRPr lang="en-US"/>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eb3bc297-e80e-4bcf-9ffe-a3d6a808efd8}"/>
      </c:ext>
    </c:extLst>
  </c:chart>
  <c:spPr>
    <a:noFill/>
    <a:ln>
      <a:noFill/>
    </a:ln>
    <a:effectLst/>
  </c:spPr>
  <c:txPr>
    <a:bodyPr/>
    <a:lstStyle/>
    <a:p>
      <a:pPr>
        <a:defRPr lang="en-US"/>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8f519175-5bb8-4ea9-a1e5-effb0bdab410}"/>
      </c:ext>
    </c:extLst>
  </c:chart>
  <c:spPr>
    <a:noFill/>
    <a:ln>
      <a:noFill/>
    </a:ln>
    <a:effectLst/>
  </c:spPr>
  <c:txPr>
    <a:bodyPr/>
    <a:lstStyle/>
    <a:p>
      <a:pPr>
        <a:defRPr lang="en-US"/>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57f0bb3-03d8-4b34-ad46-4cc852f70454}"/>
      </c:ext>
    </c:extLst>
  </c:chart>
  <c:spPr>
    <a:noFill/>
    <a:ln>
      <a:noFill/>
    </a:ln>
    <a:effectLst/>
  </c:spPr>
  <c:txPr>
    <a:bodyPr/>
    <a:lstStyle/>
    <a:p>
      <a:pPr>
        <a:defRPr lang="en-US"/>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96b8c5ce-c7f0-4afa-90bc-80d6c05bb493}"/>
      </c:ext>
    </c:extLst>
  </c:chart>
  <c:spPr>
    <a:noFill/>
    <a:ln>
      <a:noFill/>
    </a:ln>
    <a:effectLst/>
  </c:spPr>
  <c:txPr>
    <a:bodyPr/>
    <a:lstStyle/>
    <a:p>
      <a:pPr>
        <a:defRPr lang="en-US"/>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2f83e11-6149-4687-8fab-00200df9ea7a}"/>
      </c:ext>
    </c:extLst>
  </c:chart>
  <c:spPr>
    <a:noFill/>
    <a:ln>
      <a:noFill/>
    </a:ln>
    <a:effectLst/>
  </c:spPr>
  <c:txPr>
    <a:bodyPr/>
    <a:lstStyle/>
    <a:p>
      <a:pPr>
        <a:defRPr lang="en-US"/>
      </a:p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af7659ae-107b-4bd1-a440-1b6bcc728435}"/>
      </c:ext>
    </c:extLst>
  </c:chart>
  <c:spPr>
    <a:noFill/>
    <a:ln>
      <a:noFill/>
    </a:ln>
    <a:effectLst/>
  </c:spPr>
  <c:txPr>
    <a:bodyPr/>
    <a:lstStyle/>
    <a:p>
      <a:pPr>
        <a:defRPr lang="en-US"/>
      </a:p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f1379e4-c033-442d-941a-086f560e8ce5}"/>
      </c:ext>
    </c:extLst>
  </c:chart>
  <c:spPr>
    <a:noFill/>
    <a:ln>
      <a:noFill/>
    </a:ln>
    <a:effectLst/>
  </c:spPr>
  <c:txPr>
    <a:bodyPr/>
    <a:lstStyle/>
    <a:p>
      <a:pPr>
        <a:defRPr lang="en-US"/>
      </a:p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054b91d-b465-4507-9fd2-1ddf99287f00}"/>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2-16T13:07:43.441">
    <p:pos x="6683" y="3334"/>
    <p:text/>
    <p:extLst>
      <p:ext uri="{C676402C-5697-4E1C-873F-D02D1690AC5C}">
        <p15:threadingInfo timeZoneBias="0"/>
      </p:ext>
      <p:ext uri="http://customooxmlschemas.google.com/">
        <go:slidesCustomData xmlns:go="http://customooxmlschemas.google.com/" commentPostId="AAABaJuy0TM"/>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2" name="Shape 2912"/>
        <p:cNvGrpSpPr/>
        <p:nvPr/>
      </p:nvGrpSpPr>
      <p:grpSpPr>
        <a:xfrm>
          <a:off x="0" y="0"/>
          <a:ext cx="0" cy="0"/>
          <a:chOff x="0" y="0"/>
          <a:chExt cx="0" cy="0"/>
        </a:xfrm>
      </p:grpSpPr>
      <p:sp>
        <p:nvSpPr>
          <p:cNvPr id="2913" name="Google Shape;29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4" name="Google Shape;29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5" name="Google Shape;29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1" name="Shape 2921"/>
        <p:cNvGrpSpPr/>
        <p:nvPr/>
      </p:nvGrpSpPr>
      <p:grpSpPr>
        <a:xfrm>
          <a:off x="0" y="0"/>
          <a:ext cx="0" cy="0"/>
          <a:chOff x="0" y="0"/>
          <a:chExt cx="0" cy="0"/>
        </a:xfrm>
      </p:grpSpPr>
      <p:sp>
        <p:nvSpPr>
          <p:cNvPr id="2922" name="Google Shape;292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3" name="Google Shape;29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6" name="Shape 2926"/>
        <p:cNvGrpSpPr/>
        <p:nvPr/>
      </p:nvGrpSpPr>
      <p:grpSpPr>
        <a:xfrm>
          <a:off x="0" y="0"/>
          <a:ext cx="0" cy="0"/>
          <a:chOff x="0" y="0"/>
          <a:chExt cx="0" cy="0"/>
        </a:xfrm>
      </p:grpSpPr>
      <p:sp>
        <p:nvSpPr>
          <p:cNvPr id="2927" name="Google Shape;29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8" name="Google Shape;29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 Distinct groups of people or entities sharing similar traits or needs</a:t>
            </a:r>
            <a:endParaRPr/>
          </a:p>
        </p:txBody>
      </p:sp>
      <p:sp>
        <p:nvSpPr>
          <p:cNvPr id="2929" name="Google Shape;292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7" name="Shape 2947"/>
        <p:cNvGrpSpPr/>
        <p:nvPr/>
      </p:nvGrpSpPr>
      <p:grpSpPr>
        <a:xfrm>
          <a:off x="0" y="0"/>
          <a:ext cx="0" cy="0"/>
          <a:chOff x="0" y="0"/>
          <a:chExt cx="0" cy="0"/>
        </a:xfrm>
      </p:grpSpPr>
      <p:sp>
        <p:nvSpPr>
          <p:cNvPr id="2948" name="Google Shape;294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9" name="Google Shape;294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 -It focuses on transactions between businesses</a:t>
            </a:r>
            <a:endParaRPr/>
          </a:p>
        </p:txBody>
      </p:sp>
      <p:sp>
        <p:nvSpPr>
          <p:cNvPr id="2950" name="Google Shape;295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8" name="Shape 2968"/>
        <p:cNvGrpSpPr/>
        <p:nvPr/>
      </p:nvGrpSpPr>
      <p:grpSpPr>
        <a:xfrm>
          <a:off x="0" y="0"/>
          <a:ext cx="0" cy="0"/>
          <a:chOff x="0" y="0"/>
          <a:chExt cx="0" cy="0"/>
        </a:xfrm>
      </p:grpSpPr>
      <p:sp>
        <p:nvSpPr>
          <p:cNvPr id="2969" name="Google Shape;29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0" name="Google Shape;297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 - The company</a:t>
            </a:r>
            <a:endParaRPr/>
          </a:p>
        </p:txBody>
      </p:sp>
      <p:sp>
        <p:nvSpPr>
          <p:cNvPr id="2971" name="Google Shape;297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9" name="Shape 2989"/>
        <p:cNvGrpSpPr/>
        <p:nvPr/>
      </p:nvGrpSpPr>
      <p:grpSpPr>
        <a:xfrm>
          <a:off x="0" y="0"/>
          <a:ext cx="0" cy="0"/>
          <a:chOff x="0" y="0"/>
          <a:chExt cx="0" cy="0"/>
        </a:xfrm>
      </p:grpSpPr>
      <p:sp>
        <p:nvSpPr>
          <p:cNvPr id="2990" name="Google Shape;29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1" name="Google Shape;29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Ans -</a:t>
            </a:r>
            <a:r>
              <a:rPr lang="en-US">
                <a:latin typeface="Barlow"/>
                <a:ea typeface="Barlow"/>
                <a:cs typeface="Barlow"/>
                <a:sym typeface="Barlow"/>
              </a:rPr>
              <a:t>Lesson 4 – Understand Customer Validation </a:t>
            </a:r>
            <a:endParaRPr>
              <a:latin typeface="Barlow"/>
              <a:ea typeface="Barlow"/>
              <a:cs typeface="Barlow"/>
              <a:sym typeface="Barlow"/>
            </a:endParaRPr>
          </a:p>
          <a:p>
            <a:pPr indent="0" lvl="0" marL="0" marR="0" rtl="0" algn="l">
              <a:lnSpc>
                <a:spcPct val="100000"/>
              </a:lnSpc>
              <a:spcBef>
                <a:spcPts val="0"/>
              </a:spcBef>
              <a:spcAft>
                <a:spcPts val="0"/>
              </a:spcAft>
              <a:buClr>
                <a:schemeClr val="dk1"/>
              </a:buClr>
              <a:buSzPts val="1200"/>
              <a:buFont typeface="Arial"/>
              <a:buNone/>
            </a:pPr>
            <a:r>
              <a:t/>
            </a:r>
            <a:endParaRPr/>
          </a:p>
        </p:txBody>
      </p:sp>
      <p:sp>
        <p:nvSpPr>
          <p:cNvPr id="2992" name="Google Shape;29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7" name="Shape 3007"/>
        <p:cNvGrpSpPr/>
        <p:nvPr/>
      </p:nvGrpSpPr>
      <p:grpSpPr>
        <a:xfrm>
          <a:off x="0" y="0"/>
          <a:ext cx="0" cy="0"/>
          <a:chOff x="0" y="0"/>
          <a:chExt cx="0" cy="0"/>
        </a:xfrm>
      </p:grpSpPr>
      <p:sp>
        <p:nvSpPr>
          <p:cNvPr id="3008" name="Google Shape;30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9" name="Google Shape;300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0" name="Google Shape;301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2" name="Shape 3032"/>
        <p:cNvGrpSpPr/>
        <p:nvPr/>
      </p:nvGrpSpPr>
      <p:grpSpPr>
        <a:xfrm>
          <a:off x="0" y="0"/>
          <a:ext cx="0" cy="0"/>
          <a:chOff x="0" y="0"/>
          <a:chExt cx="0" cy="0"/>
        </a:xfrm>
      </p:grpSpPr>
      <p:sp>
        <p:nvSpPr>
          <p:cNvPr id="3033" name="Google Shape;30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4" name="Google Shape;303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5" name="Google Shape;303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4" name="Shape 3254"/>
        <p:cNvGrpSpPr/>
        <p:nvPr/>
      </p:nvGrpSpPr>
      <p:grpSpPr>
        <a:xfrm>
          <a:off x="0" y="0"/>
          <a:ext cx="0" cy="0"/>
          <a:chOff x="0" y="0"/>
          <a:chExt cx="0" cy="0"/>
        </a:xfrm>
      </p:grpSpPr>
      <p:sp>
        <p:nvSpPr>
          <p:cNvPr id="3255" name="Google Shape;325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6" name="Google Shape;32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9" name="Shape 3309"/>
        <p:cNvGrpSpPr/>
        <p:nvPr/>
      </p:nvGrpSpPr>
      <p:grpSpPr>
        <a:xfrm>
          <a:off x="0" y="0"/>
          <a:ext cx="0" cy="0"/>
          <a:chOff x="0" y="0"/>
          <a:chExt cx="0" cy="0"/>
        </a:xfrm>
      </p:grpSpPr>
      <p:sp>
        <p:nvSpPr>
          <p:cNvPr id="3310" name="Google Shape;331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1" name="Google Shape;33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2" name="Shape 3322"/>
        <p:cNvGrpSpPr/>
        <p:nvPr/>
      </p:nvGrpSpPr>
      <p:grpSpPr>
        <a:xfrm>
          <a:off x="0" y="0"/>
          <a:ext cx="0" cy="0"/>
          <a:chOff x="0" y="0"/>
          <a:chExt cx="0" cy="0"/>
        </a:xfrm>
      </p:grpSpPr>
      <p:sp>
        <p:nvSpPr>
          <p:cNvPr id="3323" name="Google Shape;332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4" name="Google Shape;33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3" name="Shape 3353"/>
        <p:cNvGrpSpPr/>
        <p:nvPr/>
      </p:nvGrpSpPr>
      <p:grpSpPr>
        <a:xfrm>
          <a:off x="0" y="0"/>
          <a:ext cx="0" cy="0"/>
          <a:chOff x="0" y="0"/>
          <a:chExt cx="0" cy="0"/>
        </a:xfrm>
      </p:grpSpPr>
      <p:sp>
        <p:nvSpPr>
          <p:cNvPr id="3354" name="Google Shape;33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5" name="Google Shape;335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6" name="Google Shape;335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5" name="Shape 3375"/>
        <p:cNvGrpSpPr/>
        <p:nvPr/>
      </p:nvGrpSpPr>
      <p:grpSpPr>
        <a:xfrm>
          <a:off x="0" y="0"/>
          <a:ext cx="0" cy="0"/>
          <a:chOff x="0" y="0"/>
          <a:chExt cx="0" cy="0"/>
        </a:xfrm>
      </p:grpSpPr>
      <p:sp>
        <p:nvSpPr>
          <p:cNvPr id="3376" name="Google Shape;337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7" name="Google Shape;33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1" name="Shape 3381"/>
        <p:cNvGrpSpPr/>
        <p:nvPr/>
      </p:nvGrpSpPr>
      <p:grpSpPr>
        <a:xfrm>
          <a:off x="0" y="0"/>
          <a:ext cx="0" cy="0"/>
          <a:chOff x="0" y="0"/>
          <a:chExt cx="0" cy="0"/>
        </a:xfrm>
      </p:grpSpPr>
      <p:sp>
        <p:nvSpPr>
          <p:cNvPr id="3382" name="Google Shape;338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3" name="Google Shape;33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8" name="Shape 3398"/>
        <p:cNvGrpSpPr/>
        <p:nvPr/>
      </p:nvGrpSpPr>
      <p:grpSpPr>
        <a:xfrm>
          <a:off x="0" y="0"/>
          <a:ext cx="0" cy="0"/>
          <a:chOff x="0" y="0"/>
          <a:chExt cx="0" cy="0"/>
        </a:xfrm>
      </p:grpSpPr>
      <p:sp>
        <p:nvSpPr>
          <p:cNvPr id="3399" name="Google Shape;339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0" name="Google Shape;340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9" name="Shape 3409"/>
        <p:cNvGrpSpPr/>
        <p:nvPr/>
      </p:nvGrpSpPr>
      <p:grpSpPr>
        <a:xfrm>
          <a:off x="0" y="0"/>
          <a:ext cx="0" cy="0"/>
          <a:chOff x="0" y="0"/>
          <a:chExt cx="0" cy="0"/>
        </a:xfrm>
      </p:grpSpPr>
      <p:sp>
        <p:nvSpPr>
          <p:cNvPr id="3410" name="Google Shape;341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1" name="Google Shape;341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2" name="Shape 3422"/>
        <p:cNvGrpSpPr/>
        <p:nvPr/>
      </p:nvGrpSpPr>
      <p:grpSpPr>
        <a:xfrm>
          <a:off x="0" y="0"/>
          <a:ext cx="0" cy="0"/>
          <a:chOff x="0" y="0"/>
          <a:chExt cx="0" cy="0"/>
        </a:xfrm>
      </p:grpSpPr>
      <p:sp>
        <p:nvSpPr>
          <p:cNvPr id="3423" name="Google Shape;342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4" name="Google Shape;34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0" name="Shape 3440"/>
        <p:cNvGrpSpPr/>
        <p:nvPr/>
      </p:nvGrpSpPr>
      <p:grpSpPr>
        <a:xfrm>
          <a:off x="0" y="0"/>
          <a:ext cx="0" cy="0"/>
          <a:chOff x="0" y="0"/>
          <a:chExt cx="0" cy="0"/>
        </a:xfrm>
      </p:grpSpPr>
      <p:sp>
        <p:nvSpPr>
          <p:cNvPr id="3441" name="Google Shape;344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2" name="Google Shape;34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5" name="Shape 3455"/>
        <p:cNvGrpSpPr/>
        <p:nvPr/>
      </p:nvGrpSpPr>
      <p:grpSpPr>
        <a:xfrm>
          <a:off x="0" y="0"/>
          <a:ext cx="0" cy="0"/>
          <a:chOff x="0" y="0"/>
          <a:chExt cx="0" cy="0"/>
        </a:xfrm>
      </p:grpSpPr>
      <p:sp>
        <p:nvSpPr>
          <p:cNvPr id="3456" name="Google Shape;345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7" name="Google Shape;34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3" name="Shape 3463"/>
        <p:cNvGrpSpPr/>
        <p:nvPr/>
      </p:nvGrpSpPr>
      <p:grpSpPr>
        <a:xfrm>
          <a:off x="0" y="0"/>
          <a:ext cx="0" cy="0"/>
          <a:chOff x="0" y="0"/>
          <a:chExt cx="0" cy="0"/>
        </a:xfrm>
      </p:grpSpPr>
      <p:sp>
        <p:nvSpPr>
          <p:cNvPr id="3464" name="Google Shape;346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5" name="Google Shape;346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0" name="Shape 3480"/>
        <p:cNvGrpSpPr/>
        <p:nvPr/>
      </p:nvGrpSpPr>
      <p:grpSpPr>
        <a:xfrm>
          <a:off x="0" y="0"/>
          <a:ext cx="0" cy="0"/>
          <a:chOff x="0" y="0"/>
          <a:chExt cx="0" cy="0"/>
        </a:xfrm>
      </p:grpSpPr>
      <p:sp>
        <p:nvSpPr>
          <p:cNvPr id="3481" name="Google Shape;348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2" name="Google Shape;348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7" name="Shape 3487"/>
        <p:cNvGrpSpPr/>
        <p:nvPr/>
      </p:nvGrpSpPr>
      <p:grpSpPr>
        <a:xfrm>
          <a:off x="0" y="0"/>
          <a:ext cx="0" cy="0"/>
          <a:chOff x="0" y="0"/>
          <a:chExt cx="0" cy="0"/>
        </a:xfrm>
      </p:grpSpPr>
      <p:sp>
        <p:nvSpPr>
          <p:cNvPr id="3488" name="Google Shape;348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9" name="Google Shape;348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5" name="Shape 3505"/>
        <p:cNvGrpSpPr/>
        <p:nvPr/>
      </p:nvGrpSpPr>
      <p:grpSpPr>
        <a:xfrm>
          <a:off x="0" y="0"/>
          <a:ext cx="0" cy="0"/>
          <a:chOff x="0" y="0"/>
          <a:chExt cx="0" cy="0"/>
        </a:xfrm>
      </p:grpSpPr>
      <p:sp>
        <p:nvSpPr>
          <p:cNvPr id="3506" name="Google Shape;350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7" name="Google Shape;350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2" name="Shape 3512"/>
        <p:cNvGrpSpPr/>
        <p:nvPr/>
      </p:nvGrpSpPr>
      <p:grpSpPr>
        <a:xfrm>
          <a:off x="0" y="0"/>
          <a:ext cx="0" cy="0"/>
          <a:chOff x="0" y="0"/>
          <a:chExt cx="0" cy="0"/>
        </a:xfrm>
      </p:grpSpPr>
      <p:sp>
        <p:nvSpPr>
          <p:cNvPr id="3513" name="Google Shape;351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4" name="Google Shape;351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0" name="Shape 3520"/>
        <p:cNvGrpSpPr/>
        <p:nvPr/>
      </p:nvGrpSpPr>
      <p:grpSpPr>
        <a:xfrm>
          <a:off x="0" y="0"/>
          <a:ext cx="0" cy="0"/>
          <a:chOff x="0" y="0"/>
          <a:chExt cx="0" cy="0"/>
        </a:xfrm>
      </p:grpSpPr>
      <p:sp>
        <p:nvSpPr>
          <p:cNvPr id="3521" name="Google Shape;352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2" name="Google Shape;352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5" name="Shape 3525"/>
        <p:cNvGrpSpPr/>
        <p:nvPr/>
      </p:nvGrpSpPr>
      <p:grpSpPr>
        <a:xfrm>
          <a:off x="0" y="0"/>
          <a:ext cx="0" cy="0"/>
          <a:chOff x="0" y="0"/>
          <a:chExt cx="0" cy="0"/>
        </a:xfrm>
      </p:grpSpPr>
      <p:sp>
        <p:nvSpPr>
          <p:cNvPr id="3526" name="Google Shape;352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7" name="Google Shape;352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5" name="Shape 3545"/>
        <p:cNvGrpSpPr/>
        <p:nvPr/>
      </p:nvGrpSpPr>
      <p:grpSpPr>
        <a:xfrm>
          <a:off x="0" y="0"/>
          <a:ext cx="0" cy="0"/>
          <a:chOff x="0" y="0"/>
          <a:chExt cx="0" cy="0"/>
        </a:xfrm>
      </p:grpSpPr>
      <p:sp>
        <p:nvSpPr>
          <p:cNvPr id="3546" name="Google Shape;354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7" name="Google Shape;354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8" name="Shape 3558"/>
        <p:cNvGrpSpPr/>
        <p:nvPr/>
      </p:nvGrpSpPr>
      <p:grpSpPr>
        <a:xfrm>
          <a:off x="0" y="0"/>
          <a:ext cx="0" cy="0"/>
          <a:chOff x="0" y="0"/>
          <a:chExt cx="0" cy="0"/>
        </a:xfrm>
      </p:grpSpPr>
      <p:sp>
        <p:nvSpPr>
          <p:cNvPr id="3559" name="Google Shape;355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0" name="Google Shape;356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5" name="Shape 3575"/>
        <p:cNvGrpSpPr/>
        <p:nvPr/>
      </p:nvGrpSpPr>
      <p:grpSpPr>
        <a:xfrm>
          <a:off x="0" y="0"/>
          <a:ext cx="0" cy="0"/>
          <a:chOff x="0" y="0"/>
          <a:chExt cx="0" cy="0"/>
        </a:xfrm>
      </p:grpSpPr>
      <p:sp>
        <p:nvSpPr>
          <p:cNvPr id="3576" name="Google Shape;357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7" name="Google Shape;357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0" name="Shape 3580"/>
        <p:cNvGrpSpPr/>
        <p:nvPr/>
      </p:nvGrpSpPr>
      <p:grpSpPr>
        <a:xfrm>
          <a:off x="0" y="0"/>
          <a:ext cx="0" cy="0"/>
          <a:chOff x="0" y="0"/>
          <a:chExt cx="0" cy="0"/>
        </a:xfrm>
      </p:grpSpPr>
      <p:sp>
        <p:nvSpPr>
          <p:cNvPr id="3581" name="Google Shape;358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2" name="Google Shape;358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9" name="Shape 3589"/>
        <p:cNvGrpSpPr/>
        <p:nvPr/>
      </p:nvGrpSpPr>
      <p:grpSpPr>
        <a:xfrm>
          <a:off x="0" y="0"/>
          <a:ext cx="0" cy="0"/>
          <a:chOff x="0" y="0"/>
          <a:chExt cx="0" cy="0"/>
        </a:xfrm>
      </p:grpSpPr>
      <p:sp>
        <p:nvSpPr>
          <p:cNvPr id="3590" name="Google Shape;359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1" name="Google Shape;359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4" name="Shape 3594"/>
        <p:cNvGrpSpPr/>
        <p:nvPr/>
      </p:nvGrpSpPr>
      <p:grpSpPr>
        <a:xfrm>
          <a:off x="0" y="0"/>
          <a:ext cx="0" cy="0"/>
          <a:chOff x="0" y="0"/>
          <a:chExt cx="0" cy="0"/>
        </a:xfrm>
      </p:grpSpPr>
      <p:sp>
        <p:nvSpPr>
          <p:cNvPr id="3595" name="Google Shape;359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6" name="Google Shape;359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7" name="Google Shape;359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1" name="Shape 3611"/>
        <p:cNvGrpSpPr/>
        <p:nvPr/>
      </p:nvGrpSpPr>
      <p:grpSpPr>
        <a:xfrm>
          <a:off x="0" y="0"/>
          <a:ext cx="0" cy="0"/>
          <a:chOff x="0" y="0"/>
          <a:chExt cx="0" cy="0"/>
        </a:xfrm>
      </p:grpSpPr>
      <p:sp>
        <p:nvSpPr>
          <p:cNvPr id="3612" name="Google Shape;361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3" name="Google Shape;361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8" name="Shape 3618"/>
        <p:cNvGrpSpPr/>
        <p:nvPr/>
      </p:nvGrpSpPr>
      <p:grpSpPr>
        <a:xfrm>
          <a:off x="0" y="0"/>
          <a:ext cx="0" cy="0"/>
          <a:chOff x="0" y="0"/>
          <a:chExt cx="0" cy="0"/>
        </a:xfrm>
      </p:grpSpPr>
      <p:sp>
        <p:nvSpPr>
          <p:cNvPr id="3619" name="Google Shape;361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0" name="Google Shape;362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5" name="Shape 3625"/>
        <p:cNvGrpSpPr/>
        <p:nvPr/>
      </p:nvGrpSpPr>
      <p:grpSpPr>
        <a:xfrm>
          <a:off x="0" y="0"/>
          <a:ext cx="0" cy="0"/>
          <a:chOff x="0" y="0"/>
          <a:chExt cx="0" cy="0"/>
        </a:xfrm>
      </p:grpSpPr>
      <p:sp>
        <p:nvSpPr>
          <p:cNvPr id="3626" name="Google Shape;362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7" name="Google Shape;362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3" name="Shape 3643"/>
        <p:cNvGrpSpPr/>
        <p:nvPr/>
      </p:nvGrpSpPr>
      <p:grpSpPr>
        <a:xfrm>
          <a:off x="0" y="0"/>
          <a:ext cx="0" cy="0"/>
          <a:chOff x="0" y="0"/>
          <a:chExt cx="0" cy="0"/>
        </a:xfrm>
      </p:grpSpPr>
      <p:sp>
        <p:nvSpPr>
          <p:cNvPr id="3644" name="Google Shape;364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5" name="Google Shape;364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8" name="Shape 3648"/>
        <p:cNvGrpSpPr/>
        <p:nvPr/>
      </p:nvGrpSpPr>
      <p:grpSpPr>
        <a:xfrm>
          <a:off x="0" y="0"/>
          <a:ext cx="0" cy="0"/>
          <a:chOff x="0" y="0"/>
          <a:chExt cx="0" cy="0"/>
        </a:xfrm>
      </p:grpSpPr>
      <p:sp>
        <p:nvSpPr>
          <p:cNvPr id="3649" name="Google Shape;364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0" name="Google Shape;365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1" name="Google Shape;365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0" name="Shape 3670"/>
        <p:cNvGrpSpPr/>
        <p:nvPr/>
      </p:nvGrpSpPr>
      <p:grpSpPr>
        <a:xfrm>
          <a:off x="0" y="0"/>
          <a:ext cx="0" cy="0"/>
          <a:chOff x="0" y="0"/>
          <a:chExt cx="0" cy="0"/>
        </a:xfrm>
      </p:grpSpPr>
      <p:sp>
        <p:nvSpPr>
          <p:cNvPr id="3671" name="Google Shape;3671;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2" name="Google Shape;367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9" name="Shape 3689"/>
        <p:cNvGrpSpPr/>
        <p:nvPr/>
      </p:nvGrpSpPr>
      <p:grpSpPr>
        <a:xfrm>
          <a:off x="0" y="0"/>
          <a:ext cx="0" cy="0"/>
          <a:chOff x="0" y="0"/>
          <a:chExt cx="0" cy="0"/>
        </a:xfrm>
      </p:grpSpPr>
      <p:sp>
        <p:nvSpPr>
          <p:cNvPr id="3690" name="Google Shape;369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1" name="Google Shape;369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2" name="Google Shape;369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6" name="Shape 3696"/>
        <p:cNvGrpSpPr/>
        <p:nvPr/>
      </p:nvGrpSpPr>
      <p:grpSpPr>
        <a:xfrm>
          <a:off x="0" y="0"/>
          <a:ext cx="0" cy="0"/>
          <a:chOff x="0" y="0"/>
          <a:chExt cx="0" cy="0"/>
        </a:xfrm>
      </p:grpSpPr>
      <p:sp>
        <p:nvSpPr>
          <p:cNvPr id="3697" name="Google Shape;3697;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8" name="Google Shape;369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hyperlink" Target="https://twitter.com/WadhwaniF" TargetMode="External"/><Relationship Id="rId13" Type="http://schemas.openxmlformats.org/officeDocument/2006/relationships/image" Target="../media/image5.png"/><Relationship Id="rId12" Type="http://schemas.openxmlformats.org/officeDocument/2006/relationships/hyperlink" Target="http://wadhwanifoundation.org/" TargetMode="External"/><Relationship Id="rId1" Type="http://schemas.openxmlformats.org/officeDocument/2006/relationships/slideMaster" Target="../slideMasters/slideMaster1.xml"/><Relationship Id="rId2" Type="http://schemas.openxmlformats.org/officeDocument/2006/relationships/hyperlink" Target="https://www.facebook.com/wadhwanifoundation" TargetMode="External"/><Relationship Id="rId3" Type="http://schemas.openxmlformats.org/officeDocument/2006/relationships/image" Target="../media/image9.png"/><Relationship Id="rId4" Type="http://schemas.openxmlformats.org/officeDocument/2006/relationships/hyperlink" Target="https://www.youtube.com/user/wadhwanif" TargetMode="External"/><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hyperlink" Target="https://www.instagram.com/wadhwanifoundation/" TargetMode="External"/><Relationship Id="rId7" Type="http://schemas.openxmlformats.org/officeDocument/2006/relationships/image" Target="../media/image6.png"/><Relationship Id="rId8" Type="http://schemas.openxmlformats.org/officeDocument/2006/relationships/hyperlink" Target="https://www.linkedin.com/company/wadhwanifoundation/"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hyperlink" Target="https://twitter.com/WadhwaniF" TargetMode="External"/><Relationship Id="rId13" Type="http://schemas.openxmlformats.org/officeDocument/2006/relationships/image" Target="../media/image5.png"/><Relationship Id="rId12" Type="http://schemas.openxmlformats.org/officeDocument/2006/relationships/hyperlink" Target="http://wadhwanifoundation.org/" TargetMode="External"/><Relationship Id="rId1" Type="http://schemas.openxmlformats.org/officeDocument/2006/relationships/slideMaster" Target="../slideMasters/slideMaster1.xml"/><Relationship Id="rId2" Type="http://schemas.openxmlformats.org/officeDocument/2006/relationships/hyperlink" Target="https://www.facebook.com/wadhwanifoundation" TargetMode="External"/><Relationship Id="rId3" Type="http://schemas.openxmlformats.org/officeDocument/2006/relationships/image" Target="../media/image9.png"/><Relationship Id="rId4" Type="http://schemas.openxmlformats.org/officeDocument/2006/relationships/hyperlink" Target="https://www.youtube.com/user/wadhwanif" TargetMode="External"/><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hyperlink" Target="https://www.instagram.com/wadhwanifoundation/" TargetMode="External"/><Relationship Id="rId7" Type="http://schemas.openxmlformats.org/officeDocument/2006/relationships/image" Target="../media/image6.png"/><Relationship Id="rId8" Type="http://schemas.openxmlformats.org/officeDocument/2006/relationships/hyperlink" Target="https://www.linkedin.com/company/wadhwanifoundation/"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chart" Target="../charts/chart16.xml"/><Relationship Id="rId6" Type="http://schemas.openxmlformats.org/officeDocument/2006/relationships/chart" Target="../charts/chart17.xml"/><Relationship Id="rId7" Type="http://schemas.openxmlformats.org/officeDocument/2006/relationships/chart" Target="../charts/chart18.xml"/><Relationship Id="rId8" Type="http://schemas.openxmlformats.org/officeDocument/2006/relationships/chart" Target="../charts/chart1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20.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hyperlink" Target="https://twitter.com/WadhwaniF" TargetMode="External"/><Relationship Id="rId13" Type="http://schemas.openxmlformats.org/officeDocument/2006/relationships/image" Target="../media/image24.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28.png"/><Relationship Id="rId4" Type="http://schemas.openxmlformats.org/officeDocument/2006/relationships/hyperlink" Target="https://www.youtube.com/user/wadhwanif" TargetMode="External"/><Relationship Id="rId9"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hyperlink" Target="https://www.instagram.com/wadhwanifoundation/" TargetMode="External"/><Relationship Id="rId7" Type="http://schemas.openxmlformats.org/officeDocument/2006/relationships/image" Target="../media/image26.png"/><Relationship Id="rId8" Type="http://schemas.openxmlformats.org/officeDocument/2006/relationships/hyperlink" Target="https://www.linkedin.com/company/wadhwanifoundation/" TargetMode="External"/></Relationships>
</file>

<file path=ppt/slideLayouts/_rels/slideLayout117.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hyperlink" Target="https://twitter.com/WadhwaniF" TargetMode="External"/><Relationship Id="rId13" Type="http://schemas.openxmlformats.org/officeDocument/2006/relationships/image" Target="../media/image24.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28.png"/><Relationship Id="rId4" Type="http://schemas.openxmlformats.org/officeDocument/2006/relationships/hyperlink" Target="https://www.youtube.com/user/wadhwanif" TargetMode="External"/><Relationship Id="rId9"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hyperlink" Target="https://www.instagram.com/wadhwanifoundation/" TargetMode="External"/><Relationship Id="rId7" Type="http://schemas.openxmlformats.org/officeDocument/2006/relationships/image" Target="../media/image26.png"/><Relationship Id="rId8" Type="http://schemas.openxmlformats.org/officeDocument/2006/relationships/hyperlink" Target="https://www.linkedin.com/company/wadhwanifoundation/" TargetMode="Externa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rgbClr val="8F171C"/>
            </a:gs>
            <a:gs pos="100000">
              <a:schemeClr val="dk2"/>
            </a:gs>
          </a:gsLst>
          <a:lin ang="5400000" scaled="0"/>
        </a:gradFill>
      </p:bgPr>
    </p:bg>
    <p:spTree>
      <p:nvGrpSpPr>
        <p:cNvPr id="12" name="Shape 12"/>
        <p:cNvGrpSpPr/>
        <p:nvPr/>
      </p:nvGrpSpPr>
      <p:grpSpPr>
        <a:xfrm>
          <a:off x="0" y="0"/>
          <a:ext cx="0" cy="0"/>
          <a:chOff x="0" y="0"/>
          <a:chExt cx="0" cy="0"/>
        </a:xfrm>
      </p:grpSpPr>
      <p:grpSp>
        <p:nvGrpSpPr>
          <p:cNvPr id="13" name="Google Shape;13;p42"/>
          <p:cNvGrpSpPr/>
          <p:nvPr/>
        </p:nvGrpSpPr>
        <p:grpSpPr>
          <a:xfrm>
            <a:off x="10668000" y="304798"/>
            <a:ext cx="1179720" cy="581555"/>
            <a:chOff x="969962" y="2846965"/>
            <a:chExt cx="1740598" cy="872299"/>
          </a:xfrm>
        </p:grpSpPr>
        <p:sp>
          <p:nvSpPr>
            <p:cNvPr id="14" name="Google Shape;14;p42"/>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42"/>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42"/>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42"/>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42"/>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42"/>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42"/>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42"/>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42"/>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42"/>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42"/>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42"/>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42"/>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42"/>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42"/>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42"/>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 name="Google Shape;30;p42"/>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42"/>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 name="Google Shape;32;p42"/>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 name="Google Shape;33;p42"/>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42"/>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42"/>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42"/>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7" name="Google Shape;37;p42"/>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a:t>
            </a:r>
            <a:endParaRPr b="1" sz="2400">
              <a:solidFill>
                <a:schemeClr val="lt1"/>
              </a:solidFill>
              <a:latin typeface="Barlow"/>
              <a:ea typeface="Barlow"/>
              <a:cs typeface="Barlow"/>
              <a:sym typeface="Barlow"/>
            </a:endParaRPr>
          </a:p>
        </p:txBody>
      </p:sp>
      <p:sp>
        <p:nvSpPr>
          <p:cNvPr id="38" name="Google Shape;38;p42"/>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2"/>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2"/>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rgbClr val="8F171C"/>
            </a:gs>
            <a:gs pos="100000">
              <a:schemeClr val="dk2"/>
            </a:gs>
          </a:gsLst>
          <a:lin ang="5400000" scaled="0"/>
        </a:gradFill>
      </p:bgPr>
    </p:bg>
    <p:spTree>
      <p:nvGrpSpPr>
        <p:cNvPr id="41" name="Shape 41"/>
        <p:cNvGrpSpPr/>
        <p:nvPr/>
      </p:nvGrpSpPr>
      <p:grpSpPr>
        <a:xfrm>
          <a:off x="0" y="0"/>
          <a:ext cx="0" cy="0"/>
          <a:chOff x="0" y="0"/>
          <a:chExt cx="0" cy="0"/>
        </a:xfrm>
      </p:grpSpPr>
      <p:sp>
        <p:nvSpPr>
          <p:cNvPr id="42" name="Google Shape;42;p43"/>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43" name="Google Shape;43;p4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4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45" name="Shape 45"/>
        <p:cNvGrpSpPr/>
        <p:nvPr/>
      </p:nvGrpSpPr>
      <p:grpSpPr>
        <a:xfrm>
          <a:off x="0" y="0"/>
          <a:ext cx="0" cy="0"/>
          <a:chOff x="0" y="0"/>
          <a:chExt cx="0" cy="0"/>
        </a:xfrm>
      </p:grpSpPr>
      <p:sp>
        <p:nvSpPr>
          <p:cNvPr id="46" name="Google Shape;46;p44"/>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 name="Google Shape;47;p44"/>
          <p:cNvSpPr/>
          <p:nvPr>
            <p:ph idx="2" type="pic"/>
          </p:nvPr>
        </p:nvSpPr>
        <p:spPr>
          <a:xfrm>
            <a:off x="1352048" y="-5702531"/>
            <a:ext cx="12192003" cy="12181139"/>
          </a:xfrm>
          <a:prstGeom prst="ellipse">
            <a:avLst/>
          </a:prstGeom>
          <a:noFill/>
          <a:ln>
            <a:noFill/>
          </a:ln>
        </p:spPr>
      </p:sp>
      <p:sp>
        <p:nvSpPr>
          <p:cNvPr id="48" name="Google Shape;48;p4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4"/>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50" name="Google Shape;50;p44"/>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1" name="Google Shape;51;p44"/>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 name="Google Shape;52;p44"/>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44"/>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44"/>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55" name="Google Shape;55;p44"/>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4"/>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 name="Google Shape;57;p44"/>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44"/>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44"/>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60" name="Google Shape;60;p44"/>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44"/>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 name="Google Shape;62;p44"/>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44"/>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44"/>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65" name="Google Shape;65;p44"/>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44"/>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 name="Google Shape;67;p44"/>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44"/>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44"/>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70" name="Google Shape;70;p44"/>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1" name="Shape 71"/>
        <p:cNvGrpSpPr/>
        <p:nvPr/>
      </p:nvGrpSpPr>
      <p:grpSpPr>
        <a:xfrm>
          <a:off x="0" y="0"/>
          <a:ext cx="0" cy="0"/>
          <a:chOff x="0" y="0"/>
          <a:chExt cx="0" cy="0"/>
        </a:xfrm>
      </p:grpSpPr>
      <p:sp>
        <p:nvSpPr>
          <p:cNvPr id="72" name="Google Shape;72;p4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73" name="Google Shape;73;p45"/>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8" name="Google Shape;78;p4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9" name="Google Shape;79;p4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80" name="Google Shape;80;p46"/>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Miscellaneous">
  <p:cSld name="11_Miscellaneous">
    <p:spTree>
      <p:nvGrpSpPr>
        <p:cNvPr id="81" name="Shape 81"/>
        <p:cNvGrpSpPr/>
        <p:nvPr/>
      </p:nvGrpSpPr>
      <p:grpSpPr>
        <a:xfrm>
          <a:off x="0" y="0"/>
          <a:ext cx="0" cy="0"/>
          <a:chOff x="0" y="0"/>
          <a:chExt cx="0" cy="0"/>
        </a:xfrm>
      </p:grpSpPr>
      <p:sp>
        <p:nvSpPr>
          <p:cNvPr id="82" name="Google Shape;82;p4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4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4" name="Google Shape;84;p49"/>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5" name="Google Shape;85;p49"/>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6" name="Google Shape;86;p49"/>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87" name="Google Shape;87;p49"/>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49"/>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49"/>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49"/>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49"/>
          <p:cNvSpPr txBox="1"/>
          <p:nvPr>
            <p:ph idx="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49"/>
          <p:cNvSpPr txBox="1"/>
          <p:nvPr>
            <p:ph idx="6"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49"/>
          <p:cNvSpPr/>
          <p:nvPr/>
        </p:nvSpPr>
        <p:spPr>
          <a:xfrm>
            <a:off x="8277550" y="-2038012"/>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4" name="Google Shape;94;p49"/>
          <p:cNvSpPr/>
          <p:nvPr/>
        </p:nvSpPr>
        <p:spPr>
          <a:xfrm>
            <a:off x="7760282" y="-2801416"/>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5" name="Google Shape;95;p49"/>
          <p:cNvSpPr/>
          <p:nvPr/>
        </p:nvSpPr>
        <p:spPr>
          <a:xfrm>
            <a:off x="8716204" y="-1368798"/>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96" name="Shape 96"/>
        <p:cNvGrpSpPr/>
        <p:nvPr/>
      </p:nvGrpSpPr>
      <p:grpSpPr>
        <a:xfrm>
          <a:off x="0" y="0"/>
          <a:ext cx="0" cy="0"/>
          <a:chOff x="0" y="0"/>
          <a:chExt cx="0" cy="0"/>
        </a:xfrm>
      </p:grpSpPr>
      <p:sp>
        <p:nvSpPr>
          <p:cNvPr id="97" name="Google Shape;97;p5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50"/>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50"/>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100" name="Shape 10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101" name="Shape 101"/>
        <p:cNvGrpSpPr/>
        <p:nvPr/>
      </p:nvGrpSpPr>
      <p:grpSpPr>
        <a:xfrm>
          <a:off x="0" y="0"/>
          <a:ext cx="0" cy="0"/>
          <a:chOff x="0" y="0"/>
          <a:chExt cx="0" cy="0"/>
        </a:xfrm>
      </p:grpSpPr>
      <p:sp>
        <p:nvSpPr>
          <p:cNvPr id="102" name="Google Shape;102;p5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52"/>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 name="Google Shape;104;p52"/>
          <p:cNvSpPr/>
          <p:nvPr/>
        </p:nvSpPr>
        <p:spPr>
          <a:xfrm>
            <a:off x="359998" y="163560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 name="Google Shape;105;p52"/>
          <p:cNvSpPr/>
          <p:nvPr/>
        </p:nvSpPr>
        <p:spPr>
          <a:xfrm>
            <a:off x="3535119" y="1226085"/>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52"/>
          <p:cNvSpPr/>
          <p:nvPr/>
        </p:nvSpPr>
        <p:spPr>
          <a:xfrm>
            <a:off x="3535119" y="2341832"/>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 name="Google Shape;107;p52"/>
          <p:cNvSpPr/>
          <p:nvPr/>
        </p:nvSpPr>
        <p:spPr>
          <a:xfrm>
            <a:off x="3535119" y="3457579"/>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8" name="Google Shape;108;p52"/>
          <p:cNvCxnSpPr>
            <a:stCxn id="104" idx="7"/>
            <a:endCxn id="105" idx="2"/>
          </p:cNvCxnSpPr>
          <p:nvPr/>
        </p:nvCxnSpPr>
        <p:spPr>
          <a:xfrm flipH="1" rot="10800000">
            <a:off x="2319613" y="1652918"/>
            <a:ext cx="1215600" cy="318900"/>
          </a:xfrm>
          <a:prstGeom prst="straightConnector1">
            <a:avLst/>
          </a:prstGeom>
          <a:noFill/>
          <a:ln cap="flat" cmpd="sng" w="28575">
            <a:solidFill>
              <a:schemeClr val="accent1"/>
            </a:solidFill>
            <a:prstDash val="solid"/>
            <a:miter lim="800000"/>
            <a:headEnd len="sm" w="sm" type="none"/>
            <a:tailEnd len="sm" w="sm" type="none"/>
          </a:ln>
        </p:spPr>
      </p:cxnSp>
      <p:cxnSp>
        <p:nvCxnSpPr>
          <p:cNvPr id="109" name="Google Shape;109;p52"/>
          <p:cNvCxnSpPr>
            <a:stCxn id="104" idx="6"/>
            <a:endCxn id="106" idx="2"/>
          </p:cNvCxnSpPr>
          <p:nvPr/>
        </p:nvCxnSpPr>
        <p:spPr>
          <a:xfrm flipH="1" rot="10800000">
            <a:off x="2655830" y="2768817"/>
            <a:ext cx="879300" cy="14700"/>
          </a:xfrm>
          <a:prstGeom prst="straightConnector1">
            <a:avLst/>
          </a:prstGeom>
          <a:noFill/>
          <a:ln cap="flat" cmpd="sng" w="28575">
            <a:solidFill>
              <a:schemeClr val="dk2"/>
            </a:solidFill>
            <a:prstDash val="solid"/>
            <a:miter lim="800000"/>
            <a:headEnd len="sm" w="sm" type="none"/>
            <a:tailEnd len="sm" w="sm" type="none"/>
          </a:ln>
        </p:spPr>
      </p:cxnSp>
      <p:cxnSp>
        <p:nvCxnSpPr>
          <p:cNvPr id="110" name="Google Shape;110;p52"/>
          <p:cNvCxnSpPr>
            <a:stCxn id="104" idx="5"/>
            <a:endCxn id="107" idx="2"/>
          </p:cNvCxnSpPr>
          <p:nvPr/>
        </p:nvCxnSpPr>
        <p:spPr>
          <a:xfrm>
            <a:off x="2319613" y="3595216"/>
            <a:ext cx="1215600" cy="289200"/>
          </a:xfrm>
          <a:prstGeom prst="straightConnector1">
            <a:avLst/>
          </a:prstGeom>
          <a:noFill/>
          <a:ln cap="flat" cmpd="sng" w="28575">
            <a:solidFill>
              <a:schemeClr val="accent2"/>
            </a:solidFill>
            <a:prstDash val="solid"/>
            <a:miter lim="800000"/>
            <a:headEnd len="sm" w="sm" type="none"/>
            <a:tailEnd len="sm" w="sm" type="none"/>
          </a:ln>
        </p:spPr>
      </p:cxnSp>
      <p:cxnSp>
        <p:nvCxnSpPr>
          <p:cNvPr id="111" name="Google Shape;111;p52"/>
          <p:cNvCxnSpPr/>
          <p:nvPr/>
        </p:nvCxnSpPr>
        <p:spPr>
          <a:xfrm>
            <a:off x="4610813" y="2214664"/>
            <a:ext cx="6561796" cy="0"/>
          </a:xfrm>
          <a:prstGeom prst="straightConnector1">
            <a:avLst/>
          </a:prstGeom>
          <a:noFill/>
          <a:ln cap="flat" cmpd="sng" w="19050">
            <a:solidFill>
              <a:srgbClr val="DAD6DA"/>
            </a:solidFill>
            <a:prstDash val="solid"/>
            <a:miter lim="800000"/>
            <a:headEnd len="sm" w="sm" type="none"/>
            <a:tailEnd len="sm" w="sm" type="none"/>
          </a:ln>
        </p:spPr>
      </p:cxnSp>
      <p:cxnSp>
        <p:nvCxnSpPr>
          <p:cNvPr id="112" name="Google Shape;112;p52"/>
          <p:cNvCxnSpPr/>
          <p:nvPr/>
        </p:nvCxnSpPr>
        <p:spPr>
          <a:xfrm>
            <a:off x="4610813" y="3315402"/>
            <a:ext cx="6561796" cy="0"/>
          </a:xfrm>
          <a:prstGeom prst="straightConnector1">
            <a:avLst/>
          </a:prstGeom>
          <a:noFill/>
          <a:ln cap="flat" cmpd="sng" w="19050">
            <a:solidFill>
              <a:srgbClr val="DAD6DA"/>
            </a:solidFill>
            <a:prstDash val="solid"/>
            <a:miter lim="800000"/>
            <a:headEnd len="sm" w="sm" type="none"/>
            <a:tailEnd len="sm" w="sm" type="none"/>
          </a:ln>
        </p:spPr>
      </p:cxnSp>
      <p:sp>
        <p:nvSpPr>
          <p:cNvPr id="113" name="Google Shape;113;p52"/>
          <p:cNvSpPr txBox="1"/>
          <p:nvPr/>
        </p:nvSpPr>
        <p:spPr>
          <a:xfrm>
            <a:off x="4610813" y="1240766"/>
            <a:ext cx="6561796" cy="84698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14" name="Google Shape;114;p52"/>
          <p:cNvSpPr/>
          <p:nvPr>
            <p:ph idx="1" type="body"/>
          </p:nvPr>
        </p:nvSpPr>
        <p:spPr>
          <a:xfrm>
            <a:off x="3649332" y="1342509"/>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52"/>
          <p:cNvSpPr/>
          <p:nvPr>
            <p:ph idx="2" type="body"/>
          </p:nvPr>
        </p:nvSpPr>
        <p:spPr>
          <a:xfrm>
            <a:off x="3643677" y="2453233"/>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52"/>
          <p:cNvSpPr/>
          <p:nvPr>
            <p:ph idx="3" type="body"/>
          </p:nvPr>
        </p:nvSpPr>
        <p:spPr>
          <a:xfrm>
            <a:off x="3643677" y="3573484"/>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52"/>
          <p:cNvSpPr txBox="1"/>
          <p:nvPr>
            <p:ph idx="4" type="body"/>
          </p:nvPr>
        </p:nvSpPr>
        <p:spPr>
          <a:xfrm>
            <a:off x="4719870" y="134250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52"/>
          <p:cNvSpPr txBox="1"/>
          <p:nvPr/>
        </p:nvSpPr>
        <p:spPr>
          <a:xfrm>
            <a:off x="4610813" y="2348606"/>
            <a:ext cx="6561796" cy="846988"/>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19" name="Google Shape;119;p52"/>
          <p:cNvSpPr txBox="1"/>
          <p:nvPr>
            <p:ph idx="5" type="body"/>
          </p:nvPr>
        </p:nvSpPr>
        <p:spPr>
          <a:xfrm>
            <a:off x="4719870" y="245034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52"/>
          <p:cNvSpPr txBox="1"/>
          <p:nvPr/>
        </p:nvSpPr>
        <p:spPr>
          <a:xfrm>
            <a:off x="4611675" y="3464353"/>
            <a:ext cx="6561796" cy="846988"/>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21" name="Google Shape;121;p52"/>
          <p:cNvSpPr txBox="1"/>
          <p:nvPr>
            <p:ph idx="6" type="body"/>
          </p:nvPr>
        </p:nvSpPr>
        <p:spPr>
          <a:xfrm>
            <a:off x="4720732" y="3566096"/>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122" name="Shape 122"/>
        <p:cNvGrpSpPr/>
        <p:nvPr/>
      </p:nvGrpSpPr>
      <p:grpSpPr>
        <a:xfrm>
          <a:off x="0" y="0"/>
          <a:ext cx="0" cy="0"/>
          <a:chOff x="0" y="0"/>
          <a:chExt cx="0" cy="0"/>
        </a:xfrm>
      </p:grpSpPr>
      <p:sp>
        <p:nvSpPr>
          <p:cNvPr id="123" name="Google Shape;123;p5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53"/>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 name="Google Shape;125;p53"/>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26" name="Google Shape;126;p53"/>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27" name="Google Shape;127;p53"/>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28" name="Google Shape;128;p53"/>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p53"/>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p53"/>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 name="Google Shape;131;p53"/>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 name="Google Shape;132;p53"/>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 name="Google Shape;133;p53"/>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 name="Google Shape;134;p53"/>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 name="Google Shape;135;p53"/>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 name="Google Shape;136;p53"/>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53"/>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 name="Google Shape;138;p53"/>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 name="Google Shape;139;p53"/>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 name="Google Shape;140;p53"/>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 name="Google Shape;141;p53"/>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53"/>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p53"/>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 name="Google Shape;144;p53"/>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53"/>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53"/>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47" name="Google Shape;147;p53"/>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148" name="Google Shape;148;p53"/>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149" name="Google Shape;149;p53"/>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53"/>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53"/>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53"/>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53"/>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53"/>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53"/>
          <p:cNvSpPr txBox="1"/>
          <p:nvPr>
            <p:ph idx="7" type="body"/>
          </p:nvPr>
        </p:nvSpPr>
        <p:spPr>
          <a:xfrm>
            <a:off x="4779296" y="530947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53"/>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53"/>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53"/>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os &amp; Cons">
  <p:cSld name="1_Pros &amp; Cons">
    <p:spTree>
      <p:nvGrpSpPr>
        <p:cNvPr id="159" name="Shape 159"/>
        <p:cNvGrpSpPr/>
        <p:nvPr/>
      </p:nvGrpSpPr>
      <p:grpSpPr>
        <a:xfrm>
          <a:off x="0" y="0"/>
          <a:ext cx="0" cy="0"/>
          <a:chOff x="0" y="0"/>
          <a:chExt cx="0" cy="0"/>
        </a:xfrm>
      </p:grpSpPr>
      <p:sp>
        <p:nvSpPr>
          <p:cNvPr id="160" name="Google Shape;160;p54"/>
          <p:cNvSpPr/>
          <p:nvPr/>
        </p:nvSpPr>
        <p:spPr>
          <a:xfrm>
            <a:off x="5283883" y="1855460"/>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54"/>
          <p:cNvSpPr/>
          <p:nvPr>
            <p:ph idx="1" type="body"/>
          </p:nvPr>
        </p:nvSpPr>
        <p:spPr>
          <a:xfrm>
            <a:off x="5482813" y="2072521"/>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54"/>
          <p:cNvSpPr/>
          <p:nvPr/>
        </p:nvSpPr>
        <p:spPr>
          <a:xfrm>
            <a:off x="471234" y="520252"/>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3" name="Google Shape;163;p54"/>
          <p:cNvSpPr/>
          <p:nvPr/>
        </p:nvSpPr>
        <p:spPr>
          <a:xfrm>
            <a:off x="6489881" y="517884"/>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 name="Google Shape;164;p54"/>
          <p:cNvSpPr/>
          <p:nvPr/>
        </p:nvSpPr>
        <p:spPr>
          <a:xfrm>
            <a:off x="77789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5" name="Google Shape;165;p54"/>
          <p:cNvSpPr/>
          <p:nvPr/>
        </p:nvSpPr>
        <p:spPr>
          <a:xfrm>
            <a:off x="77789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6" name="Google Shape;166;p54"/>
          <p:cNvSpPr/>
          <p:nvPr/>
        </p:nvSpPr>
        <p:spPr>
          <a:xfrm>
            <a:off x="777893"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167" name="Google Shape;167;p54"/>
          <p:cNvSpPr txBox="1"/>
          <p:nvPr>
            <p:ph idx="2" type="body"/>
          </p:nvPr>
        </p:nvSpPr>
        <p:spPr>
          <a:xfrm>
            <a:off x="1370073" y="2332603"/>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54"/>
          <p:cNvSpPr txBox="1"/>
          <p:nvPr>
            <p:ph idx="3" type="body"/>
          </p:nvPr>
        </p:nvSpPr>
        <p:spPr>
          <a:xfrm>
            <a:off x="1259980" y="3974709"/>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54"/>
          <p:cNvSpPr txBox="1"/>
          <p:nvPr>
            <p:ph idx="4" type="body"/>
          </p:nvPr>
        </p:nvSpPr>
        <p:spPr>
          <a:xfrm>
            <a:off x="1366305"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54"/>
          <p:cNvSpPr txBox="1"/>
          <p:nvPr>
            <p:ph idx="5"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54"/>
          <p:cNvSpPr txBox="1"/>
          <p:nvPr>
            <p:ph idx="6"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54"/>
          <p:cNvSpPr/>
          <p:nvPr/>
        </p:nvSpPr>
        <p:spPr>
          <a:xfrm>
            <a:off x="703452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3" name="Google Shape;173;p54"/>
          <p:cNvSpPr/>
          <p:nvPr/>
        </p:nvSpPr>
        <p:spPr>
          <a:xfrm>
            <a:off x="703452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4" name="Google Shape;174;p54"/>
          <p:cNvSpPr/>
          <p:nvPr/>
        </p:nvSpPr>
        <p:spPr>
          <a:xfrm>
            <a:off x="7103766"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175" name="Google Shape;175;p54"/>
          <p:cNvSpPr txBox="1"/>
          <p:nvPr>
            <p:ph idx="7" type="body"/>
          </p:nvPr>
        </p:nvSpPr>
        <p:spPr>
          <a:xfrm>
            <a:off x="7589936" y="235678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54"/>
          <p:cNvSpPr txBox="1"/>
          <p:nvPr>
            <p:ph idx="8" type="body"/>
          </p:nvPr>
        </p:nvSpPr>
        <p:spPr>
          <a:xfrm>
            <a:off x="7589936" y="397082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54"/>
          <p:cNvSpPr txBox="1"/>
          <p:nvPr>
            <p:ph idx="9" type="body"/>
          </p:nvPr>
        </p:nvSpPr>
        <p:spPr>
          <a:xfrm>
            <a:off x="7659180"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54"/>
          <p:cNvSpPr/>
          <p:nvPr/>
        </p:nvSpPr>
        <p:spPr>
          <a:xfrm>
            <a:off x="5283883" y="3497566"/>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54"/>
          <p:cNvSpPr/>
          <p:nvPr>
            <p:ph idx="13" type="body"/>
          </p:nvPr>
        </p:nvSpPr>
        <p:spPr>
          <a:xfrm>
            <a:off x="5482813" y="3714627"/>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54"/>
          <p:cNvSpPr/>
          <p:nvPr/>
        </p:nvSpPr>
        <p:spPr>
          <a:xfrm>
            <a:off x="5320145" y="5139672"/>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54"/>
          <p:cNvSpPr/>
          <p:nvPr>
            <p:ph idx="14" type="body"/>
          </p:nvPr>
        </p:nvSpPr>
        <p:spPr>
          <a:xfrm>
            <a:off x="5519075" y="5356733"/>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182" name="Shape 182"/>
        <p:cNvGrpSpPr/>
        <p:nvPr/>
      </p:nvGrpSpPr>
      <p:grpSpPr>
        <a:xfrm>
          <a:off x="0" y="0"/>
          <a:ext cx="0" cy="0"/>
          <a:chOff x="0" y="0"/>
          <a:chExt cx="0" cy="0"/>
        </a:xfrm>
      </p:grpSpPr>
      <p:sp>
        <p:nvSpPr>
          <p:cNvPr id="183" name="Google Shape;183;p55"/>
          <p:cNvSpPr/>
          <p:nvPr>
            <p:ph idx="2" type="pic"/>
          </p:nvPr>
        </p:nvSpPr>
        <p:spPr>
          <a:xfrm>
            <a:off x="4469157" y="-1"/>
            <a:ext cx="7114233" cy="6868049"/>
          </a:xfrm>
          <a:prstGeom prst="rect">
            <a:avLst/>
          </a:prstGeom>
          <a:solidFill>
            <a:schemeClr val="lt1">
              <a:alpha val="20000"/>
            </a:schemeClr>
          </a:solidFill>
          <a:ln>
            <a:noFill/>
          </a:ln>
        </p:spPr>
      </p:sp>
      <p:sp>
        <p:nvSpPr>
          <p:cNvPr id="184" name="Google Shape;184;p55"/>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55"/>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186" name="Shape 186"/>
        <p:cNvGrpSpPr/>
        <p:nvPr/>
      </p:nvGrpSpPr>
      <p:grpSpPr>
        <a:xfrm>
          <a:off x="0" y="0"/>
          <a:ext cx="0" cy="0"/>
          <a:chOff x="0" y="0"/>
          <a:chExt cx="0" cy="0"/>
        </a:xfrm>
      </p:grpSpPr>
      <p:sp>
        <p:nvSpPr>
          <p:cNvPr id="187" name="Google Shape;187;p56"/>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56"/>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9" name="Google Shape;189;p56"/>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190" name="Google Shape;190;p56"/>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91" name="Google Shape;191;p56"/>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56"/>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193" name="Shape 193"/>
        <p:cNvGrpSpPr/>
        <p:nvPr/>
      </p:nvGrpSpPr>
      <p:grpSpPr>
        <a:xfrm>
          <a:off x="0" y="0"/>
          <a:ext cx="0" cy="0"/>
          <a:chOff x="0" y="0"/>
          <a:chExt cx="0" cy="0"/>
        </a:xfrm>
      </p:grpSpPr>
      <p:pic>
        <p:nvPicPr>
          <p:cNvPr id="194" name="Google Shape;194;p57"/>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95" name="Google Shape;195;p5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57"/>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57"/>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198" name="Shape 198"/>
        <p:cNvGrpSpPr/>
        <p:nvPr/>
      </p:nvGrpSpPr>
      <p:grpSpPr>
        <a:xfrm>
          <a:off x="0" y="0"/>
          <a:ext cx="0" cy="0"/>
          <a:chOff x="0" y="0"/>
          <a:chExt cx="0" cy="0"/>
        </a:xfrm>
      </p:grpSpPr>
      <p:sp>
        <p:nvSpPr>
          <p:cNvPr id="199" name="Google Shape;199;p5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00" name="Google Shape;200;p5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5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202" name="Shape 202"/>
        <p:cNvGrpSpPr/>
        <p:nvPr/>
      </p:nvGrpSpPr>
      <p:grpSpPr>
        <a:xfrm>
          <a:off x="0" y="0"/>
          <a:ext cx="0" cy="0"/>
          <a:chOff x="0" y="0"/>
          <a:chExt cx="0" cy="0"/>
        </a:xfrm>
      </p:grpSpPr>
      <p:sp>
        <p:nvSpPr>
          <p:cNvPr id="203" name="Google Shape;203;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rgbClr val="8F171C"/>
            </a:gs>
            <a:gs pos="100000">
              <a:schemeClr val="dk2"/>
            </a:gs>
          </a:gsLst>
          <a:lin ang="5400000" scaled="0"/>
        </a:gradFill>
      </p:bgPr>
    </p:bg>
    <p:spTree>
      <p:nvGrpSpPr>
        <p:cNvPr id="204" name="Shape 204"/>
        <p:cNvGrpSpPr/>
        <p:nvPr/>
      </p:nvGrpSpPr>
      <p:grpSpPr>
        <a:xfrm>
          <a:off x="0" y="0"/>
          <a:ext cx="0" cy="0"/>
          <a:chOff x="0" y="0"/>
          <a:chExt cx="0" cy="0"/>
        </a:xfrm>
      </p:grpSpPr>
      <p:sp>
        <p:nvSpPr>
          <p:cNvPr id="205" name="Google Shape;205;p60"/>
          <p:cNvSpPr/>
          <p:nvPr/>
        </p:nvSpPr>
        <p:spPr>
          <a:xfrm rot="10800000">
            <a:off x="5321096" y="-1"/>
            <a:ext cx="4348468" cy="5021943"/>
          </a:xfrm>
          <a:prstGeom prst="triangle">
            <a:avLst>
              <a:gd fmla="val 50000" name="adj"/>
            </a:avLst>
          </a:prstGeom>
          <a:gradFill>
            <a:gsLst>
              <a:gs pos="0">
                <a:srgbClr val="BF2026"/>
              </a:gs>
              <a:gs pos="50000">
                <a:srgbClr val="8F171C"/>
              </a:gs>
              <a:gs pos="100000">
                <a:srgbClr val="B21E2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6" name="Google Shape;206;p60"/>
          <p:cNvGrpSpPr/>
          <p:nvPr/>
        </p:nvGrpSpPr>
        <p:grpSpPr>
          <a:xfrm>
            <a:off x="715600" y="2098526"/>
            <a:ext cx="6096000" cy="1723549"/>
            <a:chOff x="715600" y="2205347"/>
            <a:chExt cx="6096000" cy="1723549"/>
          </a:xfrm>
        </p:grpSpPr>
        <p:sp>
          <p:nvSpPr>
            <p:cNvPr id="207" name="Google Shape;207;p60"/>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b="1" i="0" sz="8800" u="none" cap="none" strike="noStrike">
                <a:solidFill>
                  <a:srgbClr val="FFFFFF"/>
                </a:solidFill>
                <a:latin typeface="Barlow"/>
                <a:ea typeface="Barlow"/>
                <a:cs typeface="Barlow"/>
                <a:sym typeface="Barlow"/>
              </a:endParaRPr>
            </a:p>
          </p:txBody>
        </p:sp>
        <p:sp>
          <p:nvSpPr>
            <p:cNvPr id="208" name="Google Shape;208;p60"/>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209" name="Google Shape;209;p60"/>
          <p:cNvGrpSpPr/>
          <p:nvPr/>
        </p:nvGrpSpPr>
        <p:grpSpPr>
          <a:xfrm>
            <a:off x="647700" y="5924400"/>
            <a:ext cx="1951864" cy="324000"/>
            <a:chOff x="3753875" y="6160946"/>
            <a:chExt cx="1951864" cy="324000"/>
          </a:xfrm>
        </p:grpSpPr>
        <p:pic>
          <p:nvPicPr>
            <p:cNvPr id="210" name="Google Shape;210;p60">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11" name="Google Shape;211;p60">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12" name="Google Shape;212;p60">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13" name="Google Shape;213;p60">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14" name="Google Shape;214;p60">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15" name="Google Shape;215;p60">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16" name="Google Shape;216;p6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17" name="Google Shape;217;p60"/>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8" name="Shape 218"/>
        <p:cNvGrpSpPr/>
        <p:nvPr/>
      </p:nvGrpSpPr>
      <p:grpSpPr>
        <a:xfrm>
          <a:off x="0" y="0"/>
          <a:ext cx="0" cy="0"/>
          <a:chOff x="0" y="0"/>
          <a:chExt cx="0" cy="0"/>
        </a:xfrm>
      </p:grpSpPr>
      <p:sp>
        <p:nvSpPr>
          <p:cNvPr id="219" name="Google Shape;219;p6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0" name="Google Shape;220;p6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1" name="Google Shape;221;p6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rgbClr val="8F171C"/>
            </a:gs>
            <a:gs pos="100000">
              <a:schemeClr val="dk2"/>
            </a:gs>
          </a:gsLst>
          <a:lin ang="5400000" scaled="0"/>
        </a:gradFill>
      </p:bgPr>
    </p:bg>
    <p:spTree>
      <p:nvGrpSpPr>
        <p:cNvPr id="222" name="Shape 222"/>
        <p:cNvGrpSpPr/>
        <p:nvPr/>
      </p:nvGrpSpPr>
      <p:grpSpPr>
        <a:xfrm>
          <a:off x="0" y="0"/>
          <a:ext cx="0" cy="0"/>
          <a:chOff x="0" y="0"/>
          <a:chExt cx="0" cy="0"/>
        </a:xfrm>
      </p:grpSpPr>
      <p:grpSp>
        <p:nvGrpSpPr>
          <p:cNvPr id="223" name="Google Shape;223;p62"/>
          <p:cNvGrpSpPr/>
          <p:nvPr/>
        </p:nvGrpSpPr>
        <p:grpSpPr>
          <a:xfrm>
            <a:off x="715600" y="2098526"/>
            <a:ext cx="6096000" cy="1723549"/>
            <a:chOff x="715600" y="2205347"/>
            <a:chExt cx="6096000" cy="1723549"/>
          </a:xfrm>
        </p:grpSpPr>
        <p:sp>
          <p:nvSpPr>
            <p:cNvPr id="224" name="Google Shape;224;p62"/>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b="1" i="0" sz="8800" u="none" cap="none" strike="noStrike">
                <a:solidFill>
                  <a:srgbClr val="FFFFFF"/>
                </a:solidFill>
                <a:latin typeface="Barlow"/>
                <a:ea typeface="Barlow"/>
                <a:cs typeface="Barlow"/>
                <a:sym typeface="Barlow"/>
              </a:endParaRPr>
            </a:p>
          </p:txBody>
        </p:sp>
        <p:sp>
          <p:nvSpPr>
            <p:cNvPr id="225" name="Google Shape;225;p62"/>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226" name="Google Shape;226;p62"/>
          <p:cNvGrpSpPr/>
          <p:nvPr/>
        </p:nvGrpSpPr>
        <p:grpSpPr>
          <a:xfrm>
            <a:off x="647700" y="5924400"/>
            <a:ext cx="1951864" cy="324000"/>
            <a:chOff x="3753875" y="6160946"/>
            <a:chExt cx="1951864" cy="324000"/>
          </a:xfrm>
        </p:grpSpPr>
        <p:pic>
          <p:nvPicPr>
            <p:cNvPr id="227" name="Google Shape;227;p62">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28" name="Google Shape;228;p62">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29" name="Google Shape;229;p62">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30" name="Google Shape;230;p62">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31" name="Google Shape;231;p62">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32" name="Google Shape;232;p62">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33" name="Google Shape;233;p62"/>
          <p:cNvSpPr/>
          <p:nvPr>
            <p:ph idx="2" type="pic"/>
          </p:nvPr>
        </p:nvSpPr>
        <p:spPr>
          <a:xfrm>
            <a:off x="4627563" y="0"/>
            <a:ext cx="7564437" cy="6858000"/>
          </a:xfrm>
          <a:prstGeom prst="rect">
            <a:avLst/>
          </a:prstGeom>
          <a:noFill/>
          <a:ln>
            <a:noFill/>
          </a:ln>
        </p:spPr>
      </p:sp>
      <p:sp>
        <p:nvSpPr>
          <p:cNvPr id="234" name="Google Shape;234;p62"/>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8F171C"/>
            </a:gs>
            <a:gs pos="100000">
              <a:schemeClr val="dk2"/>
            </a:gs>
          </a:gsLst>
          <a:lin ang="5400000" scaled="0"/>
        </a:gradFill>
      </p:bgPr>
    </p:bg>
    <p:spTree>
      <p:nvGrpSpPr>
        <p:cNvPr id="235" name="Shape 235"/>
        <p:cNvGrpSpPr/>
        <p:nvPr/>
      </p:nvGrpSpPr>
      <p:grpSpPr>
        <a:xfrm>
          <a:off x="0" y="0"/>
          <a:ext cx="0" cy="0"/>
          <a:chOff x="0" y="0"/>
          <a:chExt cx="0" cy="0"/>
        </a:xfrm>
      </p:grpSpPr>
      <p:sp>
        <p:nvSpPr>
          <p:cNvPr id="236" name="Google Shape;236;p6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6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38" name="Google Shape;238;p63"/>
          <p:cNvGrpSpPr/>
          <p:nvPr/>
        </p:nvGrpSpPr>
        <p:grpSpPr>
          <a:xfrm>
            <a:off x="10668000" y="304798"/>
            <a:ext cx="1179720" cy="581555"/>
            <a:chOff x="969962" y="2846965"/>
            <a:chExt cx="1740598" cy="872299"/>
          </a:xfrm>
        </p:grpSpPr>
        <p:sp>
          <p:nvSpPr>
            <p:cNvPr id="239" name="Google Shape;239;p63"/>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 name="Google Shape;240;p63"/>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 name="Google Shape;241;p63"/>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 name="Google Shape;242;p63"/>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63"/>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 name="Google Shape;244;p63"/>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63"/>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 name="Google Shape;246;p63"/>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7" name="Google Shape;247;p63"/>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 name="Google Shape;248;p63"/>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9" name="Google Shape;249;p63"/>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0" name="Google Shape;250;p63"/>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 name="Google Shape;251;p63"/>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 name="Google Shape;252;p63"/>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3" name="Google Shape;253;p63"/>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 name="Google Shape;254;p63"/>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 name="Google Shape;255;p63"/>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 name="Google Shape;256;p63"/>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 name="Google Shape;257;p63"/>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8" name="Google Shape;258;p63"/>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9" name="Google Shape;259;p63"/>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 name="Google Shape;260;p63"/>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1" name="Google Shape;261;p63"/>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262" name="Shape 262"/>
        <p:cNvGrpSpPr/>
        <p:nvPr/>
      </p:nvGrpSpPr>
      <p:grpSpPr>
        <a:xfrm>
          <a:off x="0" y="0"/>
          <a:ext cx="0" cy="0"/>
          <a:chOff x="0" y="0"/>
          <a:chExt cx="0" cy="0"/>
        </a:xfrm>
      </p:grpSpPr>
      <p:sp>
        <p:nvSpPr>
          <p:cNvPr id="263" name="Google Shape;263;p64"/>
          <p:cNvSpPr/>
          <p:nvPr>
            <p:ph idx="2" type="pic"/>
          </p:nvPr>
        </p:nvSpPr>
        <p:spPr>
          <a:xfrm>
            <a:off x="380974" y="374463"/>
            <a:ext cx="8280000" cy="6120000"/>
          </a:xfrm>
          <a:prstGeom prst="rect">
            <a:avLst/>
          </a:prstGeom>
          <a:noFill/>
          <a:ln>
            <a:noFill/>
          </a:ln>
        </p:spPr>
      </p:sp>
      <p:sp>
        <p:nvSpPr>
          <p:cNvPr id="264" name="Google Shape;264;p64"/>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5" name="Google Shape;265;p64"/>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64"/>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67" name="Google Shape;267;p64"/>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268" name="Google Shape;268;p64"/>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269" name="Shape 269"/>
        <p:cNvGrpSpPr/>
        <p:nvPr/>
      </p:nvGrpSpPr>
      <p:grpSpPr>
        <a:xfrm>
          <a:off x="0" y="0"/>
          <a:ext cx="0" cy="0"/>
          <a:chOff x="0" y="0"/>
          <a:chExt cx="0" cy="0"/>
        </a:xfrm>
      </p:grpSpPr>
      <p:sp>
        <p:nvSpPr>
          <p:cNvPr id="270" name="Google Shape;270;p65"/>
          <p:cNvSpPr/>
          <p:nvPr>
            <p:ph idx="2" type="pic"/>
          </p:nvPr>
        </p:nvSpPr>
        <p:spPr>
          <a:xfrm>
            <a:off x="360000" y="360000"/>
            <a:ext cx="11484000" cy="6120000"/>
          </a:xfrm>
          <a:prstGeom prst="rect">
            <a:avLst/>
          </a:prstGeom>
          <a:noFill/>
          <a:ln>
            <a:noFill/>
          </a:ln>
        </p:spPr>
      </p:sp>
      <p:sp>
        <p:nvSpPr>
          <p:cNvPr id="271" name="Google Shape;271;p65"/>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2" name="Google Shape;272;p65"/>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73" name="Google Shape;273;p65"/>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bg>
      <p:bgPr>
        <a:gradFill>
          <a:gsLst>
            <a:gs pos="0">
              <a:srgbClr val="8F171C"/>
            </a:gs>
            <a:gs pos="100000">
              <a:schemeClr val="dk2"/>
            </a:gs>
          </a:gsLst>
          <a:lin ang="5400000" scaled="0"/>
        </a:gradFill>
      </p:bgPr>
    </p:bg>
    <p:spTree>
      <p:nvGrpSpPr>
        <p:cNvPr id="274" name="Shape 274"/>
        <p:cNvGrpSpPr/>
        <p:nvPr/>
      </p:nvGrpSpPr>
      <p:grpSpPr>
        <a:xfrm>
          <a:off x="0" y="0"/>
          <a:ext cx="0" cy="0"/>
          <a:chOff x="0" y="0"/>
          <a:chExt cx="0" cy="0"/>
        </a:xfrm>
      </p:grpSpPr>
      <p:sp>
        <p:nvSpPr>
          <p:cNvPr id="275" name="Google Shape;275;p66"/>
          <p:cNvSpPr/>
          <p:nvPr/>
        </p:nvSpPr>
        <p:spPr>
          <a:xfrm>
            <a:off x="0" y="0"/>
            <a:ext cx="12192000" cy="6853555"/>
          </a:xfrm>
          <a:prstGeom prst="rect">
            <a:avLst/>
          </a:pr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76" name="Google Shape;276;p66"/>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277" name="Google Shape;277;p66"/>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66"/>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279" name="Shape 279"/>
        <p:cNvGrpSpPr/>
        <p:nvPr/>
      </p:nvGrpSpPr>
      <p:grpSpPr>
        <a:xfrm>
          <a:off x="0" y="0"/>
          <a:ext cx="0" cy="0"/>
          <a:chOff x="0" y="0"/>
          <a:chExt cx="0" cy="0"/>
        </a:xfrm>
      </p:grpSpPr>
      <p:sp>
        <p:nvSpPr>
          <p:cNvPr id="280" name="Google Shape;280;p67"/>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 name="Google Shape;281;p67"/>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 name="Google Shape;282;p67"/>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67"/>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284" name="Shape 284"/>
        <p:cNvGrpSpPr/>
        <p:nvPr/>
      </p:nvGrpSpPr>
      <p:grpSpPr>
        <a:xfrm>
          <a:off x="0" y="0"/>
          <a:ext cx="0" cy="0"/>
          <a:chOff x="0" y="0"/>
          <a:chExt cx="0" cy="0"/>
        </a:xfrm>
      </p:grpSpPr>
      <p:pic>
        <p:nvPicPr>
          <p:cNvPr id="285" name="Google Shape;285;p68"/>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86" name="Google Shape;286;p68"/>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68"/>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 name="Google Shape;288;p68"/>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289" name="Shape 289"/>
        <p:cNvGrpSpPr/>
        <p:nvPr/>
      </p:nvGrpSpPr>
      <p:grpSpPr>
        <a:xfrm>
          <a:off x="0" y="0"/>
          <a:ext cx="0" cy="0"/>
          <a:chOff x="0" y="0"/>
          <a:chExt cx="0" cy="0"/>
        </a:xfrm>
      </p:grpSpPr>
      <p:sp>
        <p:nvSpPr>
          <p:cNvPr id="290" name="Google Shape;290;p69"/>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1" name="Google Shape;291;p69"/>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 name="Google Shape;292;p69"/>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293" name="Shape 293"/>
        <p:cNvGrpSpPr/>
        <p:nvPr/>
      </p:nvGrpSpPr>
      <p:grpSpPr>
        <a:xfrm>
          <a:off x="0" y="0"/>
          <a:ext cx="0" cy="0"/>
          <a:chOff x="0" y="0"/>
          <a:chExt cx="0" cy="0"/>
        </a:xfrm>
      </p:grpSpPr>
      <p:sp>
        <p:nvSpPr>
          <p:cNvPr id="294" name="Google Shape;294;p7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95" name="Google Shape;295;p7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70"/>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 name="Google Shape;297;p7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298" name="Shape 298"/>
        <p:cNvGrpSpPr/>
        <p:nvPr/>
      </p:nvGrpSpPr>
      <p:grpSpPr>
        <a:xfrm>
          <a:off x="0" y="0"/>
          <a:ext cx="0" cy="0"/>
          <a:chOff x="0" y="0"/>
          <a:chExt cx="0" cy="0"/>
        </a:xfrm>
      </p:grpSpPr>
      <p:sp>
        <p:nvSpPr>
          <p:cNvPr id="299" name="Google Shape;299;p71"/>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00" name="Google Shape;300;p7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71"/>
          <p:cNvSpPr/>
          <p:nvPr/>
        </p:nvSpPr>
        <p:spPr>
          <a:xfrm>
            <a:off x="359998" y="945661"/>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302" name="Shape 302"/>
        <p:cNvGrpSpPr/>
        <p:nvPr/>
      </p:nvGrpSpPr>
      <p:grpSpPr>
        <a:xfrm>
          <a:off x="0" y="0"/>
          <a:ext cx="0" cy="0"/>
          <a:chOff x="0" y="0"/>
          <a:chExt cx="0" cy="0"/>
        </a:xfrm>
      </p:grpSpPr>
      <p:sp>
        <p:nvSpPr>
          <p:cNvPr id="303" name="Google Shape;303;p72"/>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 name="Google Shape;304;p72"/>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5" name="Google Shape;305;p72"/>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306" name="Shape 306"/>
        <p:cNvGrpSpPr/>
        <p:nvPr/>
      </p:nvGrpSpPr>
      <p:grpSpPr>
        <a:xfrm>
          <a:off x="0" y="0"/>
          <a:ext cx="0" cy="0"/>
          <a:chOff x="0" y="0"/>
          <a:chExt cx="0" cy="0"/>
        </a:xfrm>
      </p:grpSpPr>
      <p:sp>
        <p:nvSpPr>
          <p:cNvPr id="307" name="Google Shape;307;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08" name="Google Shape;308;p73"/>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309" name="Shape 309"/>
        <p:cNvGrpSpPr/>
        <p:nvPr/>
      </p:nvGrpSpPr>
      <p:grpSpPr>
        <a:xfrm>
          <a:off x="0" y="0"/>
          <a:ext cx="0" cy="0"/>
          <a:chOff x="0" y="0"/>
          <a:chExt cx="0" cy="0"/>
        </a:xfrm>
      </p:grpSpPr>
      <p:sp>
        <p:nvSpPr>
          <p:cNvPr id="310" name="Google Shape;310;p74"/>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1" name="Google Shape;311;p74"/>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12" name="Google Shape;312;p74"/>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13" name="Google Shape;313;p74"/>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 name="Google Shape;314;p74"/>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74"/>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 name="Google Shape;316;p74"/>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7" name="Google Shape;317;p74"/>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318" name="Shape 318"/>
        <p:cNvGrpSpPr/>
        <p:nvPr/>
      </p:nvGrpSpPr>
      <p:grpSpPr>
        <a:xfrm>
          <a:off x="0" y="0"/>
          <a:ext cx="0" cy="0"/>
          <a:chOff x="0" y="0"/>
          <a:chExt cx="0" cy="0"/>
        </a:xfrm>
      </p:grpSpPr>
      <p:sp>
        <p:nvSpPr>
          <p:cNvPr id="319" name="Google Shape;319;p75"/>
          <p:cNvSpPr/>
          <p:nvPr>
            <p:ph idx="2" type="pic"/>
          </p:nvPr>
        </p:nvSpPr>
        <p:spPr>
          <a:xfrm>
            <a:off x="0" y="-7067"/>
            <a:ext cx="12192000" cy="3743325"/>
          </a:xfrm>
          <a:prstGeom prst="rect">
            <a:avLst/>
          </a:prstGeom>
          <a:noFill/>
          <a:ln>
            <a:noFill/>
          </a:ln>
        </p:spPr>
      </p:sp>
      <p:sp>
        <p:nvSpPr>
          <p:cNvPr id="320" name="Google Shape;320;p75"/>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1" name="Google Shape;321;p75"/>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2" name="Google Shape;322;p75"/>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3" name="Google Shape;323;p75"/>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4" name="Google Shape;324;p75"/>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5" name="Google Shape;325;p75"/>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6" name="Google Shape;326;p75"/>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7" name="Google Shape;327;p75"/>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8" name="Google Shape;328;p75"/>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9" name="Google Shape;329;p75"/>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30" name="Google Shape;330;p75"/>
          <p:cNvGraphicFramePr/>
          <p:nvPr/>
        </p:nvGraphicFramePr>
        <p:xfrm>
          <a:off x="2128110" y="2485373"/>
          <a:ext cx="2283579" cy="1522386"/>
        </p:xfrm>
        <a:graphic>
          <a:graphicData uri="http://schemas.openxmlformats.org/drawingml/2006/chart">
            <c:chart r:id="rId2"/>
          </a:graphicData>
        </a:graphic>
      </p:graphicFrame>
      <p:sp>
        <p:nvSpPr>
          <p:cNvPr id="331" name="Google Shape;331;p75"/>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2" name="Google Shape;332;p75"/>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33" name="Google Shape;333;p75"/>
          <p:cNvGraphicFramePr/>
          <p:nvPr/>
        </p:nvGraphicFramePr>
        <p:xfrm>
          <a:off x="4956596" y="2485373"/>
          <a:ext cx="2283579" cy="1522386"/>
        </p:xfrm>
        <a:graphic>
          <a:graphicData uri="http://schemas.openxmlformats.org/drawingml/2006/chart">
            <c:chart r:id="rId3"/>
          </a:graphicData>
        </a:graphic>
      </p:graphicFrame>
      <p:sp>
        <p:nvSpPr>
          <p:cNvPr id="334" name="Google Shape;334;p75"/>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5" name="Google Shape;335;p75"/>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36" name="Google Shape;336;p75"/>
          <p:cNvGraphicFramePr/>
          <p:nvPr/>
        </p:nvGraphicFramePr>
        <p:xfrm>
          <a:off x="7771209" y="2472275"/>
          <a:ext cx="2283579" cy="1522386"/>
        </p:xfrm>
        <a:graphic>
          <a:graphicData uri="http://schemas.openxmlformats.org/drawingml/2006/chart">
            <c:chart r:id="rId4"/>
          </a:graphicData>
        </a:graphic>
      </p:graphicFrame>
      <p:sp>
        <p:nvSpPr>
          <p:cNvPr id="337" name="Google Shape;337;p75"/>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8" name="Google Shape;338;p75"/>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75"/>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75"/>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1" name="Google Shape;341;p75"/>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2" name="Google Shape;342;p75"/>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75"/>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4" name="Google Shape;344;p75"/>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5" name="Google Shape;345;p75"/>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6" name="Google Shape;346;p75"/>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75"/>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8" name="Google Shape;348;p75"/>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75"/>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0" name="Google Shape;350;p75"/>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51" name="Google Shape;351;p75"/>
          <p:cNvGraphicFramePr/>
          <p:nvPr/>
        </p:nvGraphicFramePr>
        <p:xfrm>
          <a:off x="696554" y="3246336"/>
          <a:ext cx="2283579" cy="1522386"/>
        </p:xfrm>
        <a:graphic>
          <a:graphicData uri="http://schemas.openxmlformats.org/drawingml/2006/chart">
            <c:chart r:id="rId5"/>
          </a:graphicData>
        </a:graphic>
      </p:graphicFrame>
      <p:sp>
        <p:nvSpPr>
          <p:cNvPr id="352" name="Google Shape;352;p75"/>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3" name="Google Shape;353;p75"/>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54" name="Google Shape;354;p75"/>
          <p:cNvGraphicFramePr/>
          <p:nvPr/>
        </p:nvGraphicFramePr>
        <p:xfrm>
          <a:off x="3527104" y="3184215"/>
          <a:ext cx="2283579" cy="1522386"/>
        </p:xfrm>
        <a:graphic>
          <a:graphicData uri="http://schemas.openxmlformats.org/drawingml/2006/chart">
            <c:chart r:id="rId6"/>
          </a:graphicData>
        </a:graphic>
      </p:graphicFrame>
      <p:sp>
        <p:nvSpPr>
          <p:cNvPr id="355" name="Google Shape;355;p75"/>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6" name="Google Shape;356;p75"/>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57" name="Google Shape;357;p75"/>
          <p:cNvGraphicFramePr/>
          <p:nvPr/>
        </p:nvGraphicFramePr>
        <p:xfrm>
          <a:off x="6373338" y="3195523"/>
          <a:ext cx="2283579" cy="1522386"/>
        </p:xfrm>
        <a:graphic>
          <a:graphicData uri="http://schemas.openxmlformats.org/drawingml/2006/chart">
            <c:chart r:id="rId7"/>
          </a:graphicData>
        </a:graphic>
      </p:graphicFrame>
      <p:sp>
        <p:nvSpPr>
          <p:cNvPr id="358" name="Google Shape;358;p75"/>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9" name="Google Shape;359;p75"/>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60" name="Google Shape;360;p75"/>
          <p:cNvGraphicFramePr/>
          <p:nvPr/>
        </p:nvGraphicFramePr>
        <p:xfrm>
          <a:off x="9222809" y="3173171"/>
          <a:ext cx="2283579" cy="1522386"/>
        </p:xfrm>
        <a:graphic>
          <a:graphicData uri="http://schemas.openxmlformats.org/drawingml/2006/chart">
            <c:chart r:id="rId8"/>
          </a:graphicData>
        </a:graphic>
      </p:graphicFrame>
      <p:sp>
        <p:nvSpPr>
          <p:cNvPr id="361" name="Google Shape;361;p75"/>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2" name="Google Shape;362;p75"/>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363" name="Shape 363"/>
        <p:cNvGrpSpPr/>
        <p:nvPr/>
      </p:nvGrpSpPr>
      <p:grpSpPr>
        <a:xfrm>
          <a:off x="0" y="0"/>
          <a:ext cx="0" cy="0"/>
          <a:chOff x="0" y="0"/>
          <a:chExt cx="0" cy="0"/>
        </a:xfrm>
      </p:grpSpPr>
      <p:sp>
        <p:nvSpPr>
          <p:cNvPr id="364" name="Google Shape;364;p76"/>
          <p:cNvSpPr/>
          <p:nvPr>
            <p:ph idx="2" type="pic"/>
          </p:nvPr>
        </p:nvSpPr>
        <p:spPr>
          <a:xfrm>
            <a:off x="0" y="-7067"/>
            <a:ext cx="12192000" cy="3743325"/>
          </a:xfrm>
          <a:prstGeom prst="rect">
            <a:avLst/>
          </a:prstGeom>
          <a:noFill/>
          <a:ln>
            <a:noFill/>
          </a:ln>
        </p:spPr>
      </p:sp>
      <p:sp>
        <p:nvSpPr>
          <p:cNvPr id="365" name="Google Shape;365;p76"/>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6" name="Google Shape;366;p76"/>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67" name="Google Shape;367;p76"/>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8" name="Google Shape;368;p76"/>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69" name="Google Shape;369;p76"/>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70" name="Google Shape;370;p76"/>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71" name="Google Shape;371;p76"/>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72" name="Google Shape;372;p76"/>
          <p:cNvGraphicFramePr/>
          <p:nvPr/>
        </p:nvGraphicFramePr>
        <p:xfrm>
          <a:off x="3509441" y="2485373"/>
          <a:ext cx="2283579" cy="1522386"/>
        </p:xfrm>
        <a:graphic>
          <a:graphicData uri="http://schemas.openxmlformats.org/drawingml/2006/chart">
            <c:chart r:id="rId2"/>
          </a:graphicData>
        </a:graphic>
      </p:graphicFrame>
      <p:sp>
        <p:nvSpPr>
          <p:cNvPr id="373" name="Google Shape;373;p76"/>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4" name="Google Shape;374;p76"/>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75" name="Google Shape;375;p76"/>
          <p:cNvGraphicFramePr/>
          <p:nvPr/>
        </p:nvGraphicFramePr>
        <p:xfrm>
          <a:off x="6337927" y="2485373"/>
          <a:ext cx="2283579" cy="1522386"/>
        </p:xfrm>
        <a:graphic>
          <a:graphicData uri="http://schemas.openxmlformats.org/drawingml/2006/chart">
            <c:chart r:id="rId3"/>
          </a:graphicData>
        </a:graphic>
      </p:graphicFrame>
      <p:sp>
        <p:nvSpPr>
          <p:cNvPr id="376" name="Google Shape;376;p76"/>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7" name="Google Shape;377;p76"/>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8" name="Google Shape;378;p76"/>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76"/>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76"/>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76"/>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76"/>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3" name="Google Shape;383;p76"/>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4" name="Google Shape;384;p76"/>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5" name="Google Shape;385;p76"/>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6" name="Google Shape;386;p76"/>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87" name="Google Shape;387;p76"/>
          <p:cNvGraphicFramePr/>
          <p:nvPr/>
        </p:nvGraphicFramePr>
        <p:xfrm>
          <a:off x="2077885" y="3246336"/>
          <a:ext cx="2283579" cy="1522386"/>
        </p:xfrm>
        <a:graphic>
          <a:graphicData uri="http://schemas.openxmlformats.org/drawingml/2006/chart">
            <c:chart r:id="rId4"/>
          </a:graphicData>
        </a:graphic>
      </p:graphicFrame>
      <p:sp>
        <p:nvSpPr>
          <p:cNvPr id="388" name="Google Shape;388;p76"/>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9" name="Google Shape;389;p76"/>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90" name="Google Shape;390;p76"/>
          <p:cNvGraphicFramePr/>
          <p:nvPr/>
        </p:nvGraphicFramePr>
        <p:xfrm>
          <a:off x="4908435" y="3184215"/>
          <a:ext cx="2283579" cy="1522386"/>
        </p:xfrm>
        <a:graphic>
          <a:graphicData uri="http://schemas.openxmlformats.org/drawingml/2006/chart">
            <c:chart r:id="rId5"/>
          </a:graphicData>
        </a:graphic>
      </p:graphicFrame>
      <p:sp>
        <p:nvSpPr>
          <p:cNvPr id="391" name="Google Shape;391;p76"/>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2" name="Google Shape;392;p76"/>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93" name="Google Shape;393;p76"/>
          <p:cNvGraphicFramePr/>
          <p:nvPr/>
        </p:nvGraphicFramePr>
        <p:xfrm>
          <a:off x="7754669" y="3195523"/>
          <a:ext cx="2283579" cy="1522386"/>
        </p:xfrm>
        <a:graphic>
          <a:graphicData uri="http://schemas.openxmlformats.org/drawingml/2006/chart">
            <c:chart r:id="rId6"/>
          </a:graphicData>
        </a:graphic>
      </p:graphicFrame>
      <p:sp>
        <p:nvSpPr>
          <p:cNvPr id="394" name="Google Shape;394;p76"/>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5" name="Google Shape;395;p76"/>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396" name="Shape 396"/>
        <p:cNvGrpSpPr/>
        <p:nvPr/>
      </p:nvGrpSpPr>
      <p:grpSpPr>
        <a:xfrm>
          <a:off x="0" y="0"/>
          <a:ext cx="0" cy="0"/>
          <a:chOff x="0" y="0"/>
          <a:chExt cx="0" cy="0"/>
        </a:xfrm>
      </p:grpSpPr>
      <p:sp>
        <p:nvSpPr>
          <p:cNvPr id="397" name="Google Shape;397;p77"/>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98" name="Google Shape;398;p77"/>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399" name="Google Shape;399;p77"/>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0" name="Google Shape;400;p77"/>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1" name="Google Shape;401;p77"/>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02" name="Google Shape;402;p77"/>
          <p:cNvCxnSpPr>
            <a:endCxn id="403"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404" name="Google Shape;404;p77"/>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77"/>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6" name="Google Shape;406;p77"/>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07" name="Google Shape;407;p77"/>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03" name="Google Shape;403;p77"/>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08" name="Google Shape;408;p77"/>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09" name="Google Shape;409;p77"/>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410" name="Google Shape;410;p77"/>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1" name="Google Shape;411;p77"/>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2" name="Google Shape;412;p77"/>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3" name="Google Shape;413;p77"/>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77"/>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5" name="Google Shape;415;p77"/>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77"/>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17" name="Google Shape;417;p77"/>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18" name="Google Shape;418;p77"/>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19" name="Google Shape;419;p77"/>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0" name="Google Shape;420;p77"/>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1" name="Google Shape;421;p77"/>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2" name="Google Shape;422;p77"/>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23" name="Google Shape;423;p77"/>
          <p:cNvCxnSpPr>
            <a:endCxn id="424"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425" name="Google Shape;425;p77"/>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26" name="Google Shape;426;p77"/>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24" name="Google Shape;424;p77"/>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27" name="Google Shape;427;p77"/>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77"/>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9" name="Google Shape;429;p77"/>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0" name="Google Shape;430;p77"/>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31" name="Google Shape;431;p77"/>
          <p:cNvCxnSpPr>
            <a:endCxn id="432"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433" name="Google Shape;433;p77"/>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34" name="Google Shape;434;p77"/>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32" name="Google Shape;432;p77"/>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35" name="Google Shape;435;p77"/>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6" name="Google Shape;436;p77"/>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7" name="Google Shape;437;p77"/>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8" name="Google Shape;438;p77"/>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39" name="Google Shape;439;p77"/>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440" name="Google Shape;440;p77"/>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41" name="Google Shape;441;p77"/>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42" name="Google Shape;442;p77"/>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443" name="Google Shape;443;p77"/>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4" name="Google Shape;444;p77"/>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5" name="Google Shape;445;p77"/>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6" name="Google Shape;446;p77"/>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447" name="Shape 447"/>
        <p:cNvGrpSpPr/>
        <p:nvPr/>
      </p:nvGrpSpPr>
      <p:grpSpPr>
        <a:xfrm>
          <a:off x="0" y="0"/>
          <a:ext cx="0" cy="0"/>
          <a:chOff x="0" y="0"/>
          <a:chExt cx="0" cy="0"/>
        </a:xfrm>
      </p:grpSpPr>
      <p:sp>
        <p:nvSpPr>
          <p:cNvPr id="448" name="Google Shape;448;p78"/>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49" name="Google Shape;449;p78"/>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450" name="Google Shape;450;p78"/>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1" name="Google Shape;451;p78"/>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52" name="Google Shape;452;p78"/>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453" name="Google Shape;453;p78"/>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4" name="Google Shape;454;p78"/>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5" name="Google Shape;455;p78"/>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6" name="Google Shape;456;p78"/>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7" name="Google Shape;457;p78"/>
          <p:cNvSpPr/>
          <p:nvPr/>
        </p:nvSpPr>
        <p:spPr>
          <a:xfrm>
            <a:off x="2739923"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58" name="Google Shape;458;p78"/>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9" name="Google Shape;459;p78"/>
          <p:cNvSpPr/>
          <p:nvPr/>
        </p:nvSpPr>
        <p:spPr>
          <a:xfrm>
            <a:off x="4299531"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60" name="Google Shape;460;p78"/>
          <p:cNvSpPr/>
          <p:nvPr/>
        </p:nvSpPr>
        <p:spPr>
          <a:xfrm>
            <a:off x="5865157"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61" name="Google Shape;461;p78"/>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2" name="Google Shape;462;p78"/>
          <p:cNvSpPr/>
          <p:nvPr/>
        </p:nvSpPr>
        <p:spPr>
          <a:xfrm>
            <a:off x="7428958"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63" name="Google Shape;463;p78"/>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4" name="Google Shape;464;p78"/>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5" name="Google Shape;465;p78"/>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6" name="Google Shape;466;p78"/>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78"/>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8" name="Google Shape;468;p78"/>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9" name="Google Shape;469;p78"/>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0" name="Google Shape;470;p78"/>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1" name="Google Shape;471;p78"/>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2" name="Google Shape;472;p78"/>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3" name="Google Shape;473;p78"/>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4" name="Google Shape;474;p78"/>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475" name="Shape 475"/>
        <p:cNvGrpSpPr/>
        <p:nvPr/>
      </p:nvGrpSpPr>
      <p:grpSpPr>
        <a:xfrm>
          <a:off x="0" y="0"/>
          <a:ext cx="0" cy="0"/>
          <a:chOff x="0" y="0"/>
          <a:chExt cx="0" cy="0"/>
        </a:xfrm>
      </p:grpSpPr>
      <p:cxnSp>
        <p:nvCxnSpPr>
          <p:cNvPr id="476" name="Google Shape;476;p79"/>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477" name="Google Shape;477;p79"/>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78" name="Google Shape;478;p79"/>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479" name="Google Shape;479;p79"/>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80" name="Google Shape;480;p79"/>
          <p:cNvCxnSpPr>
            <a:stCxn id="479"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481" name="Google Shape;481;p79"/>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82" name="Google Shape;482;p79"/>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483" name="Google Shape;483;p79"/>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484" name="Google Shape;484;p79"/>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85" name="Google Shape;485;p79"/>
          <p:cNvCxnSpPr>
            <a:endCxn id="484"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486" name="Google Shape;486;p79"/>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87" name="Google Shape;487;p79"/>
          <p:cNvCxnSpPr>
            <a:stCxn id="486"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488" name="Google Shape;488;p79"/>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89" name="Google Shape;489;p79"/>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490" name="Google Shape;490;p79"/>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1" name="Google Shape;491;p79"/>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2" name="Google Shape;492;p79"/>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3" name="Google Shape;493;p79"/>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4" name="Google Shape;494;p79"/>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5" name="Google Shape;495;p79"/>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6" name="Google Shape;496;p79"/>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7" name="Google Shape;497;p79"/>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8" name="Google Shape;498;p79"/>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9" name="Google Shape;499;p79"/>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0" name="Google Shape;500;p79"/>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1" name="Google Shape;501;p79"/>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2" name="Google Shape;502;p79"/>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3" name="Google Shape;503;p79"/>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4" name="Google Shape;504;p79"/>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5" name="Google Shape;505;p79"/>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6" name="Google Shape;506;p79"/>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7" name="Google Shape;507;p79"/>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8" name="Google Shape;508;p79"/>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9" name="Google Shape;509;p79"/>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0" name="Google Shape;510;p79"/>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1" name="Google Shape;511;p79"/>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2" name="Google Shape;512;p79"/>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3" name="Google Shape;513;p79"/>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4" name="Google Shape;514;p79"/>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5" name="Google Shape;515;p79"/>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6" name="Google Shape;516;p79"/>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7" name="Google Shape;517;p79"/>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8" name="Google Shape;518;p79"/>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519" name="Shape 519"/>
        <p:cNvGrpSpPr/>
        <p:nvPr/>
      </p:nvGrpSpPr>
      <p:grpSpPr>
        <a:xfrm>
          <a:off x="0" y="0"/>
          <a:ext cx="0" cy="0"/>
          <a:chOff x="0" y="0"/>
          <a:chExt cx="0" cy="0"/>
        </a:xfrm>
      </p:grpSpPr>
      <p:sp>
        <p:nvSpPr>
          <p:cNvPr id="520" name="Google Shape;520;p80"/>
          <p:cNvSpPr/>
          <p:nvPr>
            <p:ph idx="2" type="pic"/>
          </p:nvPr>
        </p:nvSpPr>
        <p:spPr>
          <a:xfrm>
            <a:off x="-2223246" y="-12411263"/>
            <a:ext cx="16566776" cy="14544863"/>
          </a:xfrm>
          <a:prstGeom prst="ellipse">
            <a:avLst/>
          </a:prstGeom>
          <a:noFill/>
          <a:ln>
            <a:noFill/>
          </a:ln>
        </p:spPr>
      </p:sp>
      <p:sp>
        <p:nvSpPr>
          <p:cNvPr id="521" name="Google Shape;521;p80"/>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2" name="Google Shape;522;p80"/>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3" name="Google Shape;523;p80"/>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524" name="Shape 524"/>
        <p:cNvGrpSpPr/>
        <p:nvPr/>
      </p:nvGrpSpPr>
      <p:grpSpPr>
        <a:xfrm>
          <a:off x="0" y="0"/>
          <a:ext cx="0" cy="0"/>
          <a:chOff x="0" y="0"/>
          <a:chExt cx="0" cy="0"/>
        </a:xfrm>
      </p:grpSpPr>
      <p:sp>
        <p:nvSpPr>
          <p:cNvPr id="525" name="Google Shape;525;p81"/>
          <p:cNvSpPr/>
          <p:nvPr>
            <p:ph idx="2" type="pic"/>
          </p:nvPr>
        </p:nvSpPr>
        <p:spPr>
          <a:xfrm>
            <a:off x="4598435" y="3203575"/>
            <a:ext cx="2462213" cy="2851150"/>
          </a:xfrm>
          <a:prstGeom prst="rect">
            <a:avLst/>
          </a:prstGeom>
          <a:solidFill>
            <a:srgbClr val="F2F2F2"/>
          </a:solidFill>
          <a:ln>
            <a:noFill/>
          </a:ln>
        </p:spPr>
      </p:sp>
      <p:sp>
        <p:nvSpPr>
          <p:cNvPr id="526" name="Google Shape;526;p8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7" name="Google Shape;527;p81"/>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8" name="Google Shape;528;p81"/>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29" name="Google Shape;529;p81"/>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0" name="Google Shape;530;p81"/>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1" name="Google Shape;531;p81"/>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2" name="Google Shape;532;p81"/>
          <p:cNvSpPr/>
          <p:nvPr>
            <p:ph idx="6" type="pic"/>
          </p:nvPr>
        </p:nvSpPr>
        <p:spPr>
          <a:xfrm>
            <a:off x="7162373" y="3203575"/>
            <a:ext cx="2462213" cy="2851150"/>
          </a:xfrm>
          <a:prstGeom prst="rect">
            <a:avLst/>
          </a:prstGeom>
          <a:solidFill>
            <a:srgbClr val="F2F2F2"/>
          </a:solidFill>
          <a:ln>
            <a:noFill/>
          </a:ln>
        </p:spPr>
      </p:sp>
      <p:sp>
        <p:nvSpPr>
          <p:cNvPr id="533" name="Google Shape;533;p81"/>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4" name="Google Shape;534;p81"/>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5" name="Google Shape;535;p81"/>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6" name="Google Shape;536;p81"/>
          <p:cNvSpPr/>
          <p:nvPr>
            <p:ph idx="13" type="pic"/>
          </p:nvPr>
        </p:nvSpPr>
        <p:spPr>
          <a:xfrm>
            <a:off x="9729787" y="3203575"/>
            <a:ext cx="2462213" cy="2851150"/>
          </a:xfrm>
          <a:prstGeom prst="rect">
            <a:avLst/>
          </a:prstGeom>
          <a:solidFill>
            <a:srgbClr val="F2F2F2"/>
          </a:solidFill>
          <a:ln>
            <a:noFill/>
          </a:ln>
        </p:spPr>
      </p:sp>
      <p:sp>
        <p:nvSpPr>
          <p:cNvPr id="537" name="Google Shape;537;p81"/>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8" name="Google Shape;538;p81"/>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9" name="Google Shape;539;p81"/>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0" name="Google Shape;540;p81"/>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541" name="Google Shape;541;p81"/>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542" name="Google Shape;542;p81"/>
          <p:cNvSpPr/>
          <p:nvPr>
            <p:ph idx="17" type="pic"/>
          </p:nvPr>
        </p:nvSpPr>
        <p:spPr>
          <a:xfrm>
            <a:off x="2030510" y="2372361"/>
            <a:ext cx="2462213" cy="3682364"/>
          </a:xfrm>
          <a:prstGeom prst="rect">
            <a:avLst/>
          </a:prstGeom>
          <a:solidFill>
            <a:schemeClr val="dk2"/>
          </a:solidFill>
          <a:ln>
            <a:noFill/>
          </a:ln>
        </p:spPr>
      </p:sp>
      <p:sp>
        <p:nvSpPr>
          <p:cNvPr id="543" name="Google Shape;543;p81"/>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4" name="Google Shape;544;p81"/>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5" name="Google Shape;545;p81"/>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6" name="Google Shape;546;p81"/>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547" name="Shape 547"/>
        <p:cNvGrpSpPr/>
        <p:nvPr/>
      </p:nvGrpSpPr>
      <p:grpSpPr>
        <a:xfrm>
          <a:off x="0" y="0"/>
          <a:ext cx="0" cy="0"/>
          <a:chOff x="0" y="0"/>
          <a:chExt cx="0" cy="0"/>
        </a:xfrm>
      </p:grpSpPr>
      <p:sp>
        <p:nvSpPr>
          <p:cNvPr id="548" name="Google Shape;548;p82"/>
          <p:cNvSpPr/>
          <p:nvPr>
            <p:ph idx="2" type="pic"/>
          </p:nvPr>
        </p:nvSpPr>
        <p:spPr>
          <a:xfrm>
            <a:off x="2028825" y="3203575"/>
            <a:ext cx="2462213" cy="2851150"/>
          </a:xfrm>
          <a:prstGeom prst="rect">
            <a:avLst/>
          </a:prstGeom>
          <a:solidFill>
            <a:srgbClr val="F2F2F2"/>
          </a:solidFill>
          <a:ln>
            <a:noFill/>
          </a:ln>
        </p:spPr>
      </p:sp>
      <p:sp>
        <p:nvSpPr>
          <p:cNvPr id="549" name="Google Shape;549;p82"/>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550" name="Google Shape;550;p82"/>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551" name="Google Shape;551;p82"/>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2" name="Google Shape;552;p82"/>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3" name="Google Shape;553;p82"/>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54" name="Google Shape;554;p82"/>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5" name="Google Shape;555;p82"/>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6" name="Google Shape;556;p82"/>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7" name="Google Shape;557;p82"/>
          <p:cNvSpPr/>
          <p:nvPr>
            <p:ph idx="6" type="pic"/>
          </p:nvPr>
        </p:nvSpPr>
        <p:spPr>
          <a:xfrm>
            <a:off x="4595599" y="2372361"/>
            <a:ext cx="2462213" cy="3682364"/>
          </a:xfrm>
          <a:prstGeom prst="rect">
            <a:avLst/>
          </a:prstGeom>
          <a:solidFill>
            <a:schemeClr val="dk2"/>
          </a:solidFill>
          <a:ln>
            <a:noFill/>
          </a:ln>
        </p:spPr>
      </p:sp>
      <p:sp>
        <p:nvSpPr>
          <p:cNvPr id="558" name="Google Shape;558;p82"/>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9" name="Google Shape;559;p82"/>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0" name="Google Shape;560;p82"/>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1" name="Google Shape;561;p82"/>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2" name="Google Shape;562;p82"/>
          <p:cNvSpPr/>
          <p:nvPr>
            <p:ph idx="14" type="pic"/>
          </p:nvPr>
        </p:nvSpPr>
        <p:spPr>
          <a:xfrm>
            <a:off x="7162373" y="3203575"/>
            <a:ext cx="2462213" cy="2851150"/>
          </a:xfrm>
          <a:prstGeom prst="rect">
            <a:avLst/>
          </a:prstGeom>
          <a:solidFill>
            <a:srgbClr val="F2F2F2"/>
          </a:solidFill>
          <a:ln>
            <a:noFill/>
          </a:ln>
        </p:spPr>
      </p:sp>
      <p:sp>
        <p:nvSpPr>
          <p:cNvPr id="563" name="Google Shape;563;p82"/>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4" name="Google Shape;564;p82"/>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5" name="Google Shape;565;p82"/>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6" name="Google Shape;566;p82"/>
          <p:cNvSpPr/>
          <p:nvPr>
            <p:ph idx="18" type="pic"/>
          </p:nvPr>
        </p:nvSpPr>
        <p:spPr>
          <a:xfrm>
            <a:off x="9729787" y="3203575"/>
            <a:ext cx="2462213" cy="2851150"/>
          </a:xfrm>
          <a:prstGeom prst="rect">
            <a:avLst/>
          </a:prstGeom>
          <a:solidFill>
            <a:srgbClr val="F2F2F2"/>
          </a:solidFill>
          <a:ln>
            <a:noFill/>
          </a:ln>
        </p:spPr>
      </p:sp>
      <p:sp>
        <p:nvSpPr>
          <p:cNvPr id="567" name="Google Shape;567;p82"/>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8" name="Google Shape;568;p82"/>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9" name="Google Shape;569;p82"/>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570" name="Shape 570"/>
        <p:cNvGrpSpPr/>
        <p:nvPr/>
      </p:nvGrpSpPr>
      <p:grpSpPr>
        <a:xfrm>
          <a:off x="0" y="0"/>
          <a:ext cx="0" cy="0"/>
          <a:chOff x="0" y="0"/>
          <a:chExt cx="0" cy="0"/>
        </a:xfrm>
      </p:grpSpPr>
      <p:sp>
        <p:nvSpPr>
          <p:cNvPr id="571" name="Google Shape;571;p83"/>
          <p:cNvSpPr/>
          <p:nvPr>
            <p:ph idx="2" type="pic"/>
          </p:nvPr>
        </p:nvSpPr>
        <p:spPr>
          <a:xfrm>
            <a:off x="2028825" y="3203575"/>
            <a:ext cx="2462213" cy="2851150"/>
          </a:xfrm>
          <a:prstGeom prst="rect">
            <a:avLst/>
          </a:prstGeom>
          <a:solidFill>
            <a:srgbClr val="F2F2F2"/>
          </a:solidFill>
          <a:ln>
            <a:noFill/>
          </a:ln>
        </p:spPr>
      </p:sp>
      <p:sp>
        <p:nvSpPr>
          <p:cNvPr id="572" name="Google Shape;572;p83"/>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573" name="Google Shape;573;p83"/>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574" name="Google Shape;574;p83"/>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5" name="Google Shape;575;p83"/>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6" name="Google Shape;576;p83"/>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77" name="Google Shape;577;p83"/>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8" name="Google Shape;578;p83"/>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9" name="Google Shape;579;p83"/>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0" name="Google Shape;580;p83"/>
          <p:cNvSpPr/>
          <p:nvPr>
            <p:ph idx="6" type="pic"/>
          </p:nvPr>
        </p:nvSpPr>
        <p:spPr>
          <a:xfrm>
            <a:off x="7162373" y="2372361"/>
            <a:ext cx="2462213" cy="3682364"/>
          </a:xfrm>
          <a:prstGeom prst="rect">
            <a:avLst/>
          </a:prstGeom>
          <a:solidFill>
            <a:schemeClr val="dk2"/>
          </a:solidFill>
          <a:ln>
            <a:noFill/>
          </a:ln>
        </p:spPr>
      </p:sp>
      <p:sp>
        <p:nvSpPr>
          <p:cNvPr id="581" name="Google Shape;581;p83"/>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2" name="Google Shape;582;p83"/>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3" name="Google Shape;583;p83"/>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4" name="Google Shape;584;p83"/>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5" name="Google Shape;585;p83"/>
          <p:cNvSpPr/>
          <p:nvPr>
            <p:ph idx="14" type="pic"/>
          </p:nvPr>
        </p:nvSpPr>
        <p:spPr>
          <a:xfrm>
            <a:off x="4597124" y="3203575"/>
            <a:ext cx="2462213" cy="2851150"/>
          </a:xfrm>
          <a:prstGeom prst="rect">
            <a:avLst/>
          </a:prstGeom>
          <a:solidFill>
            <a:srgbClr val="F2F2F2"/>
          </a:solidFill>
          <a:ln>
            <a:noFill/>
          </a:ln>
        </p:spPr>
      </p:sp>
      <p:sp>
        <p:nvSpPr>
          <p:cNvPr id="586" name="Google Shape;586;p83"/>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7" name="Google Shape;587;p83"/>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8" name="Google Shape;588;p83"/>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9" name="Google Shape;589;p83"/>
          <p:cNvSpPr/>
          <p:nvPr>
            <p:ph idx="18" type="pic"/>
          </p:nvPr>
        </p:nvSpPr>
        <p:spPr>
          <a:xfrm>
            <a:off x="9729787" y="3203575"/>
            <a:ext cx="2462213" cy="2851150"/>
          </a:xfrm>
          <a:prstGeom prst="rect">
            <a:avLst/>
          </a:prstGeom>
          <a:solidFill>
            <a:srgbClr val="F2F2F2"/>
          </a:solidFill>
          <a:ln>
            <a:noFill/>
          </a:ln>
        </p:spPr>
      </p:sp>
      <p:sp>
        <p:nvSpPr>
          <p:cNvPr id="590" name="Google Shape;590;p83"/>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1" name="Google Shape;591;p83"/>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2" name="Google Shape;592;p83"/>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593" name="Shape 593"/>
        <p:cNvGrpSpPr/>
        <p:nvPr/>
      </p:nvGrpSpPr>
      <p:grpSpPr>
        <a:xfrm>
          <a:off x="0" y="0"/>
          <a:ext cx="0" cy="0"/>
          <a:chOff x="0" y="0"/>
          <a:chExt cx="0" cy="0"/>
        </a:xfrm>
      </p:grpSpPr>
      <p:sp>
        <p:nvSpPr>
          <p:cNvPr id="594" name="Google Shape;594;p84"/>
          <p:cNvSpPr/>
          <p:nvPr>
            <p:ph idx="2" type="pic"/>
          </p:nvPr>
        </p:nvSpPr>
        <p:spPr>
          <a:xfrm>
            <a:off x="2028825" y="3203575"/>
            <a:ext cx="2462213" cy="2851150"/>
          </a:xfrm>
          <a:prstGeom prst="rect">
            <a:avLst/>
          </a:prstGeom>
          <a:solidFill>
            <a:srgbClr val="F2F2F2"/>
          </a:solidFill>
          <a:ln>
            <a:noFill/>
          </a:ln>
        </p:spPr>
      </p:sp>
      <p:sp>
        <p:nvSpPr>
          <p:cNvPr id="595" name="Google Shape;595;p84"/>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596" name="Google Shape;596;p84"/>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597" name="Google Shape;597;p8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8" name="Google Shape;598;p84"/>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9" name="Google Shape;599;p84"/>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00" name="Google Shape;600;p84"/>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1" name="Google Shape;601;p84"/>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2" name="Google Shape;602;p84"/>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3" name="Google Shape;603;p84"/>
          <p:cNvSpPr/>
          <p:nvPr>
            <p:ph idx="6" type="pic"/>
          </p:nvPr>
        </p:nvSpPr>
        <p:spPr>
          <a:xfrm>
            <a:off x="9729787" y="2372361"/>
            <a:ext cx="2462213" cy="3682364"/>
          </a:xfrm>
          <a:prstGeom prst="rect">
            <a:avLst/>
          </a:prstGeom>
          <a:solidFill>
            <a:schemeClr val="dk2"/>
          </a:solidFill>
          <a:ln>
            <a:noFill/>
          </a:ln>
        </p:spPr>
      </p:sp>
      <p:sp>
        <p:nvSpPr>
          <p:cNvPr id="604" name="Google Shape;604;p84"/>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5" name="Google Shape;605;p84"/>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6" name="Google Shape;606;p84"/>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7" name="Google Shape;607;p84"/>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8" name="Google Shape;608;p84"/>
          <p:cNvSpPr/>
          <p:nvPr>
            <p:ph idx="14" type="pic"/>
          </p:nvPr>
        </p:nvSpPr>
        <p:spPr>
          <a:xfrm>
            <a:off x="4597124" y="3203575"/>
            <a:ext cx="2462213" cy="2851150"/>
          </a:xfrm>
          <a:prstGeom prst="rect">
            <a:avLst/>
          </a:prstGeom>
          <a:solidFill>
            <a:srgbClr val="F2F2F2"/>
          </a:solidFill>
          <a:ln>
            <a:noFill/>
          </a:ln>
        </p:spPr>
      </p:sp>
      <p:sp>
        <p:nvSpPr>
          <p:cNvPr id="609" name="Google Shape;609;p84"/>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0" name="Google Shape;610;p84"/>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1" name="Google Shape;611;p84"/>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2" name="Google Shape;612;p84"/>
          <p:cNvSpPr/>
          <p:nvPr>
            <p:ph idx="18" type="pic"/>
          </p:nvPr>
        </p:nvSpPr>
        <p:spPr>
          <a:xfrm>
            <a:off x="7164858" y="3203575"/>
            <a:ext cx="2462213" cy="2851150"/>
          </a:xfrm>
          <a:prstGeom prst="rect">
            <a:avLst/>
          </a:prstGeom>
          <a:solidFill>
            <a:srgbClr val="F2F2F2"/>
          </a:solidFill>
          <a:ln>
            <a:noFill/>
          </a:ln>
        </p:spPr>
      </p:sp>
      <p:sp>
        <p:nvSpPr>
          <p:cNvPr id="613" name="Google Shape;613;p84"/>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4" name="Google Shape;614;p84"/>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5" name="Google Shape;615;p84"/>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616" name="Shape 616"/>
        <p:cNvGrpSpPr/>
        <p:nvPr/>
      </p:nvGrpSpPr>
      <p:grpSpPr>
        <a:xfrm>
          <a:off x="0" y="0"/>
          <a:ext cx="0" cy="0"/>
          <a:chOff x="0" y="0"/>
          <a:chExt cx="0" cy="0"/>
        </a:xfrm>
      </p:grpSpPr>
      <p:sp>
        <p:nvSpPr>
          <p:cNvPr id="617" name="Google Shape;617;p85"/>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618" name="Google Shape;618;p85"/>
          <p:cNvSpPr/>
          <p:nvPr>
            <p:ph idx="2" type="pic"/>
          </p:nvPr>
        </p:nvSpPr>
        <p:spPr>
          <a:xfrm>
            <a:off x="4469157" y="-1"/>
            <a:ext cx="7114233" cy="6868049"/>
          </a:xfrm>
          <a:prstGeom prst="rect">
            <a:avLst/>
          </a:prstGeom>
          <a:noFill/>
          <a:ln>
            <a:noFill/>
          </a:ln>
        </p:spPr>
      </p:sp>
      <p:sp>
        <p:nvSpPr>
          <p:cNvPr id="619" name="Google Shape;619;p85"/>
          <p:cNvSpPr/>
          <p:nvPr>
            <p:ph idx="3" type="pic"/>
          </p:nvPr>
        </p:nvSpPr>
        <p:spPr>
          <a:xfrm>
            <a:off x="6621458" y="4188053"/>
            <a:ext cx="4032071" cy="1773425"/>
          </a:xfrm>
          <a:prstGeom prst="rect">
            <a:avLst/>
          </a:prstGeom>
          <a:solidFill>
            <a:schemeClr val="dk2"/>
          </a:solidFill>
          <a:ln>
            <a:noFill/>
          </a:ln>
        </p:spPr>
      </p:sp>
      <p:sp>
        <p:nvSpPr>
          <p:cNvPr id="620" name="Google Shape;620;p85"/>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1" name="Google Shape;621;p85"/>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2" name="Google Shape;622;p85"/>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3" name="Google Shape;623;p85"/>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4" name="Google Shape;624;p85"/>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5" name="Google Shape;625;p85"/>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26" name="Google Shape;626;p85"/>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627" name="Google Shape;627;p85"/>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628" name="Google Shape;628;p85"/>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629" name="Google Shape;629;p85"/>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0" name="Google Shape;630;p85"/>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1" name="Google Shape;631;p85"/>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2" name="Google Shape;632;p85"/>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3" name="Google Shape;633;p85"/>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4" name="Google Shape;634;p85"/>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5" name="Google Shape;635;p85"/>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6" name="Google Shape;636;p85"/>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7" name="Google Shape;637;p85"/>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638" name="Shape 638"/>
        <p:cNvGrpSpPr/>
        <p:nvPr/>
      </p:nvGrpSpPr>
      <p:grpSpPr>
        <a:xfrm>
          <a:off x="0" y="0"/>
          <a:ext cx="0" cy="0"/>
          <a:chOff x="0" y="0"/>
          <a:chExt cx="0" cy="0"/>
        </a:xfrm>
      </p:grpSpPr>
      <p:sp>
        <p:nvSpPr>
          <p:cNvPr id="639" name="Google Shape;639;p86"/>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640" name="Google Shape;640;p86"/>
          <p:cNvSpPr/>
          <p:nvPr>
            <p:ph idx="2" type="pic"/>
          </p:nvPr>
        </p:nvSpPr>
        <p:spPr>
          <a:xfrm>
            <a:off x="4469157" y="-1"/>
            <a:ext cx="7114233" cy="6868049"/>
          </a:xfrm>
          <a:prstGeom prst="rect">
            <a:avLst/>
          </a:prstGeom>
          <a:noFill/>
          <a:ln>
            <a:noFill/>
          </a:ln>
        </p:spPr>
      </p:sp>
      <p:sp>
        <p:nvSpPr>
          <p:cNvPr id="641" name="Google Shape;641;p86"/>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b="1" sz="3200">
              <a:solidFill>
                <a:schemeClr val="dk1"/>
              </a:solidFill>
              <a:latin typeface="Barlow Medium"/>
              <a:ea typeface="Barlow Medium"/>
              <a:cs typeface="Barlow Medium"/>
              <a:sym typeface="Barlow Medium"/>
            </a:endParaRPr>
          </a:p>
        </p:txBody>
      </p:sp>
      <p:sp>
        <p:nvSpPr>
          <p:cNvPr id="642" name="Google Shape;642;p86"/>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43" name="Google Shape;643;p86"/>
          <p:cNvSpPr/>
          <p:nvPr>
            <p:ph idx="3" type="pic"/>
          </p:nvPr>
        </p:nvSpPr>
        <p:spPr>
          <a:xfrm>
            <a:off x="6621458" y="4188053"/>
            <a:ext cx="4032071" cy="1773425"/>
          </a:xfrm>
          <a:prstGeom prst="rect">
            <a:avLst/>
          </a:prstGeom>
          <a:solidFill>
            <a:schemeClr val="dk2"/>
          </a:solidFill>
          <a:ln>
            <a:noFill/>
          </a:ln>
        </p:spPr>
      </p:sp>
      <p:sp>
        <p:nvSpPr>
          <p:cNvPr id="644" name="Google Shape;644;p86"/>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5" name="Google Shape;645;p86"/>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6" name="Google Shape;646;p86"/>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647" name="Shape 647"/>
        <p:cNvGrpSpPr/>
        <p:nvPr/>
      </p:nvGrpSpPr>
      <p:grpSpPr>
        <a:xfrm>
          <a:off x="0" y="0"/>
          <a:ext cx="0" cy="0"/>
          <a:chOff x="0" y="0"/>
          <a:chExt cx="0" cy="0"/>
        </a:xfrm>
      </p:grpSpPr>
      <p:sp>
        <p:nvSpPr>
          <p:cNvPr id="648" name="Google Shape;648;p87"/>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9" name="Google Shape;649;p87"/>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50" name="Google Shape;650;p87"/>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651" name="Google Shape;651;p87"/>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652" name="Google Shape;652;p87"/>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653" name="Google Shape;653;p87"/>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654" name="Google Shape;654;p87"/>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5" name="Google Shape;655;p87"/>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6" name="Google Shape;656;p87"/>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57" name="Google Shape;657;p87"/>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658" name="Google Shape;658;p87"/>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659" name="Google Shape;659;p87"/>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0" name="Google Shape;660;p87"/>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1" name="Google Shape;661;p87"/>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62" name="Google Shape;662;p87"/>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663" name="Google Shape;663;p87"/>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664" name="Google Shape;664;p87"/>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5" name="Google Shape;665;p87"/>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6" name="Google Shape;666;p87"/>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667" name="Shape 667"/>
        <p:cNvGrpSpPr/>
        <p:nvPr/>
      </p:nvGrpSpPr>
      <p:grpSpPr>
        <a:xfrm>
          <a:off x="0" y="0"/>
          <a:ext cx="0" cy="0"/>
          <a:chOff x="0" y="0"/>
          <a:chExt cx="0" cy="0"/>
        </a:xfrm>
      </p:grpSpPr>
      <p:sp>
        <p:nvSpPr>
          <p:cNvPr id="668" name="Google Shape;668;p88"/>
          <p:cNvSpPr/>
          <p:nvPr>
            <p:ph idx="2" type="pic"/>
          </p:nvPr>
        </p:nvSpPr>
        <p:spPr>
          <a:xfrm>
            <a:off x="0" y="0"/>
            <a:ext cx="6295968" cy="6489229"/>
          </a:xfrm>
          <a:prstGeom prst="rect">
            <a:avLst/>
          </a:prstGeom>
          <a:noFill/>
          <a:ln>
            <a:noFill/>
          </a:ln>
        </p:spPr>
      </p:sp>
      <p:sp>
        <p:nvSpPr>
          <p:cNvPr id="669" name="Google Shape;669;p8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0" name="Google Shape;670;p88"/>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1" name="Google Shape;671;p88"/>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2" name="Google Shape;672;p88"/>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3" name="Google Shape;673;p88"/>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4" name="Google Shape;674;p88"/>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5" name="Google Shape;675;p88"/>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6" name="Google Shape;676;p88"/>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7" name="Google Shape;677;p88"/>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8" name="Google Shape;678;p88"/>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9" name="Google Shape;679;p88"/>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0" name="Google Shape;680;p88"/>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1" name="Google Shape;681;p88"/>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2" name="Google Shape;682;p88"/>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3" name="Google Shape;683;p88"/>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4" name="Google Shape;684;p88"/>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5" name="Google Shape;685;p88"/>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6" name="Google Shape;686;p88"/>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7" name="Google Shape;687;p88"/>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8" name="Google Shape;688;p88"/>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9" name="Google Shape;689;p88"/>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0" name="Google Shape;690;p88"/>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1" name="Google Shape;691;p88"/>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2" name="Google Shape;692;p88"/>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3" name="Google Shape;693;p88"/>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4" name="Google Shape;694;p88"/>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5" name="Google Shape;695;p88"/>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696" name="Shape 696"/>
        <p:cNvGrpSpPr/>
        <p:nvPr/>
      </p:nvGrpSpPr>
      <p:grpSpPr>
        <a:xfrm>
          <a:off x="0" y="0"/>
          <a:ext cx="0" cy="0"/>
          <a:chOff x="0" y="0"/>
          <a:chExt cx="0" cy="0"/>
        </a:xfrm>
      </p:grpSpPr>
      <p:sp>
        <p:nvSpPr>
          <p:cNvPr id="697" name="Google Shape;697;p89"/>
          <p:cNvSpPr/>
          <p:nvPr>
            <p:ph idx="2" type="pic"/>
          </p:nvPr>
        </p:nvSpPr>
        <p:spPr>
          <a:xfrm>
            <a:off x="0" y="0"/>
            <a:ext cx="6295968" cy="6489229"/>
          </a:xfrm>
          <a:prstGeom prst="rect">
            <a:avLst/>
          </a:prstGeom>
          <a:noFill/>
          <a:ln>
            <a:noFill/>
          </a:ln>
        </p:spPr>
      </p:sp>
      <p:sp>
        <p:nvSpPr>
          <p:cNvPr id="698" name="Google Shape;698;p8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9" name="Google Shape;699;p89"/>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0" name="Google Shape;700;p89"/>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1" name="Google Shape;701;p89"/>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2" name="Google Shape;702;p89"/>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3" name="Google Shape;703;p89"/>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4" name="Google Shape;704;p89"/>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5" name="Google Shape;705;p89"/>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6" name="Google Shape;706;p89"/>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7" name="Google Shape;707;p89"/>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8" name="Google Shape;708;p89"/>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9" name="Google Shape;709;p89"/>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0" name="Google Shape;710;p89"/>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1" name="Google Shape;711;p89"/>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2" name="Google Shape;712;p89"/>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3" name="Google Shape;713;p89"/>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4" name="Google Shape;714;p89"/>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5" name="Google Shape;715;p89"/>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6" name="Google Shape;716;p89"/>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7" name="Google Shape;717;p89"/>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8" name="Google Shape;718;p89"/>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9" name="Google Shape;719;p89"/>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720" name="Shape 720"/>
        <p:cNvGrpSpPr/>
        <p:nvPr/>
      </p:nvGrpSpPr>
      <p:grpSpPr>
        <a:xfrm>
          <a:off x="0" y="0"/>
          <a:ext cx="0" cy="0"/>
          <a:chOff x="0" y="0"/>
          <a:chExt cx="0" cy="0"/>
        </a:xfrm>
      </p:grpSpPr>
      <p:sp>
        <p:nvSpPr>
          <p:cNvPr id="721" name="Google Shape;721;p9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2" name="Google Shape;722;p90"/>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3" name="Google Shape;723;p90"/>
          <p:cNvSpPr/>
          <p:nvPr/>
        </p:nvSpPr>
        <p:spPr>
          <a:xfrm>
            <a:off x="1176045" y="1181122"/>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4" name="Google Shape;724;p90"/>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5" name="Google Shape;725;p90"/>
          <p:cNvSpPr txBox="1"/>
          <p:nvPr/>
        </p:nvSpPr>
        <p:spPr>
          <a:xfrm>
            <a:off x="5218761" y="1219592"/>
            <a:ext cx="6625239" cy="35061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726" name="Google Shape;726;p90"/>
          <p:cNvSpPr/>
          <p:nvPr>
            <p:ph idx="1"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7" name="Google Shape;727;p90"/>
          <p:cNvSpPr txBox="1"/>
          <p:nvPr>
            <p:ph idx="2" type="body"/>
          </p:nvPr>
        </p:nvSpPr>
        <p:spPr>
          <a:xfrm>
            <a:off x="5218761" y="1640345"/>
            <a:ext cx="6625239" cy="98283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8" name="Google Shape;728;p90"/>
          <p:cNvSpPr txBox="1"/>
          <p:nvPr>
            <p:ph idx="3" type="body"/>
          </p:nvPr>
        </p:nvSpPr>
        <p:spPr>
          <a:xfrm>
            <a:off x="5218761" y="1220516"/>
            <a:ext cx="6625239" cy="34969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9" name="Google Shape;729;p90"/>
          <p:cNvSpPr txBox="1"/>
          <p:nvPr/>
        </p:nvSpPr>
        <p:spPr>
          <a:xfrm>
            <a:off x="848625" y="3811954"/>
            <a:ext cx="2727955" cy="2556061"/>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730" name="Google Shape;730;p90"/>
          <p:cNvSpPr txBox="1"/>
          <p:nvPr>
            <p:ph idx="4" type="body"/>
          </p:nvPr>
        </p:nvSpPr>
        <p:spPr>
          <a:xfrm>
            <a:off x="934441" y="3896309"/>
            <a:ext cx="2556321" cy="237694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731" name="Shape 731"/>
        <p:cNvGrpSpPr/>
        <p:nvPr/>
      </p:nvGrpSpPr>
      <p:grpSpPr>
        <a:xfrm>
          <a:off x="0" y="0"/>
          <a:ext cx="0" cy="0"/>
          <a:chOff x="0" y="0"/>
          <a:chExt cx="0" cy="0"/>
        </a:xfrm>
      </p:grpSpPr>
      <p:sp>
        <p:nvSpPr>
          <p:cNvPr id="732" name="Google Shape;732;p91"/>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3" name="Google Shape;733;p91"/>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4" name="Google Shape;734;p91"/>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5" name="Google Shape;735;p91"/>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6" name="Google Shape;736;p9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7" name="Google Shape;737;p91"/>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8" name="Google Shape;738;p91"/>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9" name="Google Shape;739;p91"/>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0" name="Google Shape;740;p91"/>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1" name="Google Shape;741;p91"/>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2" name="Google Shape;742;p91"/>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3" name="Google Shape;743;p91"/>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4" name="Google Shape;744;p91"/>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5" name="Google Shape;745;p91"/>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6" name="Google Shape;746;p91"/>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7" name="Google Shape;747;p91"/>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8" name="Google Shape;748;p91"/>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9" name="Google Shape;749;p91"/>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0" name="Google Shape;750;p91"/>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1" name="Google Shape;751;p91"/>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2" name="Google Shape;752;p91"/>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3" name="Google Shape;753;p91"/>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bg>
      <p:bgPr>
        <a:solidFill>
          <a:schemeClr val="lt1"/>
        </a:solidFill>
      </p:bgPr>
    </p:bg>
    <p:spTree>
      <p:nvGrpSpPr>
        <p:cNvPr id="754" name="Shape 754"/>
        <p:cNvGrpSpPr/>
        <p:nvPr/>
      </p:nvGrpSpPr>
      <p:grpSpPr>
        <a:xfrm>
          <a:off x="0" y="0"/>
          <a:ext cx="0" cy="0"/>
          <a:chOff x="0" y="0"/>
          <a:chExt cx="0" cy="0"/>
        </a:xfrm>
      </p:grpSpPr>
      <p:sp>
        <p:nvSpPr>
          <p:cNvPr id="755" name="Google Shape;755;p9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6" name="Google Shape;756;p92"/>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7" name="Google Shape;757;p92"/>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8" name="Google Shape;758;p92"/>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9" name="Google Shape;759;p92"/>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0" name="Google Shape;760;p92"/>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1" name="Google Shape;761;p92"/>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2" name="Google Shape;762;p92"/>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3" name="Google Shape;763;p92"/>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4" name="Google Shape;764;p92"/>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5" name="Google Shape;765;p92"/>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6" name="Google Shape;766;p92"/>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os &amp; Cons">
  <p:cSld name="2_Pros &amp; Cons">
    <p:spTree>
      <p:nvGrpSpPr>
        <p:cNvPr id="767" name="Shape 767"/>
        <p:cNvGrpSpPr/>
        <p:nvPr/>
      </p:nvGrpSpPr>
      <p:grpSpPr>
        <a:xfrm>
          <a:off x="0" y="0"/>
          <a:ext cx="0" cy="0"/>
          <a:chOff x="0" y="0"/>
          <a:chExt cx="0" cy="0"/>
        </a:xfrm>
      </p:grpSpPr>
      <p:sp>
        <p:nvSpPr>
          <p:cNvPr id="768" name="Google Shape;768;p93"/>
          <p:cNvSpPr/>
          <p:nvPr/>
        </p:nvSpPr>
        <p:spPr>
          <a:xfrm>
            <a:off x="4640520" y="1915523"/>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9" name="Google Shape;769;p93"/>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0" name="Google Shape;770;p93"/>
          <p:cNvSpPr/>
          <p:nvPr/>
        </p:nvSpPr>
        <p:spPr>
          <a:xfrm>
            <a:off x="6270810" y="566152"/>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1" name="Google Shape;771;p93"/>
          <p:cNvSpPr/>
          <p:nvPr/>
        </p:nvSpPr>
        <p:spPr>
          <a:xfrm>
            <a:off x="6884663"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72" name="Google Shape;772;p93"/>
          <p:cNvGrpSpPr/>
          <p:nvPr/>
        </p:nvGrpSpPr>
        <p:grpSpPr>
          <a:xfrm>
            <a:off x="940561" y="2162360"/>
            <a:ext cx="4049937" cy="2542738"/>
            <a:chOff x="940561" y="1812131"/>
            <a:chExt cx="4049937" cy="2542738"/>
          </a:xfrm>
        </p:grpSpPr>
        <p:sp>
          <p:nvSpPr>
            <p:cNvPr id="773" name="Google Shape;773;p93"/>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74" name="Google Shape;774;p93"/>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75" name="Google Shape;775;p93"/>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776" name="Google Shape;776;p93"/>
          <p:cNvGrpSpPr/>
          <p:nvPr/>
        </p:nvGrpSpPr>
        <p:grpSpPr>
          <a:xfrm>
            <a:off x="7216915" y="2098728"/>
            <a:ext cx="4049937" cy="2542738"/>
            <a:chOff x="7204565" y="2322318"/>
            <a:chExt cx="4049937" cy="2542738"/>
          </a:xfrm>
        </p:grpSpPr>
        <p:sp>
          <p:nvSpPr>
            <p:cNvPr id="777" name="Google Shape;777;p93"/>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778" name="Google Shape;778;p93"/>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779" name="Google Shape;779;p93"/>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780" name="Google Shape;780;p93"/>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81" name="Google Shape;781;p93"/>
          <p:cNvGrpSpPr/>
          <p:nvPr/>
        </p:nvGrpSpPr>
        <p:grpSpPr>
          <a:xfrm>
            <a:off x="517952" y="3001484"/>
            <a:ext cx="839091" cy="839091"/>
            <a:chOff x="9277350" y="-850900"/>
            <a:chExt cx="1243118" cy="1243118"/>
          </a:xfrm>
        </p:grpSpPr>
        <p:sp>
          <p:nvSpPr>
            <p:cNvPr id="782" name="Google Shape;782;p93"/>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83" name="Google Shape;783;p93"/>
            <p:cNvGrpSpPr/>
            <p:nvPr/>
          </p:nvGrpSpPr>
          <p:grpSpPr>
            <a:xfrm>
              <a:off x="9499624" y="-628626"/>
              <a:ext cx="798571" cy="798571"/>
              <a:chOff x="8559800" y="-698500"/>
              <a:chExt cx="558800" cy="558800"/>
            </a:xfrm>
          </p:grpSpPr>
          <p:sp>
            <p:nvSpPr>
              <p:cNvPr id="784" name="Google Shape;784;p93"/>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5" name="Google Shape;785;p93"/>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86" name="Google Shape;786;p93"/>
          <p:cNvGrpSpPr/>
          <p:nvPr/>
        </p:nvGrpSpPr>
        <p:grpSpPr>
          <a:xfrm>
            <a:off x="517952" y="3923628"/>
            <a:ext cx="839091" cy="839091"/>
            <a:chOff x="9277350" y="-850900"/>
            <a:chExt cx="1243118" cy="1243118"/>
          </a:xfrm>
        </p:grpSpPr>
        <p:sp>
          <p:nvSpPr>
            <p:cNvPr id="787" name="Google Shape;787;p93"/>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88" name="Google Shape;788;p93"/>
            <p:cNvGrpSpPr/>
            <p:nvPr/>
          </p:nvGrpSpPr>
          <p:grpSpPr>
            <a:xfrm>
              <a:off x="9499624" y="-628626"/>
              <a:ext cx="798571" cy="798571"/>
              <a:chOff x="8559800" y="-698500"/>
              <a:chExt cx="558800" cy="558800"/>
            </a:xfrm>
          </p:grpSpPr>
          <p:sp>
            <p:nvSpPr>
              <p:cNvPr id="789" name="Google Shape;789;p93"/>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0" name="Google Shape;790;p93"/>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91" name="Google Shape;791;p93"/>
          <p:cNvGrpSpPr/>
          <p:nvPr/>
        </p:nvGrpSpPr>
        <p:grpSpPr>
          <a:xfrm>
            <a:off x="4985717" y="764067"/>
            <a:ext cx="739740" cy="739740"/>
            <a:chOff x="4276786" y="1375502"/>
            <a:chExt cx="474283" cy="474283"/>
          </a:xfrm>
        </p:grpSpPr>
        <p:sp>
          <p:nvSpPr>
            <p:cNvPr id="792" name="Google Shape;792;p93"/>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93" name="Google Shape;793;p93"/>
            <p:cNvGrpSpPr/>
            <p:nvPr/>
          </p:nvGrpSpPr>
          <p:grpSpPr>
            <a:xfrm>
              <a:off x="4370921" y="1480133"/>
              <a:ext cx="286013" cy="265021"/>
              <a:chOff x="2982913" y="6350"/>
              <a:chExt cx="346075" cy="320675"/>
            </a:xfrm>
          </p:grpSpPr>
          <p:sp>
            <p:nvSpPr>
              <p:cNvPr id="794" name="Google Shape;794;p93"/>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95" name="Google Shape;795;p93"/>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96" name="Google Shape;796;p93"/>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97" name="Google Shape;797;p93"/>
          <p:cNvGrpSpPr/>
          <p:nvPr/>
        </p:nvGrpSpPr>
        <p:grpSpPr>
          <a:xfrm>
            <a:off x="6455033" y="772232"/>
            <a:ext cx="739740" cy="739740"/>
            <a:chOff x="7393577" y="1019186"/>
            <a:chExt cx="474283" cy="474283"/>
          </a:xfrm>
        </p:grpSpPr>
        <p:sp>
          <p:nvSpPr>
            <p:cNvPr id="798" name="Google Shape;798;p93"/>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99" name="Google Shape;799;p93"/>
            <p:cNvGrpSpPr/>
            <p:nvPr/>
          </p:nvGrpSpPr>
          <p:grpSpPr>
            <a:xfrm flipH="1" rot="10800000">
              <a:off x="7487712" y="1123817"/>
              <a:ext cx="286013" cy="265021"/>
              <a:chOff x="2982913" y="6350"/>
              <a:chExt cx="346075" cy="320675"/>
            </a:xfrm>
          </p:grpSpPr>
          <p:sp>
            <p:nvSpPr>
              <p:cNvPr id="800" name="Google Shape;800;p93"/>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1" name="Google Shape;801;p93"/>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2" name="Google Shape;802;p93"/>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803" name="Google Shape;803;p93"/>
          <p:cNvGrpSpPr/>
          <p:nvPr/>
        </p:nvGrpSpPr>
        <p:grpSpPr>
          <a:xfrm>
            <a:off x="10859614" y="2079340"/>
            <a:ext cx="839091" cy="839091"/>
            <a:chOff x="10859614" y="2160620"/>
            <a:chExt cx="839091" cy="839091"/>
          </a:xfrm>
        </p:grpSpPr>
        <p:grpSp>
          <p:nvGrpSpPr>
            <p:cNvPr id="804" name="Google Shape;804;p93"/>
            <p:cNvGrpSpPr/>
            <p:nvPr/>
          </p:nvGrpSpPr>
          <p:grpSpPr>
            <a:xfrm>
              <a:off x="10859614" y="2160620"/>
              <a:ext cx="839091" cy="839091"/>
              <a:chOff x="9277350" y="-850900"/>
              <a:chExt cx="1243118" cy="1243118"/>
            </a:xfrm>
          </p:grpSpPr>
          <p:sp>
            <p:nvSpPr>
              <p:cNvPr id="805" name="Google Shape;805;p93"/>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6" name="Google Shape;806;p93"/>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07" name="Google Shape;807;p93"/>
            <p:cNvGrpSpPr/>
            <p:nvPr/>
          </p:nvGrpSpPr>
          <p:grpSpPr>
            <a:xfrm>
              <a:off x="11160063" y="2459977"/>
              <a:ext cx="238192" cy="240377"/>
              <a:chOff x="6300788" y="2890838"/>
              <a:chExt cx="346075" cy="349250"/>
            </a:xfrm>
          </p:grpSpPr>
          <p:cxnSp>
            <p:nvCxnSpPr>
              <p:cNvPr id="808" name="Google Shape;808;p93"/>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809" name="Google Shape;809;p93"/>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810" name="Google Shape;810;p93"/>
          <p:cNvGrpSpPr/>
          <p:nvPr/>
        </p:nvGrpSpPr>
        <p:grpSpPr>
          <a:xfrm>
            <a:off x="10859614" y="3001484"/>
            <a:ext cx="839091" cy="839091"/>
            <a:chOff x="10859614" y="3082764"/>
            <a:chExt cx="839091" cy="839091"/>
          </a:xfrm>
        </p:grpSpPr>
        <p:grpSp>
          <p:nvGrpSpPr>
            <p:cNvPr id="811" name="Google Shape;811;p93"/>
            <p:cNvGrpSpPr/>
            <p:nvPr/>
          </p:nvGrpSpPr>
          <p:grpSpPr>
            <a:xfrm>
              <a:off x="10859614" y="3082764"/>
              <a:ext cx="839091" cy="839091"/>
              <a:chOff x="9277350" y="-850900"/>
              <a:chExt cx="1243118" cy="1243118"/>
            </a:xfrm>
          </p:grpSpPr>
          <p:sp>
            <p:nvSpPr>
              <p:cNvPr id="812" name="Google Shape;812;p93"/>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3" name="Google Shape;813;p93"/>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14" name="Google Shape;814;p93"/>
            <p:cNvGrpSpPr/>
            <p:nvPr/>
          </p:nvGrpSpPr>
          <p:grpSpPr>
            <a:xfrm>
              <a:off x="11160063" y="3382121"/>
              <a:ext cx="238192" cy="240377"/>
              <a:chOff x="6300788" y="2890838"/>
              <a:chExt cx="346075" cy="349250"/>
            </a:xfrm>
          </p:grpSpPr>
          <p:cxnSp>
            <p:nvCxnSpPr>
              <p:cNvPr id="815" name="Google Shape;815;p93"/>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816" name="Google Shape;816;p93"/>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817" name="Google Shape;817;p93"/>
          <p:cNvGrpSpPr/>
          <p:nvPr/>
        </p:nvGrpSpPr>
        <p:grpSpPr>
          <a:xfrm>
            <a:off x="10859614" y="3923628"/>
            <a:ext cx="839091" cy="839091"/>
            <a:chOff x="10859614" y="4004908"/>
            <a:chExt cx="839091" cy="839091"/>
          </a:xfrm>
        </p:grpSpPr>
        <p:grpSp>
          <p:nvGrpSpPr>
            <p:cNvPr id="818" name="Google Shape;818;p93"/>
            <p:cNvGrpSpPr/>
            <p:nvPr/>
          </p:nvGrpSpPr>
          <p:grpSpPr>
            <a:xfrm>
              <a:off x="10859614" y="4004908"/>
              <a:ext cx="839091" cy="839091"/>
              <a:chOff x="9277350" y="-850900"/>
              <a:chExt cx="1243118" cy="1243118"/>
            </a:xfrm>
          </p:grpSpPr>
          <p:sp>
            <p:nvSpPr>
              <p:cNvPr id="819" name="Google Shape;819;p93"/>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0" name="Google Shape;820;p93"/>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21" name="Google Shape;821;p93"/>
            <p:cNvGrpSpPr/>
            <p:nvPr/>
          </p:nvGrpSpPr>
          <p:grpSpPr>
            <a:xfrm>
              <a:off x="11160063" y="4304265"/>
              <a:ext cx="238192" cy="240377"/>
              <a:chOff x="6300788" y="2890838"/>
              <a:chExt cx="346075" cy="349250"/>
            </a:xfrm>
          </p:grpSpPr>
          <p:cxnSp>
            <p:nvCxnSpPr>
              <p:cNvPr id="822" name="Google Shape;822;p93"/>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823" name="Google Shape;823;p93"/>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sp>
        <p:nvSpPr>
          <p:cNvPr id="824" name="Google Shape;824;p93"/>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5" name="Google Shape;825;p93"/>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6" name="Google Shape;826;p93"/>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7" name="Google Shape;827;p93"/>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8" name="Google Shape;828;p93"/>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9" name="Google Shape;829;p93"/>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0" name="Google Shape;830;p93"/>
          <p:cNvSpPr txBox="1"/>
          <p:nvPr>
            <p:ph idx="7"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1" name="Google Shape;831;p93"/>
          <p:cNvSpPr txBox="1"/>
          <p:nvPr>
            <p:ph idx="8"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32" name="Google Shape;832;p93"/>
          <p:cNvGrpSpPr/>
          <p:nvPr/>
        </p:nvGrpSpPr>
        <p:grpSpPr>
          <a:xfrm>
            <a:off x="524318" y="2098434"/>
            <a:ext cx="839091" cy="839091"/>
            <a:chOff x="9277350" y="-850900"/>
            <a:chExt cx="1243118" cy="1243118"/>
          </a:xfrm>
        </p:grpSpPr>
        <p:sp>
          <p:nvSpPr>
            <p:cNvPr id="833" name="Google Shape;833;p93"/>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34" name="Google Shape;834;p93"/>
            <p:cNvGrpSpPr/>
            <p:nvPr/>
          </p:nvGrpSpPr>
          <p:grpSpPr>
            <a:xfrm>
              <a:off x="9499624" y="-628626"/>
              <a:ext cx="798571" cy="798571"/>
              <a:chOff x="8559800" y="-698500"/>
              <a:chExt cx="558800" cy="558800"/>
            </a:xfrm>
          </p:grpSpPr>
          <p:sp>
            <p:nvSpPr>
              <p:cNvPr id="835" name="Google Shape;835;p93"/>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6" name="Google Shape;836;p93"/>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837" name="Google Shape;837;p93"/>
          <p:cNvSpPr txBox="1"/>
          <p:nvPr>
            <p:ph idx="9" type="body"/>
          </p:nvPr>
        </p:nvSpPr>
        <p:spPr>
          <a:xfrm>
            <a:off x="1545084" y="521636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8" name="Google Shape;838;p93"/>
          <p:cNvSpPr txBox="1"/>
          <p:nvPr>
            <p:ph idx="13" type="body"/>
          </p:nvPr>
        </p:nvSpPr>
        <p:spPr>
          <a:xfrm>
            <a:off x="7549797" y="510430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9" name="Google Shape;839;p93"/>
          <p:cNvSpPr/>
          <p:nvPr>
            <p:ph idx="14" type="body"/>
          </p:nvPr>
        </p:nvSpPr>
        <p:spPr>
          <a:xfrm>
            <a:off x="5005876" y="2316786"/>
            <a:ext cx="2241830" cy="2241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840" name="Shape 840"/>
        <p:cNvGrpSpPr/>
        <p:nvPr/>
      </p:nvGrpSpPr>
      <p:grpSpPr>
        <a:xfrm>
          <a:off x="0" y="0"/>
          <a:ext cx="0" cy="0"/>
          <a:chOff x="0" y="0"/>
          <a:chExt cx="0" cy="0"/>
        </a:xfrm>
      </p:grpSpPr>
      <p:sp>
        <p:nvSpPr>
          <p:cNvPr id="841" name="Google Shape;841;p94"/>
          <p:cNvSpPr/>
          <p:nvPr>
            <p:ph idx="2" type="pic"/>
          </p:nvPr>
        </p:nvSpPr>
        <p:spPr>
          <a:xfrm>
            <a:off x="0" y="-7067"/>
            <a:ext cx="12192000" cy="3743325"/>
          </a:xfrm>
          <a:prstGeom prst="rect">
            <a:avLst/>
          </a:prstGeom>
          <a:noFill/>
          <a:ln>
            <a:noFill/>
          </a:ln>
        </p:spPr>
      </p:sp>
      <p:sp>
        <p:nvSpPr>
          <p:cNvPr id="842" name="Google Shape;842;p94"/>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3" name="Google Shape;843;p94"/>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4" name="Google Shape;844;p94"/>
          <p:cNvSpPr/>
          <p:nvPr/>
        </p:nvSpPr>
        <p:spPr>
          <a:xfrm>
            <a:off x="8530349"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45" name="Google Shape;845;p94"/>
          <p:cNvSpPr/>
          <p:nvPr/>
        </p:nvSpPr>
        <p:spPr>
          <a:xfrm>
            <a:off x="4586515" y="1366010"/>
            <a:ext cx="3018972" cy="3018970"/>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46" name="Google Shape;846;p94"/>
          <p:cNvSpPr/>
          <p:nvPr/>
        </p:nvSpPr>
        <p:spPr>
          <a:xfrm>
            <a:off x="1174038"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47" name="Google Shape;847;p94"/>
          <p:cNvSpPr/>
          <p:nvPr>
            <p:ph idx="3" type="pic"/>
          </p:nvPr>
        </p:nvSpPr>
        <p:spPr>
          <a:xfrm>
            <a:off x="1612900" y="2468563"/>
            <a:ext cx="1612900" cy="1611312"/>
          </a:xfrm>
          <a:prstGeom prst="ellipse">
            <a:avLst/>
          </a:prstGeom>
          <a:noFill/>
          <a:ln>
            <a:noFill/>
          </a:ln>
        </p:spPr>
      </p:sp>
      <p:sp>
        <p:nvSpPr>
          <p:cNvPr id="848" name="Google Shape;848;p94"/>
          <p:cNvSpPr/>
          <p:nvPr>
            <p:ph idx="4" type="pic"/>
          </p:nvPr>
        </p:nvSpPr>
        <p:spPr>
          <a:xfrm>
            <a:off x="5067302" y="1846150"/>
            <a:ext cx="2057398" cy="2055372"/>
          </a:xfrm>
          <a:prstGeom prst="ellipse">
            <a:avLst/>
          </a:prstGeom>
          <a:noFill/>
          <a:ln>
            <a:noFill/>
          </a:ln>
        </p:spPr>
      </p:sp>
      <p:sp>
        <p:nvSpPr>
          <p:cNvPr id="849" name="Google Shape;849;p94"/>
          <p:cNvSpPr/>
          <p:nvPr>
            <p:ph idx="5" type="pic"/>
          </p:nvPr>
        </p:nvSpPr>
        <p:spPr>
          <a:xfrm>
            <a:off x="8966200" y="2468264"/>
            <a:ext cx="1612900" cy="1611312"/>
          </a:xfrm>
          <a:prstGeom prst="ellipse">
            <a:avLst/>
          </a:prstGeom>
          <a:noFill/>
          <a:ln>
            <a:noFill/>
          </a:ln>
        </p:spPr>
      </p:sp>
      <p:sp>
        <p:nvSpPr>
          <p:cNvPr id="850" name="Google Shape;850;p94"/>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1" name="Google Shape;851;p94"/>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2" name="Google Shape;852;p94"/>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3" name="Google Shape;853;p94"/>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4" name="Google Shape;854;p94"/>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5" name="Google Shape;855;p94"/>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856" name="Shape 856"/>
        <p:cNvGrpSpPr/>
        <p:nvPr/>
      </p:nvGrpSpPr>
      <p:grpSpPr>
        <a:xfrm>
          <a:off x="0" y="0"/>
          <a:ext cx="0" cy="0"/>
          <a:chOff x="0" y="0"/>
          <a:chExt cx="0" cy="0"/>
        </a:xfrm>
      </p:grpSpPr>
      <p:pic>
        <p:nvPicPr>
          <p:cNvPr id="857" name="Google Shape;857;p95"/>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858" name="Google Shape;858;p95"/>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9" name="Google Shape;859;p95"/>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0" name="Google Shape;860;p95"/>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1" name="Google Shape;861;p95"/>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2" name="Google Shape;862;p95"/>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3" name="Google Shape;863;p95"/>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4" name="Google Shape;864;p95"/>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5" name="Google Shape;865;p95"/>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6" name="Google Shape;866;p95"/>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7" name="Google Shape;867;p95"/>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8" name="Google Shape;868;p95"/>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9" name="Google Shape;869;p95"/>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0" name="Google Shape;870;p95"/>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1" name="Google Shape;871;p95"/>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2" name="Google Shape;872;p95"/>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3" name="Google Shape;873;p95"/>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4" name="Google Shape;874;p95"/>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5" name="Google Shape;875;p95"/>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6" name="Google Shape;876;p95"/>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7" name="Google Shape;877;p95"/>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8" name="Google Shape;878;p95"/>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9" name="Google Shape;879;p95"/>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0" name="Google Shape;880;p95"/>
          <p:cNvSpPr/>
          <p:nvPr>
            <p:ph idx="17" type="pic"/>
          </p:nvPr>
        </p:nvSpPr>
        <p:spPr>
          <a:xfrm>
            <a:off x="4918662" y="2520431"/>
            <a:ext cx="2382838" cy="2382838"/>
          </a:xfrm>
          <a:prstGeom prst="ellipse">
            <a:avLst/>
          </a:prstGeom>
          <a:noFill/>
          <a:ln>
            <a:noFill/>
          </a:ln>
        </p:spPr>
      </p:sp>
      <p:sp>
        <p:nvSpPr>
          <p:cNvPr id="881" name="Google Shape;881;p95"/>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2" name="Google Shape;882;p95"/>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3" name="Google Shape;883;p95"/>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884" name="Shape 884"/>
        <p:cNvGrpSpPr/>
        <p:nvPr/>
      </p:nvGrpSpPr>
      <p:grpSpPr>
        <a:xfrm>
          <a:off x="0" y="0"/>
          <a:ext cx="0" cy="0"/>
          <a:chOff x="0" y="0"/>
          <a:chExt cx="0" cy="0"/>
        </a:xfrm>
      </p:grpSpPr>
      <p:sp>
        <p:nvSpPr>
          <p:cNvPr id="885" name="Google Shape;885;p96"/>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86" name="Google Shape;886;p96"/>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87" name="Google Shape;887;p96"/>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88" name="Google Shape;888;p96"/>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89" name="Google Shape;889;p96"/>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0" name="Google Shape;890;p96"/>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1" name="Google Shape;891;p96"/>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2" name="Google Shape;892;p96"/>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3" name="Google Shape;893;p96"/>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4" name="Google Shape;894;p96"/>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5" name="Google Shape;895;p96"/>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6" name="Google Shape;896;p96"/>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7" name="Google Shape;897;p96"/>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8" name="Google Shape;898;p96"/>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9" name="Google Shape;899;p96"/>
          <p:cNvSpPr/>
          <p:nvPr>
            <p:ph idx="3"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0" name="Google Shape;900;p96"/>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1" name="Google Shape;901;p96"/>
          <p:cNvSpPr txBox="1"/>
          <p:nvPr>
            <p:ph idx="4"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902" name="Shape 902"/>
        <p:cNvGrpSpPr/>
        <p:nvPr/>
      </p:nvGrpSpPr>
      <p:grpSpPr>
        <a:xfrm>
          <a:off x="0" y="0"/>
          <a:ext cx="0" cy="0"/>
          <a:chOff x="0" y="0"/>
          <a:chExt cx="0" cy="0"/>
        </a:xfrm>
      </p:grpSpPr>
      <p:sp>
        <p:nvSpPr>
          <p:cNvPr id="903" name="Google Shape;903;p97"/>
          <p:cNvSpPr/>
          <p:nvPr/>
        </p:nvSpPr>
        <p:spPr>
          <a:xfrm>
            <a:off x="6117716" y="2109011"/>
            <a:ext cx="3677724" cy="3677724"/>
          </a:xfrm>
          <a:prstGeom prst="ellipse">
            <a:avLst/>
          </a:prstGeom>
          <a:gradFill>
            <a:gsLst>
              <a:gs pos="0">
                <a:srgbClr val="FDECE4"/>
              </a:gs>
              <a:gs pos="100000">
                <a:srgbClr val="FDECE4">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4" name="Google Shape;904;p97"/>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5" name="Google Shape;905;p97"/>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6" name="Google Shape;906;p97"/>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7" name="Google Shape;907;p97"/>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8" name="Google Shape;908;p97"/>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9" name="Google Shape;909;p97"/>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0" name="Google Shape;910;p97"/>
          <p:cNvSpPr/>
          <p:nvPr/>
        </p:nvSpPr>
        <p:spPr>
          <a:xfrm>
            <a:off x="6472360" y="2463655"/>
            <a:ext cx="2968436" cy="2968436"/>
          </a:xfrm>
          <a:prstGeom prst="ellipse">
            <a:avLst/>
          </a:prstGeom>
          <a:gradFill>
            <a:gsLst>
              <a:gs pos="0">
                <a:srgbClr val="FAC7B1"/>
              </a:gs>
              <a:gs pos="100000">
                <a:srgbClr val="FAC7B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1" name="Google Shape;911;p97"/>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2" name="Google Shape;912;p97"/>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3" name="Google Shape;913;p97"/>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4" name="Google Shape;914;p97"/>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5" name="Google Shape;915;p97"/>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6" name="Google Shape;916;p97"/>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7" name="Google Shape;917;p97"/>
          <p:cNvSpPr/>
          <p:nvPr/>
        </p:nvSpPr>
        <p:spPr>
          <a:xfrm>
            <a:off x="6827000" y="2818297"/>
            <a:ext cx="2259154" cy="2259154"/>
          </a:xfrm>
          <a:prstGeom prst="ellipse">
            <a:avLst/>
          </a:prstGeom>
          <a:gradFill>
            <a:gsLst>
              <a:gs pos="0">
                <a:srgbClr val="FF878F"/>
              </a:gs>
              <a:gs pos="100000">
                <a:srgbClr val="F7A37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8" name="Google Shape;918;p97"/>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9" name="Google Shape;919;p97"/>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0" name="Google Shape;920;p97"/>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1" name="Google Shape;921;p97"/>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2" name="Google Shape;922;p97"/>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3" name="Google Shape;923;p97"/>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4" name="Google Shape;924;p97"/>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925" name="Shape 925"/>
        <p:cNvGrpSpPr/>
        <p:nvPr/>
      </p:nvGrpSpPr>
      <p:grpSpPr>
        <a:xfrm>
          <a:off x="0" y="0"/>
          <a:ext cx="0" cy="0"/>
          <a:chOff x="0" y="0"/>
          <a:chExt cx="0" cy="0"/>
        </a:xfrm>
      </p:grpSpPr>
      <p:sp>
        <p:nvSpPr>
          <p:cNvPr id="926" name="Google Shape;926;p98"/>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27" name="Google Shape;927;p98"/>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28" name="Google Shape;928;p98"/>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9" name="Google Shape;929;p98"/>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30" name="Google Shape;930;p98"/>
          <p:cNvCxnSpPr>
            <a:endCxn id="931"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932" name="Google Shape;932;p98"/>
          <p:cNvCxnSpPr>
            <a:endCxn id="933"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934" name="Google Shape;934;p98"/>
          <p:cNvCxnSpPr>
            <a:endCxn id="935"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936" name="Google Shape;936;p98"/>
          <p:cNvCxnSpPr>
            <a:stCxn id="937"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938" name="Google Shape;938;p98"/>
          <p:cNvCxnSpPr>
            <a:stCxn id="939"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931" name="Google Shape;931;p98"/>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5" name="Google Shape;935;p98"/>
          <p:cNvSpPr/>
          <p:nvPr>
            <p:ph idx="3" type="body"/>
          </p:nvPr>
        </p:nvSpPr>
        <p:spPr>
          <a:xfrm>
            <a:off x="2192172" y="293387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9" name="Google Shape;939;p98"/>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3" name="Google Shape;933;p98"/>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7" name="Google Shape;937;p98"/>
          <p:cNvSpPr/>
          <p:nvPr>
            <p:ph idx="6" type="body"/>
          </p:nvPr>
        </p:nvSpPr>
        <p:spPr>
          <a:xfrm>
            <a:off x="8576342" y="295340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0" name="Google Shape;940;p98"/>
          <p:cNvSpPr txBox="1"/>
          <p:nvPr>
            <p:ph idx="7"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1" name="Google Shape;941;p98"/>
          <p:cNvSpPr txBox="1"/>
          <p:nvPr>
            <p:ph idx="8"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2" name="Google Shape;942;p98"/>
          <p:cNvSpPr txBox="1"/>
          <p:nvPr>
            <p:ph idx="9"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3" name="Google Shape;943;p98"/>
          <p:cNvSpPr txBox="1"/>
          <p:nvPr>
            <p:ph idx="13"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4" name="Google Shape;944;p98"/>
          <p:cNvSpPr txBox="1"/>
          <p:nvPr>
            <p:ph idx="14"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5" name="Google Shape;945;p98"/>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6" name="Google Shape;946;p98"/>
          <p:cNvSpPr txBox="1"/>
          <p:nvPr>
            <p:ph idx="15"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947" name="Shape 947"/>
        <p:cNvGrpSpPr/>
        <p:nvPr/>
      </p:nvGrpSpPr>
      <p:grpSpPr>
        <a:xfrm>
          <a:off x="0" y="0"/>
          <a:ext cx="0" cy="0"/>
          <a:chOff x="0" y="0"/>
          <a:chExt cx="0" cy="0"/>
        </a:xfrm>
      </p:grpSpPr>
      <p:sp>
        <p:nvSpPr>
          <p:cNvPr id="948" name="Google Shape;948;p99"/>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9" name="Google Shape;949;p9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0" name="Google Shape;950;p99"/>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1" name="Google Shape;951;p99"/>
          <p:cNvSpPr/>
          <p:nvPr>
            <p:ph idx="2" type="pic"/>
          </p:nvPr>
        </p:nvSpPr>
        <p:spPr>
          <a:xfrm>
            <a:off x="0" y="1442806"/>
            <a:ext cx="12192000" cy="1438508"/>
          </a:xfrm>
          <a:prstGeom prst="rect">
            <a:avLst/>
          </a:prstGeom>
          <a:solidFill>
            <a:srgbClr val="202021">
              <a:alpha val="49803"/>
            </a:srgbClr>
          </a:solidFill>
          <a:ln>
            <a:noFill/>
          </a:ln>
        </p:spPr>
      </p:sp>
      <p:sp>
        <p:nvSpPr>
          <p:cNvPr id="952" name="Google Shape;952;p99"/>
          <p:cNvSpPr/>
          <p:nvPr>
            <p:ph idx="3" type="pic"/>
          </p:nvPr>
        </p:nvSpPr>
        <p:spPr>
          <a:xfrm>
            <a:off x="0" y="3065994"/>
            <a:ext cx="12192000" cy="1438508"/>
          </a:xfrm>
          <a:prstGeom prst="rect">
            <a:avLst/>
          </a:prstGeom>
          <a:solidFill>
            <a:srgbClr val="202021">
              <a:alpha val="49803"/>
            </a:srgbClr>
          </a:solidFill>
          <a:ln>
            <a:noFill/>
          </a:ln>
        </p:spPr>
      </p:sp>
      <p:sp>
        <p:nvSpPr>
          <p:cNvPr id="953" name="Google Shape;953;p99"/>
          <p:cNvSpPr/>
          <p:nvPr>
            <p:ph idx="4" type="pic"/>
          </p:nvPr>
        </p:nvSpPr>
        <p:spPr>
          <a:xfrm>
            <a:off x="0" y="4688736"/>
            <a:ext cx="12192000" cy="1438508"/>
          </a:xfrm>
          <a:prstGeom prst="rect">
            <a:avLst/>
          </a:prstGeom>
          <a:solidFill>
            <a:srgbClr val="202021">
              <a:alpha val="49803"/>
            </a:srgbClr>
          </a:solidFill>
          <a:ln>
            <a:noFill/>
          </a:ln>
        </p:spPr>
      </p:sp>
      <p:cxnSp>
        <p:nvCxnSpPr>
          <p:cNvPr id="954" name="Google Shape;954;p99"/>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55" name="Google Shape;955;p99"/>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56" name="Google Shape;956;p99"/>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57" name="Google Shape;957;p99"/>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58" name="Google Shape;958;p99"/>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59" name="Google Shape;959;p99"/>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960" name="Google Shape;960;p99"/>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1" name="Google Shape;961;p99"/>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2" name="Google Shape;962;p99"/>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3" name="Google Shape;963;p99"/>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4" name="Google Shape;964;p99"/>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5" name="Google Shape;965;p99"/>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6" name="Google Shape;966;p99"/>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7" name="Google Shape;967;p99"/>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8" name="Google Shape;968;p99"/>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9" name="Google Shape;969;p99"/>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0" name="Google Shape;970;p99"/>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1" name="Google Shape;971;p99"/>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2" name="Google Shape;972;p99"/>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3" name="Google Shape;973;p99"/>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4" name="Google Shape;974;p99"/>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5" name="Google Shape;975;p99"/>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6" name="Google Shape;976;p99"/>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7" name="Google Shape;977;p99"/>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978" name="Shape 978"/>
        <p:cNvGrpSpPr/>
        <p:nvPr/>
      </p:nvGrpSpPr>
      <p:grpSpPr>
        <a:xfrm>
          <a:off x="0" y="0"/>
          <a:ext cx="0" cy="0"/>
          <a:chOff x="0" y="0"/>
          <a:chExt cx="0" cy="0"/>
        </a:xfrm>
      </p:grpSpPr>
      <p:sp>
        <p:nvSpPr>
          <p:cNvPr id="979" name="Google Shape;979;p100"/>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0" name="Google Shape;980;p10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1" name="Google Shape;981;p10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2" name="Google Shape;982;p100"/>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3" name="Google Shape;983;p100"/>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4" name="Google Shape;984;p100"/>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5" name="Google Shape;985;p100"/>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6" name="Google Shape;986;p100"/>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7" name="Google Shape;987;p100"/>
          <p:cNvSpPr/>
          <p:nvPr/>
        </p:nvSpPr>
        <p:spPr>
          <a:xfrm>
            <a:off x="6257843" y="3950017"/>
            <a:ext cx="5431674" cy="2249905"/>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8" name="Google Shape;988;p100"/>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89" name="Google Shape;989;p100"/>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990" name="Google Shape;990;p100"/>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1" name="Google Shape;991;p100"/>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2" name="Google Shape;992;p100"/>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3" name="Google Shape;993;p100"/>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4" name="Google Shape;994;p100"/>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5" name="Google Shape;995;p100"/>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6" name="Google Shape;996;p100"/>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7" name="Google Shape;997;p100"/>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8" name="Google Shape;998;p100"/>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9" name="Google Shape;999;p100"/>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0" name="Google Shape;1000;p100"/>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1" name="Google Shape;1001;p100"/>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2" name="Google Shape;1002;p100"/>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3" name="Google Shape;1003;p100"/>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4" name="Google Shape;1004;p100"/>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1005" name="Shape 1005"/>
        <p:cNvGrpSpPr/>
        <p:nvPr/>
      </p:nvGrpSpPr>
      <p:grpSpPr>
        <a:xfrm>
          <a:off x="0" y="0"/>
          <a:ext cx="0" cy="0"/>
          <a:chOff x="0" y="0"/>
          <a:chExt cx="0" cy="0"/>
        </a:xfrm>
      </p:grpSpPr>
      <p:sp>
        <p:nvSpPr>
          <p:cNvPr id="1006" name="Google Shape;1006;p101"/>
          <p:cNvSpPr/>
          <p:nvPr>
            <p:ph idx="2" type="pic"/>
          </p:nvPr>
        </p:nvSpPr>
        <p:spPr>
          <a:xfrm>
            <a:off x="0" y="0"/>
            <a:ext cx="4986609" cy="6858000"/>
          </a:xfrm>
          <a:prstGeom prst="rect">
            <a:avLst/>
          </a:prstGeom>
          <a:solidFill>
            <a:schemeClr val="dk2">
              <a:alpha val="74901"/>
            </a:schemeClr>
          </a:solidFill>
          <a:ln>
            <a:noFill/>
          </a:ln>
        </p:spPr>
      </p:sp>
      <p:sp>
        <p:nvSpPr>
          <p:cNvPr id="1007" name="Google Shape;1007;p101"/>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8" name="Google Shape;1008;p101"/>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9" name="Google Shape;1009;p101"/>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10" name="Google Shape;1010;p101"/>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11" name="Google Shape;1011;p101"/>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12" name="Google Shape;1012;p101"/>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1013" name="Google Shape;1013;p101"/>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4" name="Google Shape;1014;p101"/>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5" name="Google Shape;1015;p101"/>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6" name="Google Shape;1016;p101"/>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7" name="Google Shape;1017;p101"/>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8" name="Google Shape;1018;p101"/>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9" name="Google Shape;1019;p101"/>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0" name="Google Shape;1020;p101"/>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1" name="Google Shape;1021;p101"/>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2" name="Google Shape;1022;p101"/>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3" name="Google Shape;1023;p101"/>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4" name="Google Shape;1024;p101"/>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5" name="Google Shape;1025;p101"/>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1026" name="Shape 1026"/>
        <p:cNvGrpSpPr/>
        <p:nvPr/>
      </p:nvGrpSpPr>
      <p:grpSpPr>
        <a:xfrm>
          <a:off x="0" y="0"/>
          <a:ext cx="0" cy="0"/>
          <a:chOff x="0" y="0"/>
          <a:chExt cx="0" cy="0"/>
        </a:xfrm>
      </p:grpSpPr>
      <p:sp>
        <p:nvSpPr>
          <p:cNvPr id="1027" name="Google Shape;1027;p102"/>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8" name="Google Shape;1028;p102"/>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9" name="Google Shape;1029;p102"/>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0" name="Google Shape;1030;p102"/>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31" name="Google Shape;1031;p102"/>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32" name="Google Shape;1032;p102"/>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33" name="Google Shape;1033;p102"/>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1034" name="Google Shape;1034;p102"/>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5" name="Google Shape;1035;p102"/>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6" name="Google Shape;1036;p102"/>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7" name="Google Shape;1037;p102"/>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8" name="Google Shape;1038;p102"/>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9" name="Google Shape;1039;p102"/>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0" name="Google Shape;1040;p102"/>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1" name="Google Shape;1041;p102"/>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2" name="Google Shape;1042;p102"/>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3" name="Google Shape;1043;p102"/>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4" name="Google Shape;1044;p102"/>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5" name="Google Shape;1045;p102"/>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6" name="Google Shape;1046;p102"/>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b="1" sz="3200">
              <a:solidFill>
                <a:schemeClr val="lt1"/>
              </a:solidFill>
              <a:latin typeface="Barlow Medium"/>
              <a:ea typeface="Barlow Medium"/>
              <a:cs typeface="Barlow Medium"/>
              <a:sym typeface="Barlow Medium"/>
            </a:endParaRPr>
          </a:p>
        </p:txBody>
      </p:sp>
      <p:sp>
        <p:nvSpPr>
          <p:cNvPr id="1047" name="Google Shape;1047;p102"/>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1048" name="Shape 1048"/>
        <p:cNvGrpSpPr/>
        <p:nvPr/>
      </p:nvGrpSpPr>
      <p:grpSpPr>
        <a:xfrm>
          <a:off x="0" y="0"/>
          <a:ext cx="0" cy="0"/>
          <a:chOff x="0" y="0"/>
          <a:chExt cx="0" cy="0"/>
        </a:xfrm>
      </p:grpSpPr>
      <p:sp>
        <p:nvSpPr>
          <p:cNvPr id="1049" name="Google Shape;1049;p103"/>
          <p:cNvSpPr/>
          <p:nvPr>
            <p:ph idx="2" type="pic"/>
          </p:nvPr>
        </p:nvSpPr>
        <p:spPr>
          <a:xfrm>
            <a:off x="0" y="0"/>
            <a:ext cx="6295968" cy="6489229"/>
          </a:xfrm>
          <a:prstGeom prst="rect">
            <a:avLst/>
          </a:prstGeom>
          <a:noFill/>
          <a:ln>
            <a:noFill/>
          </a:ln>
        </p:spPr>
      </p:sp>
      <p:sp>
        <p:nvSpPr>
          <p:cNvPr id="1050" name="Google Shape;1050;p10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1" name="Google Shape;1051;p10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2" name="Google Shape;1052;p103"/>
          <p:cNvSpPr/>
          <p:nvPr/>
        </p:nvSpPr>
        <p:spPr>
          <a:xfrm>
            <a:off x="2133600" y="190009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3" name="Google Shape;1053;p103"/>
          <p:cNvSpPr/>
          <p:nvPr/>
        </p:nvSpPr>
        <p:spPr>
          <a:xfrm>
            <a:off x="2133600" y="284786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4" name="Google Shape;1054;p103"/>
          <p:cNvSpPr/>
          <p:nvPr/>
        </p:nvSpPr>
        <p:spPr>
          <a:xfrm>
            <a:off x="2133600" y="379562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5" name="Google Shape;1055;p103"/>
          <p:cNvSpPr/>
          <p:nvPr/>
        </p:nvSpPr>
        <p:spPr>
          <a:xfrm>
            <a:off x="2133600" y="474338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6" name="Google Shape;1056;p103"/>
          <p:cNvSpPr txBox="1"/>
          <p:nvPr>
            <p:ph idx="1" type="body"/>
          </p:nvPr>
        </p:nvSpPr>
        <p:spPr>
          <a:xfrm>
            <a:off x="2806984" y="2043206"/>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7" name="Google Shape;1057;p103"/>
          <p:cNvSpPr txBox="1"/>
          <p:nvPr>
            <p:ph idx="3" type="body"/>
          </p:nvPr>
        </p:nvSpPr>
        <p:spPr>
          <a:xfrm>
            <a:off x="2806985" y="3016197"/>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8" name="Google Shape;1058;p103"/>
          <p:cNvSpPr txBox="1"/>
          <p:nvPr>
            <p:ph idx="4" type="body"/>
          </p:nvPr>
        </p:nvSpPr>
        <p:spPr>
          <a:xfrm>
            <a:off x="2806984" y="3942007"/>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9" name="Google Shape;1059;p103"/>
          <p:cNvSpPr txBox="1"/>
          <p:nvPr>
            <p:ph idx="5" type="body"/>
          </p:nvPr>
        </p:nvSpPr>
        <p:spPr>
          <a:xfrm>
            <a:off x="2806985" y="4914998"/>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0" name="Google Shape;1060;p103"/>
          <p:cNvSpPr/>
          <p:nvPr>
            <p:ph idx="6" type="body"/>
          </p:nvPr>
        </p:nvSpPr>
        <p:spPr>
          <a:xfrm>
            <a:off x="2241083" y="199106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1" name="Google Shape;1061;p103"/>
          <p:cNvSpPr/>
          <p:nvPr>
            <p:ph idx="7" type="body"/>
          </p:nvPr>
        </p:nvSpPr>
        <p:spPr>
          <a:xfrm>
            <a:off x="2241083" y="294173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2" name="Google Shape;1062;p103"/>
          <p:cNvSpPr/>
          <p:nvPr>
            <p:ph idx="8" type="body"/>
          </p:nvPr>
        </p:nvSpPr>
        <p:spPr>
          <a:xfrm>
            <a:off x="2241083" y="389635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3" name="Google Shape;1063;p103"/>
          <p:cNvSpPr/>
          <p:nvPr>
            <p:ph idx="9" type="body"/>
          </p:nvPr>
        </p:nvSpPr>
        <p:spPr>
          <a:xfrm>
            <a:off x="2241083" y="484701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67" name="Shape 1067"/>
        <p:cNvGrpSpPr/>
        <p:nvPr/>
      </p:nvGrpSpPr>
      <p:grpSpPr>
        <a:xfrm>
          <a:off x="0" y="0"/>
          <a:ext cx="0" cy="0"/>
          <a:chOff x="0" y="0"/>
          <a:chExt cx="0" cy="0"/>
        </a:xfrm>
      </p:grpSpPr>
      <p:sp>
        <p:nvSpPr>
          <p:cNvPr id="1068" name="Google Shape;1068;p4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69" name="Google Shape;1069;p4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70" name="Google Shape;1070;p4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chemeClr val="accent1"/>
            </a:gs>
            <a:gs pos="100000">
              <a:schemeClr val="dk2"/>
            </a:gs>
          </a:gsLst>
          <a:lin ang="5400000" scaled="0"/>
        </a:gradFill>
      </p:bgPr>
    </p:bg>
    <p:spTree>
      <p:nvGrpSpPr>
        <p:cNvPr id="1071" name="Shape 1071"/>
        <p:cNvGrpSpPr/>
        <p:nvPr/>
      </p:nvGrpSpPr>
      <p:grpSpPr>
        <a:xfrm>
          <a:off x="0" y="0"/>
          <a:ext cx="0" cy="0"/>
          <a:chOff x="0" y="0"/>
          <a:chExt cx="0" cy="0"/>
        </a:xfrm>
      </p:grpSpPr>
      <p:grpSp>
        <p:nvGrpSpPr>
          <p:cNvPr id="1072" name="Google Shape;1072;p104"/>
          <p:cNvGrpSpPr/>
          <p:nvPr/>
        </p:nvGrpSpPr>
        <p:grpSpPr>
          <a:xfrm>
            <a:off x="10668000" y="304798"/>
            <a:ext cx="1179720" cy="581555"/>
            <a:chOff x="969962" y="2846965"/>
            <a:chExt cx="1740598" cy="872299"/>
          </a:xfrm>
        </p:grpSpPr>
        <p:sp>
          <p:nvSpPr>
            <p:cNvPr id="1073" name="Google Shape;1073;p104"/>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4" name="Google Shape;1074;p104"/>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5" name="Google Shape;1075;p104"/>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6" name="Google Shape;1076;p104"/>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7" name="Google Shape;1077;p104"/>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8" name="Google Shape;1078;p104"/>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9" name="Google Shape;1079;p104"/>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0" name="Google Shape;1080;p104"/>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1" name="Google Shape;1081;p104"/>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2" name="Google Shape;1082;p104"/>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3" name="Google Shape;1083;p104"/>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4" name="Google Shape;1084;p104"/>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5" name="Google Shape;1085;p104"/>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6" name="Google Shape;1086;p104"/>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7" name="Google Shape;1087;p104"/>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8" name="Google Shape;1088;p104"/>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9" name="Google Shape;1089;p104"/>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0" name="Google Shape;1090;p104"/>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1" name="Google Shape;1091;p104"/>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2" name="Google Shape;1092;p104"/>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3" name="Google Shape;1093;p104"/>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4" name="Google Shape;1094;p104"/>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5" name="Google Shape;1095;p104"/>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96" name="Google Shape;1096;p104"/>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a:t>
            </a:r>
            <a:endParaRPr b="1" sz="2400">
              <a:solidFill>
                <a:schemeClr val="lt1"/>
              </a:solidFill>
              <a:latin typeface="Barlow"/>
              <a:ea typeface="Barlow"/>
              <a:cs typeface="Barlow"/>
              <a:sym typeface="Barlow"/>
            </a:endParaRPr>
          </a:p>
        </p:txBody>
      </p:sp>
      <p:sp>
        <p:nvSpPr>
          <p:cNvPr id="1097" name="Google Shape;1097;p104"/>
          <p:cNvSpPr txBox="1"/>
          <p:nvPr>
            <p:ph idx="1" type="body"/>
          </p:nvPr>
        </p:nvSpPr>
        <p:spPr>
          <a:xfrm>
            <a:off x="436106" y="3703186"/>
            <a:ext cx="5302250" cy="5842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5400"/>
              <a:buNone/>
              <a:defRPr b="1" sz="54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8" name="Google Shape;1098;p104"/>
          <p:cNvSpPr txBox="1"/>
          <p:nvPr>
            <p:ph idx="2" type="body"/>
          </p:nvPr>
        </p:nvSpPr>
        <p:spPr>
          <a:xfrm>
            <a:off x="436106" y="54888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sz="32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9" name="Google Shape;1099;p104"/>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100" name="Shape 1100"/>
        <p:cNvGrpSpPr/>
        <p:nvPr/>
      </p:nvGrpSpPr>
      <p:grpSpPr>
        <a:xfrm>
          <a:off x="0" y="0"/>
          <a:ext cx="0" cy="0"/>
          <a:chOff x="0" y="0"/>
          <a:chExt cx="0" cy="0"/>
        </a:xfrm>
      </p:grpSpPr>
      <p:sp>
        <p:nvSpPr>
          <p:cNvPr id="1101" name="Google Shape;1101;p105"/>
          <p:cNvSpPr/>
          <p:nvPr>
            <p:ph idx="2" type="pic"/>
          </p:nvPr>
        </p:nvSpPr>
        <p:spPr>
          <a:xfrm>
            <a:off x="380974" y="374463"/>
            <a:ext cx="8280000" cy="6120000"/>
          </a:xfrm>
          <a:prstGeom prst="rect">
            <a:avLst/>
          </a:prstGeom>
          <a:noFill/>
          <a:ln>
            <a:noFill/>
          </a:ln>
        </p:spPr>
      </p:sp>
      <p:sp>
        <p:nvSpPr>
          <p:cNvPr id="1102" name="Google Shape;1102;p105"/>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03" name="Google Shape;1103;p105"/>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4" name="Google Shape;1104;p105"/>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05" name="Google Shape;1105;p105"/>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1106" name="Google Shape;1106;p105"/>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107" name="Shape 1107"/>
        <p:cNvGrpSpPr/>
        <p:nvPr/>
      </p:nvGrpSpPr>
      <p:grpSpPr>
        <a:xfrm>
          <a:off x="0" y="0"/>
          <a:ext cx="0" cy="0"/>
          <a:chOff x="0" y="0"/>
          <a:chExt cx="0" cy="0"/>
        </a:xfrm>
      </p:grpSpPr>
      <p:sp>
        <p:nvSpPr>
          <p:cNvPr id="1108" name="Google Shape;1108;p106"/>
          <p:cNvSpPr/>
          <p:nvPr>
            <p:ph idx="2" type="pic"/>
          </p:nvPr>
        </p:nvSpPr>
        <p:spPr>
          <a:xfrm>
            <a:off x="360000" y="360000"/>
            <a:ext cx="11484000" cy="6120000"/>
          </a:xfrm>
          <a:prstGeom prst="rect">
            <a:avLst/>
          </a:prstGeom>
          <a:noFill/>
          <a:ln>
            <a:noFill/>
          </a:ln>
        </p:spPr>
      </p:sp>
      <p:sp>
        <p:nvSpPr>
          <p:cNvPr id="1109" name="Google Shape;1109;p106"/>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10" name="Google Shape;1110;p106"/>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11" name="Google Shape;1111;p106"/>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BF2026"/>
            </a:gs>
            <a:gs pos="100000">
              <a:srgbClr val="F2672A"/>
            </a:gs>
          </a:gsLst>
          <a:lin ang="16200000" scaled="0"/>
        </a:gradFill>
      </p:bgPr>
    </p:bg>
    <p:spTree>
      <p:nvGrpSpPr>
        <p:cNvPr id="1112" name="Shape 1112"/>
        <p:cNvGrpSpPr/>
        <p:nvPr/>
      </p:nvGrpSpPr>
      <p:grpSpPr>
        <a:xfrm>
          <a:off x="0" y="0"/>
          <a:ext cx="0" cy="0"/>
          <a:chOff x="0" y="0"/>
          <a:chExt cx="0" cy="0"/>
        </a:xfrm>
      </p:grpSpPr>
      <p:sp>
        <p:nvSpPr>
          <p:cNvPr id="1113" name="Google Shape;1113;p10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4" name="Google Shape;1114;p10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115" name="Google Shape;1115;p107"/>
          <p:cNvGrpSpPr/>
          <p:nvPr/>
        </p:nvGrpSpPr>
        <p:grpSpPr>
          <a:xfrm>
            <a:off x="10668000" y="304798"/>
            <a:ext cx="1179720" cy="581555"/>
            <a:chOff x="969962" y="2846965"/>
            <a:chExt cx="1740598" cy="872299"/>
          </a:xfrm>
        </p:grpSpPr>
        <p:sp>
          <p:nvSpPr>
            <p:cNvPr id="1116" name="Google Shape;1116;p107"/>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7" name="Google Shape;1117;p107"/>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8" name="Google Shape;1118;p107"/>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9" name="Google Shape;1119;p107"/>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0" name="Google Shape;1120;p107"/>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1" name="Google Shape;1121;p107"/>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2" name="Google Shape;1122;p107"/>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3" name="Google Shape;1123;p107"/>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4" name="Google Shape;1124;p107"/>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5" name="Google Shape;1125;p107"/>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6" name="Google Shape;1126;p107"/>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7" name="Google Shape;1127;p107"/>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8" name="Google Shape;1128;p107"/>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9" name="Google Shape;1129;p107"/>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0" name="Google Shape;1130;p107"/>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1" name="Google Shape;1131;p107"/>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2" name="Google Shape;1132;p107"/>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3" name="Google Shape;1133;p107"/>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4" name="Google Shape;1134;p107"/>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5" name="Google Shape;1135;p107"/>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6" name="Google Shape;1136;p107"/>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7" name="Google Shape;1137;p107"/>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8" name="Google Shape;1138;p107"/>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spTree>
      <p:nvGrpSpPr>
        <p:cNvPr id="1139" name="Shape 1139"/>
        <p:cNvGrpSpPr/>
        <p:nvPr/>
      </p:nvGrpSpPr>
      <p:grpSpPr>
        <a:xfrm>
          <a:off x="0" y="0"/>
          <a:ext cx="0" cy="0"/>
          <a:chOff x="0" y="0"/>
          <a:chExt cx="0" cy="0"/>
        </a:xfrm>
      </p:grpSpPr>
      <p:sp>
        <p:nvSpPr>
          <p:cNvPr id="1140" name="Google Shape;1140;p108"/>
          <p:cNvSpPr/>
          <p:nvPr/>
        </p:nvSpPr>
        <p:spPr>
          <a:xfrm>
            <a:off x="0" y="0"/>
            <a:ext cx="12192000" cy="6853555"/>
          </a:xfrm>
          <a:prstGeom prst="rect">
            <a:avLst/>
          </a:pr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41" name="Google Shape;1141;p108"/>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1142" name="Google Shape;1142;p108"/>
          <p:cNvSpPr txBox="1"/>
          <p:nvPr>
            <p:ph type="ctrTitle"/>
          </p:nvPr>
        </p:nvSpPr>
        <p:spPr>
          <a:xfrm>
            <a:off x="3156238" y="2197894"/>
            <a:ext cx="8439419"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4000"/>
              <a:buFont typeface="Barlow Medium"/>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3" name="Google Shape;1143;p108"/>
          <p:cNvSpPr txBox="1"/>
          <p:nvPr>
            <p:ph idx="1" type="subTitle"/>
          </p:nvPr>
        </p:nvSpPr>
        <p:spPr>
          <a:xfrm>
            <a:off x="3156238" y="3479447"/>
            <a:ext cx="8439419" cy="42684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400"/>
              <a:buFont typeface="Arial"/>
              <a:buChar char="•"/>
              <a:defRPr sz="2400">
                <a:solidFill>
                  <a:schemeClr val="lt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1144" name="Shape 1144"/>
        <p:cNvGrpSpPr/>
        <p:nvPr/>
      </p:nvGrpSpPr>
      <p:grpSpPr>
        <a:xfrm>
          <a:off x="0" y="0"/>
          <a:ext cx="0" cy="0"/>
          <a:chOff x="0" y="0"/>
          <a:chExt cx="0" cy="0"/>
        </a:xfrm>
      </p:grpSpPr>
      <p:sp>
        <p:nvSpPr>
          <p:cNvPr id="1145" name="Google Shape;1145;p109"/>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6" name="Google Shape;1146;p109"/>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7" name="Google Shape;1147;p109"/>
          <p:cNvSpPr txBox="1"/>
          <p:nvPr>
            <p:ph type="ctrTitle"/>
          </p:nvPr>
        </p:nvSpPr>
        <p:spPr>
          <a:xfrm>
            <a:off x="3582991" y="2615594"/>
            <a:ext cx="7572689"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4000"/>
              <a:buFont typeface="Barlow Medium"/>
              <a:buNone/>
              <a:defRPr sz="40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8" name="Google Shape;1148;p109"/>
          <p:cNvSpPr txBox="1"/>
          <p:nvPr>
            <p:ph idx="1" type="subTitle"/>
          </p:nvPr>
        </p:nvSpPr>
        <p:spPr>
          <a:xfrm>
            <a:off x="3582991" y="3897147"/>
            <a:ext cx="7572689" cy="42684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400"/>
              <a:buFont typeface="Arial"/>
              <a:buNone/>
              <a:defRPr sz="2400">
                <a:solidFill>
                  <a:srgbClr val="BF2026"/>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chemeClr val="accent1"/>
            </a:gs>
            <a:gs pos="100000">
              <a:schemeClr val="dk2"/>
            </a:gs>
          </a:gsLst>
          <a:lin ang="5400000" scaled="0"/>
        </a:gradFill>
      </p:bgPr>
    </p:bg>
    <p:spTree>
      <p:nvGrpSpPr>
        <p:cNvPr id="1149" name="Shape 1149"/>
        <p:cNvGrpSpPr/>
        <p:nvPr/>
      </p:nvGrpSpPr>
      <p:grpSpPr>
        <a:xfrm>
          <a:off x="0" y="0"/>
          <a:ext cx="0" cy="0"/>
          <a:chOff x="0" y="0"/>
          <a:chExt cx="0" cy="0"/>
        </a:xfrm>
      </p:grpSpPr>
      <p:sp>
        <p:nvSpPr>
          <p:cNvPr id="1150" name="Google Shape;1150;p11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51" name="Google Shape;1151;p1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2" name="Google Shape;1152;p1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1153" name="Shape 1153"/>
        <p:cNvGrpSpPr/>
        <p:nvPr/>
      </p:nvGrpSpPr>
      <p:grpSpPr>
        <a:xfrm>
          <a:off x="0" y="0"/>
          <a:ext cx="0" cy="0"/>
          <a:chOff x="0" y="0"/>
          <a:chExt cx="0" cy="0"/>
        </a:xfrm>
      </p:grpSpPr>
      <p:pic>
        <p:nvPicPr>
          <p:cNvPr id="1154" name="Google Shape;1154;p111"/>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155" name="Google Shape;1155;p111"/>
          <p:cNvSpPr txBox="1"/>
          <p:nvPr>
            <p:ph type="ctrTitle"/>
          </p:nvPr>
        </p:nvSpPr>
        <p:spPr>
          <a:xfrm>
            <a:off x="360000" y="338447"/>
            <a:ext cx="11484000" cy="123110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6" name="Google Shape;1156;p111"/>
          <p:cNvSpPr/>
          <p:nvPr/>
        </p:nvSpPr>
        <p:spPr>
          <a:xfrm>
            <a:off x="359998" y="16409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7" name="Google Shape;1157;p111"/>
          <p:cNvSpPr txBox="1"/>
          <p:nvPr>
            <p:ph idx="1" type="subTitle"/>
          </p:nvPr>
        </p:nvSpPr>
        <p:spPr>
          <a:xfrm>
            <a:off x="360000" y="20878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1158" name="Shape 1158"/>
        <p:cNvGrpSpPr/>
        <p:nvPr/>
      </p:nvGrpSpPr>
      <p:grpSpPr>
        <a:xfrm>
          <a:off x="0" y="0"/>
          <a:ext cx="0" cy="0"/>
          <a:chOff x="0" y="0"/>
          <a:chExt cx="0" cy="0"/>
        </a:xfrm>
      </p:grpSpPr>
      <p:sp>
        <p:nvSpPr>
          <p:cNvPr id="1159" name="Google Shape;1159;p112"/>
          <p:cNvSpPr txBox="1"/>
          <p:nvPr>
            <p:ph type="ctrTitle"/>
          </p:nvPr>
        </p:nvSpPr>
        <p:spPr>
          <a:xfrm>
            <a:off x="360000" y="338447"/>
            <a:ext cx="11484000" cy="123110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0" name="Google Shape;1160;p112"/>
          <p:cNvSpPr/>
          <p:nvPr/>
        </p:nvSpPr>
        <p:spPr>
          <a:xfrm>
            <a:off x="359998" y="16409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1" name="Google Shape;1161;p112"/>
          <p:cNvSpPr txBox="1"/>
          <p:nvPr>
            <p:ph idx="1" type="subTitle"/>
          </p:nvPr>
        </p:nvSpPr>
        <p:spPr>
          <a:xfrm>
            <a:off x="360000" y="20878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1162" name="Shape 1162"/>
        <p:cNvGrpSpPr/>
        <p:nvPr/>
      </p:nvGrpSpPr>
      <p:grpSpPr>
        <a:xfrm>
          <a:off x="0" y="0"/>
          <a:ext cx="0" cy="0"/>
          <a:chOff x="0" y="0"/>
          <a:chExt cx="0" cy="0"/>
        </a:xfrm>
      </p:grpSpPr>
      <p:pic>
        <p:nvPicPr>
          <p:cNvPr id="1163" name="Google Shape;1163;p113"/>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164" name="Google Shape;1164;p113"/>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5" name="Google Shape;1165;p113"/>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6" name="Google Shape;1166;p113"/>
          <p:cNvSpPr txBox="1"/>
          <p:nvPr>
            <p:ph idx="1" type="subTitle"/>
          </p:nvPr>
        </p:nvSpPr>
        <p:spPr>
          <a:xfrm>
            <a:off x="360000" y="14909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1167" name="Shape 1167"/>
        <p:cNvGrpSpPr/>
        <p:nvPr/>
      </p:nvGrpSpPr>
      <p:grpSpPr>
        <a:xfrm>
          <a:off x="0" y="0"/>
          <a:ext cx="0" cy="0"/>
          <a:chOff x="0" y="0"/>
          <a:chExt cx="0" cy="0"/>
        </a:xfrm>
      </p:grpSpPr>
      <p:sp>
        <p:nvSpPr>
          <p:cNvPr id="1168" name="Google Shape;1168;p114"/>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9" name="Google Shape;1169;p114"/>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0" name="Google Shape;1170;p114"/>
          <p:cNvSpPr txBox="1"/>
          <p:nvPr>
            <p:ph idx="1" type="subTitle"/>
          </p:nvPr>
        </p:nvSpPr>
        <p:spPr>
          <a:xfrm>
            <a:off x="360000" y="14909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1171" name="Shape 1171"/>
        <p:cNvGrpSpPr/>
        <p:nvPr/>
      </p:nvGrpSpPr>
      <p:grpSpPr>
        <a:xfrm>
          <a:off x="0" y="0"/>
          <a:ext cx="0" cy="0"/>
          <a:chOff x="0" y="0"/>
          <a:chExt cx="0" cy="0"/>
        </a:xfrm>
      </p:grpSpPr>
      <p:sp>
        <p:nvSpPr>
          <p:cNvPr id="1172" name="Google Shape;1172;p115"/>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73" name="Google Shape;1173;p115"/>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4" name="Google Shape;1174;p115"/>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5" name="Google Shape;1175;p115"/>
          <p:cNvSpPr txBox="1"/>
          <p:nvPr>
            <p:ph idx="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1176" name="Shape 1176"/>
        <p:cNvGrpSpPr/>
        <p:nvPr/>
      </p:nvGrpSpPr>
      <p:grpSpPr>
        <a:xfrm>
          <a:off x="0" y="0"/>
          <a:ext cx="0" cy="0"/>
          <a:chOff x="0" y="0"/>
          <a:chExt cx="0" cy="0"/>
        </a:xfrm>
      </p:grpSpPr>
      <p:sp>
        <p:nvSpPr>
          <p:cNvPr id="1177" name="Google Shape;1177;p116"/>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78" name="Google Shape;1178;p116"/>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9" name="Google Shape;1179;p116"/>
          <p:cNvSpPr txBox="1"/>
          <p:nvPr>
            <p:ph idx="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1180" name="Shape 1180"/>
        <p:cNvGrpSpPr/>
        <p:nvPr/>
      </p:nvGrpSpPr>
      <p:grpSpPr>
        <a:xfrm>
          <a:off x="0" y="0"/>
          <a:ext cx="0" cy="0"/>
          <a:chOff x="0" y="0"/>
          <a:chExt cx="0" cy="0"/>
        </a:xfrm>
      </p:grpSpPr>
      <p:sp>
        <p:nvSpPr>
          <p:cNvPr id="1181" name="Google Shape;1181;p117"/>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2" name="Google Shape;1182;p117"/>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3" name="Google Shape;1183;p117"/>
          <p:cNvSpPr txBox="1"/>
          <p:nvPr>
            <p:ph idx="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1184" name="Shape 1184"/>
        <p:cNvGrpSpPr/>
        <p:nvPr/>
      </p:nvGrpSpPr>
      <p:grpSpPr>
        <a:xfrm>
          <a:off x="0" y="0"/>
          <a:ext cx="0" cy="0"/>
          <a:chOff x="0" y="0"/>
          <a:chExt cx="0" cy="0"/>
        </a:xfrm>
      </p:grpSpPr>
      <p:sp>
        <p:nvSpPr>
          <p:cNvPr id="1185" name="Google Shape;1185;p1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1186" name="Shape 1186"/>
        <p:cNvGrpSpPr/>
        <p:nvPr/>
      </p:nvGrpSpPr>
      <p:grpSpPr>
        <a:xfrm>
          <a:off x="0" y="0"/>
          <a:ext cx="0" cy="0"/>
          <a:chOff x="0" y="0"/>
          <a:chExt cx="0" cy="0"/>
        </a:xfrm>
      </p:grpSpPr>
      <p:sp>
        <p:nvSpPr>
          <p:cNvPr id="1187" name="Google Shape;1187;p1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88" name="Google Shape;1188;p119"/>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1189" name="Shape 1189"/>
        <p:cNvGrpSpPr/>
        <p:nvPr/>
      </p:nvGrpSpPr>
      <p:grpSpPr>
        <a:xfrm>
          <a:off x="0" y="0"/>
          <a:ext cx="0" cy="0"/>
          <a:chOff x="0" y="0"/>
          <a:chExt cx="0" cy="0"/>
        </a:xfrm>
      </p:grpSpPr>
      <p:sp>
        <p:nvSpPr>
          <p:cNvPr id="1190" name="Google Shape;1190;p120"/>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1" name="Google Shape;1191;p120"/>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92" name="Google Shape;1192;p120"/>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93" name="Google Shape;1193;p120"/>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4" name="Google Shape;1194;p120"/>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5" name="Google Shape;1195;p120"/>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sz="2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6" name="Google Shape;1196;p120"/>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b="0" sz="2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7" name="Google Shape;1197;p120"/>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lt1"/>
              </a:buClr>
              <a:buSzPts val="2400"/>
              <a:buFont typeface="Arial"/>
              <a:buChar char="•"/>
              <a:defRPr b="0" sz="2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1198" name="Shape 1198"/>
        <p:cNvGrpSpPr/>
        <p:nvPr/>
      </p:nvGrpSpPr>
      <p:grpSpPr>
        <a:xfrm>
          <a:off x="0" y="0"/>
          <a:ext cx="0" cy="0"/>
          <a:chOff x="0" y="0"/>
          <a:chExt cx="0" cy="0"/>
        </a:xfrm>
      </p:grpSpPr>
      <p:sp>
        <p:nvSpPr>
          <p:cNvPr id="1199" name="Google Shape;1199;p121"/>
          <p:cNvSpPr/>
          <p:nvPr>
            <p:ph idx="2" type="pic"/>
          </p:nvPr>
        </p:nvSpPr>
        <p:spPr>
          <a:xfrm>
            <a:off x="0" y="-7067"/>
            <a:ext cx="12192000" cy="3743325"/>
          </a:xfrm>
          <a:prstGeom prst="rect">
            <a:avLst/>
          </a:prstGeom>
          <a:noFill/>
          <a:ln>
            <a:noFill/>
          </a:ln>
        </p:spPr>
      </p:sp>
      <p:sp>
        <p:nvSpPr>
          <p:cNvPr id="1200" name="Google Shape;1200;p121"/>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1" name="Google Shape;1201;p121"/>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2" name="Google Shape;1202;p121"/>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3" name="Google Shape;1203;p121"/>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4" name="Google Shape;1204;p121"/>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5" name="Google Shape;1205;p121"/>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6" name="Google Shape;1206;p121"/>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7" name="Google Shape;1207;p121"/>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8" name="Google Shape;1208;p121"/>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9" name="Google Shape;1209;p121"/>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10" name="Google Shape;1210;p121"/>
          <p:cNvGraphicFramePr/>
          <p:nvPr/>
        </p:nvGraphicFramePr>
        <p:xfrm>
          <a:off x="2128110" y="2485373"/>
          <a:ext cx="2283579" cy="1522386"/>
        </p:xfrm>
        <a:graphic>
          <a:graphicData uri="http://schemas.openxmlformats.org/drawingml/2006/chart">
            <c:chart r:id="rId2"/>
          </a:graphicData>
        </a:graphic>
      </p:graphicFrame>
      <p:sp>
        <p:nvSpPr>
          <p:cNvPr id="1211" name="Google Shape;1211;p121"/>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2" name="Google Shape;1212;p121"/>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13" name="Google Shape;1213;p121"/>
          <p:cNvGraphicFramePr/>
          <p:nvPr/>
        </p:nvGraphicFramePr>
        <p:xfrm>
          <a:off x="4956596" y="2485373"/>
          <a:ext cx="2283579" cy="1522386"/>
        </p:xfrm>
        <a:graphic>
          <a:graphicData uri="http://schemas.openxmlformats.org/drawingml/2006/chart">
            <c:chart r:id="rId3"/>
          </a:graphicData>
        </a:graphic>
      </p:graphicFrame>
      <p:sp>
        <p:nvSpPr>
          <p:cNvPr id="1214" name="Google Shape;1214;p121"/>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5" name="Google Shape;1215;p121"/>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16" name="Google Shape;1216;p121"/>
          <p:cNvGraphicFramePr/>
          <p:nvPr/>
        </p:nvGraphicFramePr>
        <p:xfrm>
          <a:off x="7771209" y="2472275"/>
          <a:ext cx="2283579" cy="1522386"/>
        </p:xfrm>
        <a:graphic>
          <a:graphicData uri="http://schemas.openxmlformats.org/drawingml/2006/chart">
            <c:chart r:id="rId4"/>
          </a:graphicData>
        </a:graphic>
      </p:graphicFrame>
      <p:sp>
        <p:nvSpPr>
          <p:cNvPr id="1217" name="Google Shape;1217;p121"/>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8" name="Google Shape;1218;p121"/>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9" name="Google Shape;1219;p121"/>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0" name="Google Shape;1220;p121"/>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1" name="Google Shape;1221;p121"/>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2" name="Google Shape;1222;p121"/>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3" name="Google Shape;1223;p121"/>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4" name="Google Shape;1224;p121"/>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5" name="Google Shape;1225;p121"/>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6" name="Google Shape;1226;p121"/>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7" name="Google Shape;1227;p121"/>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8" name="Google Shape;1228;p121"/>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9" name="Google Shape;1229;p121"/>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0" name="Google Shape;1230;p121"/>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31" name="Google Shape;1231;p121"/>
          <p:cNvGraphicFramePr/>
          <p:nvPr/>
        </p:nvGraphicFramePr>
        <p:xfrm>
          <a:off x="696554" y="3246336"/>
          <a:ext cx="2283579" cy="1522386"/>
        </p:xfrm>
        <a:graphic>
          <a:graphicData uri="http://schemas.openxmlformats.org/drawingml/2006/chart">
            <c:chart r:id="rId5"/>
          </a:graphicData>
        </a:graphic>
      </p:graphicFrame>
      <p:sp>
        <p:nvSpPr>
          <p:cNvPr id="1232" name="Google Shape;1232;p121"/>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3" name="Google Shape;1233;p121"/>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34" name="Google Shape;1234;p121"/>
          <p:cNvGraphicFramePr/>
          <p:nvPr/>
        </p:nvGraphicFramePr>
        <p:xfrm>
          <a:off x="3527104" y="3184215"/>
          <a:ext cx="2283579" cy="1522386"/>
        </p:xfrm>
        <a:graphic>
          <a:graphicData uri="http://schemas.openxmlformats.org/drawingml/2006/chart">
            <c:chart r:id="rId6"/>
          </a:graphicData>
        </a:graphic>
      </p:graphicFrame>
      <p:sp>
        <p:nvSpPr>
          <p:cNvPr id="1235" name="Google Shape;1235;p121"/>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6" name="Google Shape;1236;p121"/>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37" name="Google Shape;1237;p121"/>
          <p:cNvGraphicFramePr/>
          <p:nvPr/>
        </p:nvGraphicFramePr>
        <p:xfrm>
          <a:off x="6373338" y="3195523"/>
          <a:ext cx="2283579" cy="1522386"/>
        </p:xfrm>
        <a:graphic>
          <a:graphicData uri="http://schemas.openxmlformats.org/drawingml/2006/chart">
            <c:chart r:id="rId7"/>
          </a:graphicData>
        </a:graphic>
      </p:graphicFrame>
      <p:sp>
        <p:nvSpPr>
          <p:cNvPr id="1238" name="Google Shape;1238;p121"/>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9" name="Google Shape;1239;p121"/>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40" name="Google Shape;1240;p121"/>
          <p:cNvGraphicFramePr/>
          <p:nvPr/>
        </p:nvGraphicFramePr>
        <p:xfrm>
          <a:off x="9222809" y="3173171"/>
          <a:ext cx="2283579" cy="1522386"/>
        </p:xfrm>
        <a:graphic>
          <a:graphicData uri="http://schemas.openxmlformats.org/drawingml/2006/chart">
            <c:chart r:id="rId8"/>
          </a:graphicData>
        </a:graphic>
      </p:graphicFrame>
      <p:sp>
        <p:nvSpPr>
          <p:cNvPr id="1241" name="Google Shape;1241;p121"/>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42" name="Google Shape;1242;p121"/>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1243" name="Shape 1243"/>
        <p:cNvGrpSpPr/>
        <p:nvPr/>
      </p:nvGrpSpPr>
      <p:grpSpPr>
        <a:xfrm>
          <a:off x="0" y="0"/>
          <a:ext cx="0" cy="0"/>
          <a:chOff x="0" y="0"/>
          <a:chExt cx="0" cy="0"/>
        </a:xfrm>
      </p:grpSpPr>
      <p:sp>
        <p:nvSpPr>
          <p:cNvPr id="1244" name="Google Shape;1244;p122"/>
          <p:cNvSpPr/>
          <p:nvPr>
            <p:ph idx="2" type="pic"/>
          </p:nvPr>
        </p:nvSpPr>
        <p:spPr>
          <a:xfrm>
            <a:off x="0" y="-7067"/>
            <a:ext cx="12192000" cy="3743325"/>
          </a:xfrm>
          <a:prstGeom prst="rect">
            <a:avLst/>
          </a:prstGeom>
          <a:noFill/>
          <a:ln>
            <a:noFill/>
          </a:ln>
        </p:spPr>
      </p:sp>
      <p:sp>
        <p:nvSpPr>
          <p:cNvPr id="1245" name="Google Shape;1245;p122"/>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46" name="Google Shape;1246;p122"/>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47" name="Google Shape;1247;p122"/>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48" name="Google Shape;1248;p122"/>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49" name="Google Shape;1249;p122"/>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0" name="Google Shape;1250;p122"/>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1" name="Google Shape;1251;p122"/>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52" name="Google Shape;1252;p122"/>
          <p:cNvGraphicFramePr/>
          <p:nvPr/>
        </p:nvGraphicFramePr>
        <p:xfrm>
          <a:off x="3509441" y="2485373"/>
          <a:ext cx="2283579" cy="1522386"/>
        </p:xfrm>
        <a:graphic>
          <a:graphicData uri="http://schemas.openxmlformats.org/drawingml/2006/chart">
            <c:chart r:id="rId2"/>
          </a:graphicData>
        </a:graphic>
      </p:graphicFrame>
      <p:sp>
        <p:nvSpPr>
          <p:cNvPr id="1253" name="Google Shape;1253;p122"/>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4" name="Google Shape;1254;p122"/>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55" name="Google Shape;1255;p122"/>
          <p:cNvGraphicFramePr/>
          <p:nvPr/>
        </p:nvGraphicFramePr>
        <p:xfrm>
          <a:off x="6337927" y="2485373"/>
          <a:ext cx="2283579" cy="1522386"/>
        </p:xfrm>
        <a:graphic>
          <a:graphicData uri="http://schemas.openxmlformats.org/drawingml/2006/chart">
            <c:chart r:id="rId3"/>
          </a:graphicData>
        </a:graphic>
      </p:graphicFrame>
      <p:sp>
        <p:nvSpPr>
          <p:cNvPr id="1256" name="Google Shape;1256;p122"/>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7" name="Google Shape;1257;p122"/>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8" name="Google Shape;1258;p122"/>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9" name="Google Shape;1259;p122"/>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0" name="Google Shape;1260;p122"/>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1" name="Google Shape;1261;p122"/>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2" name="Google Shape;1262;p122"/>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3" name="Google Shape;1263;p122"/>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4" name="Google Shape;1264;p122"/>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5" name="Google Shape;1265;p122"/>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6" name="Google Shape;1266;p122"/>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67" name="Google Shape;1267;p122"/>
          <p:cNvGraphicFramePr/>
          <p:nvPr/>
        </p:nvGraphicFramePr>
        <p:xfrm>
          <a:off x="2077885" y="3246336"/>
          <a:ext cx="2283579" cy="1522386"/>
        </p:xfrm>
        <a:graphic>
          <a:graphicData uri="http://schemas.openxmlformats.org/drawingml/2006/chart">
            <c:chart r:id="rId4"/>
          </a:graphicData>
        </a:graphic>
      </p:graphicFrame>
      <p:sp>
        <p:nvSpPr>
          <p:cNvPr id="1268" name="Google Shape;1268;p122"/>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9" name="Google Shape;1269;p122"/>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70" name="Google Shape;1270;p122"/>
          <p:cNvGraphicFramePr/>
          <p:nvPr/>
        </p:nvGraphicFramePr>
        <p:xfrm>
          <a:off x="4908435" y="3184215"/>
          <a:ext cx="2283579" cy="1522386"/>
        </p:xfrm>
        <a:graphic>
          <a:graphicData uri="http://schemas.openxmlformats.org/drawingml/2006/chart">
            <c:chart r:id="rId5"/>
          </a:graphicData>
        </a:graphic>
      </p:graphicFrame>
      <p:sp>
        <p:nvSpPr>
          <p:cNvPr id="1271" name="Google Shape;1271;p122"/>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2" name="Google Shape;1272;p122"/>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73" name="Google Shape;1273;p122"/>
          <p:cNvGraphicFramePr/>
          <p:nvPr/>
        </p:nvGraphicFramePr>
        <p:xfrm>
          <a:off x="7754669" y="3195523"/>
          <a:ext cx="2283579" cy="1522386"/>
        </p:xfrm>
        <a:graphic>
          <a:graphicData uri="http://schemas.openxmlformats.org/drawingml/2006/chart">
            <c:chart r:id="rId6"/>
          </a:graphicData>
        </a:graphic>
      </p:graphicFrame>
      <p:sp>
        <p:nvSpPr>
          <p:cNvPr id="1274" name="Google Shape;1274;p122"/>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5" name="Google Shape;1275;p122"/>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1276" name="Shape 1276"/>
        <p:cNvGrpSpPr/>
        <p:nvPr/>
      </p:nvGrpSpPr>
      <p:grpSpPr>
        <a:xfrm>
          <a:off x="0" y="0"/>
          <a:ext cx="0" cy="0"/>
          <a:chOff x="0" y="0"/>
          <a:chExt cx="0" cy="0"/>
        </a:xfrm>
      </p:grpSpPr>
      <p:sp>
        <p:nvSpPr>
          <p:cNvPr id="1277" name="Google Shape;1277;p123"/>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278" name="Google Shape;1278;p123"/>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1279" name="Google Shape;1279;p123"/>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0" name="Google Shape;1280;p123"/>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1" name="Google Shape;1281;p123"/>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82" name="Google Shape;1282;p123"/>
          <p:cNvCxnSpPr>
            <a:endCxn id="1283"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84" name="Google Shape;1284;p123"/>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5" name="Google Shape;1285;p123"/>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6" name="Google Shape;1286;p123"/>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87" name="Google Shape;1287;p123"/>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83" name="Google Shape;1283;p123"/>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88" name="Google Shape;1288;p123"/>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89" name="Google Shape;1289;p123"/>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290" name="Google Shape;1290;p123"/>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1" name="Google Shape;1291;p123"/>
          <p:cNvSpPr txBox="1"/>
          <p:nvPr>
            <p:ph idx="8" type="body"/>
          </p:nvPr>
        </p:nvSpPr>
        <p:spPr>
          <a:xfrm>
            <a:off x="3248322" y="405221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2" name="Google Shape;1292;p123"/>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3" name="Google Shape;1293;p123"/>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4" name="Google Shape;1294;p123"/>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5" name="Google Shape;1295;p123"/>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6" name="Google Shape;1296;p123"/>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97" name="Google Shape;1297;p123"/>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98" name="Google Shape;1298;p123"/>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99" name="Google Shape;1299;p123"/>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0" name="Google Shape;1300;p123"/>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1" name="Google Shape;1301;p123"/>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2" name="Google Shape;1302;p123"/>
          <p:cNvSpPr txBox="1"/>
          <p:nvPr>
            <p:ph idx="18" type="body"/>
          </p:nvPr>
        </p:nvSpPr>
        <p:spPr>
          <a:xfrm>
            <a:off x="4747241" y="62707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03" name="Google Shape;1303;p123"/>
          <p:cNvCxnSpPr>
            <a:endCxn id="1304"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305" name="Google Shape;1305;p123"/>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06" name="Google Shape;1306;p123"/>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04" name="Google Shape;1304;p123"/>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07" name="Google Shape;1307;p123"/>
          <p:cNvSpPr txBox="1"/>
          <p:nvPr>
            <p:ph idx="19" type="body"/>
          </p:nvPr>
        </p:nvSpPr>
        <p:spPr>
          <a:xfrm>
            <a:off x="6214028" y="4052411"/>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8" name="Google Shape;1308;p123"/>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9" name="Google Shape;1309;p123"/>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0" name="Google Shape;1310;p123"/>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11" name="Google Shape;1311;p123"/>
          <p:cNvCxnSpPr>
            <a:endCxn id="1312"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313" name="Google Shape;1313;p123"/>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14" name="Google Shape;1314;p123"/>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12" name="Google Shape;1312;p123"/>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15" name="Google Shape;1315;p123"/>
          <p:cNvSpPr txBox="1"/>
          <p:nvPr>
            <p:ph idx="23" type="body"/>
          </p:nvPr>
        </p:nvSpPr>
        <p:spPr>
          <a:xfrm>
            <a:off x="9210609" y="405401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6" name="Google Shape;1316;p123"/>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7" name="Google Shape;1317;p123"/>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8" name="Google Shape;1318;p123"/>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19" name="Google Shape;1319;p123"/>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320" name="Google Shape;1320;p123"/>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1" name="Google Shape;1321;p123"/>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2" name="Google Shape;1322;p123"/>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3" name="Google Shape;1323;p123"/>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4" name="Google Shape;1324;p123"/>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5" name="Google Shape;1325;p123"/>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6" name="Google Shape;1326;p123"/>
          <p:cNvSpPr txBox="1"/>
          <p:nvPr>
            <p:ph idx="30" type="body"/>
          </p:nvPr>
        </p:nvSpPr>
        <p:spPr>
          <a:xfrm>
            <a:off x="7719911" y="62707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1327" name="Shape 1327"/>
        <p:cNvGrpSpPr/>
        <p:nvPr/>
      </p:nvGrpSpPr>
      <p:grpSpPr>
        <a:xfrm>
          <a:off x="0" y="0"/>
          <a:ext cx="0" cy="0"/>
          <a:chOff x="0" y="0"/>
          <a:chExt cx="0" cy="0"/>
        </a:xfrm>
      </p:grpSpPr>
      <p:sp>
        <p:nvSpPr>
          <p:cNvPr id="1328" name="Google Shape;1328;p124"/>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329" name="Google Shape;1329;p124"/>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330" name="Google Shape;1330;p124"/>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1" name="Google Shape;1331;p124"/>
          <p:cNvSpPr txBox="1"/>
          <p:nvPr>
            <p:ph type="ctrTitle"/>
          </p:nvPr>
        </p:nvSpPr>
        <p:spPr>
          <a:xfrm>
            <a:off x="360000" y="308292"/>
            <a:ext cx="3308889" cy="184665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32" name="Google Shape;1332;p124"/>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333" name="Google Shape;1333;p124"/>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4" name="Google Shape;1334;p124"/>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5" name="Google Shape;1335;p124"/>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6" name="Google Shape;1336;p124"/>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7" name="Google Shape;1337;p124"/>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38" name="Google Shape;1338;p124"/>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9" name="Google Shape;1339;p124"/>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0" name="Google Shape;1340;p124"/>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1" name="Google Shape;1341;p124"/>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2" name="Google Shape;1342;p124"/>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3" name="Google Shape;1343;p124"/>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4" name="Google Shape;1344;p124"/>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5" name="Google Shape;1345;p124"/>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6" name="Google Shape;1346;p124"/>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7" name="Google Shape;1347;p124"/>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8" name="Google Shape;1348;p124"/>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9" name="Google Shape;1349;p124"/>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0" name="Google Shape;1350;p124"/>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1" name="Google Shape;1351;p124"/>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2" name="Google Shape;1352;p124"/>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3" name="Google Shape;1353;p124"/>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4" name="Google Shape;1354;p124"/>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1355" name="Shape 1355"/>
        <p:cNvGrpSpPr/>
        <p:nvPr/>
      </p:nvGrpSpPr>
      <p:grpSpPr>
        <a:xfrm>
          <a:off x="0" y="0"/>
          <a:ext cx="0" cy="0"/>
          <a:chOff x="0" y="0"/>
          <a:chExt cx="0" cy="0"/>
        </a:xfrm>
      </p:grpSpPr>
      <p:cxnSp>
        <p:nvCxnSpPr>
          <p:cNvPr id="1356" name="Google Shape;1356;p125"/>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1357" name="Google Shape;1357;p125"/>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58" name="Google Shape;1358;p125"/>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1359" name="Google Shape;1359;p125"/>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0" name="Google Shape;1360;p125"/>
          <p:cNvCxnSpPr>
            <a:stCxn id="1359"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1361" name="Google Shape;1361;p125"/>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2" name="Google Shape;1362;p125"/>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1363" name="Google Shape;1363;p125"/>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1364" name="Google Shape;1364;p125"/>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5" name="Google Shape;1365;p125"/>
          <p:cNvCxnSpPr>
            <a:endCxn id="1364"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1366" name="Google Shape;1366;p125"/>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7" name="Google Shape;1367;p125"/>
          <p:cNvCxnSpPr>
            <a:stCxn id="1366"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1368" name="Google Shape;1368;p125"/>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9" name="Google Shape;1369;p125"/>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1370" name="Google Shape;1370;p125"/>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1" name="Google Shape;1371;p125"/>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2" name="Google Shape;1372;p125"/>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3" name="Google Shape;1373;p125"/>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4" name="Google Shape;1374;p125"/>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5" name="Google Shape;1375;p125"/>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6" name="Google Shape;1376;p125"/>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7" name="Google Shape;1377;p125"/>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8" name="Google Shape;1378;p125"/>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9" name="Google Shape;1379;p125"/>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0" name="Google Shape;1380;p125"/>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1" name="Google Shape;1381;p125"/>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2" name="Google Shape;1382;p125"/>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3" name="Google Shape;1383;p125"/>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4" name="Google Shape;1384;p125"/>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5" name="Google Shape;1385;p125"/>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6" name="Google Shape;1386;p125"/>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7" name="Google Shape;1387;p125"/>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8" name="Google Shape;1388;p125"/>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9" name="Google Shape;1389;p125"/>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0" name="Google Shape;1390;p125"/>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1" name="Google Shape;1391;p125"/>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2" name="Google Shape;1392;p125"/>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3" name="Google Shape;1393;p125"/>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4" name="Google Shape;1394;p125"/>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5" name="Google Shape;1395;p125"/>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6" name="Google Shape;1396;p125"/>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7" name="Google Shape;1397;p125"/>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8" name="Google Shape;1398;p125"/>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1399" name="Shape 1399"/>
        <p:cNvGrpSpPr/>
        <p:nvPr/>
      </p:nvGrpSpPr>
      <p:grpSpPr>
        <a:xfrm>
          <a:off x="0" y="0"/>
          <a:ext cx="0" cy="0"/>
          <a:chOff x="0" y="0"/>
          <a:chExt cx="0" cy="0"/>
        </a:xfrm>
      </p:grpSpPr>
      <p:sp>
        <p:nvSpPr>
          <p:cNvPr id="1400" name="Google Shape;1400;p126"/>
          <p:cNvSpPr/>
          <p:nvPr>
            <p:ph idx="2" type="pic"/>
          </p:nvPr>
        </p:nvSpPr>
        <p:spPr>
          <a:xfrm>
            <a:off x="-2223246" y="-12411263"/>
            <a:ext cx="16566776" cy="14544863"/>
          </a:xfrm>
          <a:prstGeom prst="ellipse">
            <a:avLst/>
          </a:prstGeom>
          <a:noFill/>
          <a:ln>
            <a:noFill/>
          </a:ln>
        </p:spPr>
      </p:sp>
      <p:sp>
        <p:nvSpPr>
          <p:cNvPr id="1401" name="Google Shape;1401;p126"/>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2" name="Google Shape;1402;p126"/>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4000"/>
              <a:buNone/>
              <a:defRPr b="1" sz="40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3" name="Google Shape;1403;p126"/>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1404" name="Shape 1404"/>
        <p:cNvGrpSpPr/>
        <p:nvPr/>
      </p:nvGrpSpPr>
      <p:grpSpPr>
        <a:xfrm>
          <a:off x="0" y="0"/>
          <a:ext cx="0" cy="0"/>
          <a:chOff x="0" y="0"/>
          <a:chExt cx="0" cy="0"/>
        </a:xfrm>
      </p:grpSpPr>
      <p:sp>
        <p:nvSpPr>
          <p:cNvPr id="1405" name="Google Shape;1405;p127"/>
          <p:cNvSpPr/>
          <p:nvPr>
            <p:ph idx="2" type="pic"/>
          </p:nvPr>
        </p:nvSpPr>
        <p:spPr>
          <a:xfrm>
            <a:off x="4598435" y="3203575"/>
            <a:ext cx="2462213" cy="2851150"/>
          </a:xfrm>
          <a:prstGeom prst="rect">
            <a:avLst/>
          </a:prstGeom>
          <a:solidFill>
            <a:srgbClr val="F2F2F2"/>
          </a:solidFill>
          <a:ln>
            <a:noFill/>
          </a:ln>
        </p:spPr>
      </p:sp>
      <p:sp>
        <p:nvSpPr>
          <p:cNvPr id="1406" name="Google Shape;1406;p127"/>
          <p:cNvSpPr txBox="1"/>
          <p:nvPr>
            <p:ph idx="1"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7" name="Google Shape;1407;p127"/>
          <p:cNvSpPr txBox="1"/>
          <p:nvPr>
            <p:ph idx="3"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8" name="Google Shape;1408;p127"/>
          <p:cNvSpPr txBox="1"/>
          <p:nvPr>
            <p:ph idx="4"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9" name="Google Shape;1409;p127"/>
          <p:cNvSpPr/>
          <p:nvPr>
            <p:ph idx="5" type="pic"/>
          </p:nvPr>
        </p:nvSpPr>
        <p:spPr>
          <a:xfrm>
            <a:off x="7162373" y="3203575"/>
            <a:ext cx="2462213" cy="2851150"/>
          </a:xfrm>
          <a:prstGeom prst="rect">
            <a:avLst/>
          </a:prstGeom>
          <a:solidFill>
            <a:srgbClr val="F2F2F2"/>
          </a:solidFill>
          <a:ln>
            <a:noFill/>
          </a:ln>
        </p:spPr>
      </p:sp>
      <p:sp>
        <p:nvSpPr>
          <p:cNvPr id="1410" name="Google Shape;1410;p127"/>
          <p:cNvSpPr txBox="1"/>
          <p:nvPr>
            <p:ph idx="6"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1" name="Google Shape;1411;p127"/>
          <p:cNvSpPr txBox="1"/>
          <p:nvPr>
            <p:ph idx="7"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2" name="Google Shape;1412;p127"/>
          <p:cNvSpPr txBox="1"/>
          <p:nvPr>
            <p:ph idx="8"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3" name="Google Shape;1413;p127"/>
          <p:cNvSpPr/>
          <p:nvPr>
            <p:ph idx="9" type="pic"/>
          </p:nvPr>
        </p:nvSpPr>
        <p:spPr>
          <a:xfrm>
            <a:off x="9729787" y="3203575"/>
            <a:ext cx="2462213" cy="2851150"/>
          </a:xfrm>
          <a:prstGeom prst="rect">
            <a:avLst/>
          </a:prstGeom>
          <a:solidFill>
            <a:srgbClr val="F2F2F2"/>
          </a:solidFill>
          <a:ln>
            <a:noFill/>
          </a:ln>
        </p:spPr>
      </p:sp>
      <p:sp>
        <p:nvSpPr>
          <p:cNvPr id="1414" name="Google Shape;1414;p127"/>
          <p:cNvSpPr txBox="1"/>
          <p:nvPr>
            <p:ph idx="13"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5" name="Google Shape;1415;p127"/>
          <p:cNvSpPr txBox="1"/>
          <p:nvPr>
            <p:ph idx="14"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6" name="Google Shape;1416;p127"/>
          <p:cNvSpPr txBox="1"/>
          <p:nvPr>
            <p:ph idx="15"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7" name="Google Shape;1417;p127"/>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18" name="Google Shape;1418;p127"/>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1419" name="Google Shape;1419;p127"/>
          <p:cNvSpPr/>
          <p:nvPr>
            <p:ph idx="16" type="pic"/>
          </p:nvPr>
        </p:nvSpPr>
        <p:spPr>
          <a:xfrm>
            <a:off x="2030510" y="2372361"/>
            <a:ext cx="2462213" cy="3682364"/>
          </a:xfrm>
          <a:prstGeom prst="rect">
            <a:avLst/>
          </a:prstGeom>
          <a:solidFill>
            <a:schemeClr val="dk2"/>
          </a:solidFill>
          <a:ln>
            <a:noFill/>
          </a:ln>
        </p:spPr>
      </p:sp>
      <p:sp>
        <p:nvSpPr>
          <p:cNvPr id="1420" name="Google Shape;1420;p127"/>
          <p:cNvSpPr txBox="1"/>
          <p:nvPr>
            <p:ph idx="17"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1" name="Google Shape;1421;p127"/>
          <p:cNvSpPr txBox="1"/>
          <p:nvPr>
            <p:ph idx="18"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2" name="Google Shape;1422;p127"/>
          <p:cNvSpPr txBox="1"/>
          <p:nvPr>
            <p:ph idx="19"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3" name="Google Shape;1423;p127"/>
          <p:cNvSpPr txBox="1"/>
          <p:nvPr>
            <p:ph idx="20"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4" name="Google Shape;1424;p127"/>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5" name="Google Shape;1425;p127"/>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6" name="Google Shape;1426;p127"/>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1427" name="Shape 1427"/>
        <p:cNvGrpSpPr/>
        <p:nvPr/>
      </p:nvGrpSpPr>
      <p:grpSpPr>
        <a:xfrm>
          <a:off x="0" y="0"/>
          <a:ext cx="0" cy="0"/>
          <a:chOff x="0" y="0"/>
          <a:chExt cx="0" cy="0"/>
        </a:xfrm>
      </p:grpSpPr>
      <p:sp>
        <p:nvSpPr>
          <p:cNvPr id="1428" name="Google Shape;1428;p128"/>
          <p:cNvSpPr/>
          <p:nvPr>
            <p:ph idx="2" type="pic"/>
          </p:nvPr>
        </p:nvSpPr>
        <p:spPr>
          <a:xfrm>
            <a:off x="2028825" y="3203575"/>
            <a:ext cx="2462213" cy="2851150"/>
          </a:xfrm>
          <a:prstGeom prst="rect">
            <a:avLst/>
          </a:prstGeom>
          <a:solidFill>
            <a:srgbClr val="F2F2F2"/>
          </a:solidFill>
          <a:ln>
            <a:noFill/>
          </a:ln>
        </p:spPr>
      </p:sp>
      <p:sp>
        <p:nvSpPr>
          <p:cNvPr id="1429" name="Google Shape;1429;p128"/>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30" name="Google Shape;1430;p128"/>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1431" name="Google Shape;1431;p128"/>
          <p:cNvSpPr txBox="1"/>
          <p:nvPr>
            <p:ph idx="1"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2" name="Google Shape;1432;p128"/>
          <p:cNvSpPr txBox="1"/>
          <p:nvPr>
            <p:ph idx="3"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3" name="Google Shape;1433;p128"/>
          <p:cNvSpPr txBox="1"/>
          <p:nvPr>
            <p:ph idx="4"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4" name="Google Shape;1434;p128"/>
          <p:cNvSpPr/>
          <p:nvPr>
            <p:ph idx="5" type="pic"/>
          </p:nvPr>
        </p:nvSpPr>
        <p:spPr>
          <a:xfrm>
            <a:off x="4595599" y="2372361"/>
            <a:ext cx="2462213" cy="3682364"/>
          </a:xfrm>
          <a:prstGeom prst="rect">
            <a:avLst/>
          </a:prstGeom>
          <a:solidFill>
            <a:schemeClr val="dk2"/>
          </a:solidFill>
          <a:ln>
            <a:noFill/>
          </a:ln>
        </p:spPr>
      </p:sp>
      <p:sp>
        <p:nvSpPr>
          <p:cNvPr id="1435" name="Google Shape;1435;p128"/>
          <p:cNvSpPr txBox="1"/>
          <p:nvPr>
            <p:ph idx="6"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6" name="Google Shape;1436;p128"/>
          <p:cNvSpPr txBox="1"/>
          <p:nvPr>
            <p:ph idx="7"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7" name="Google Shape;1437;p128"/>
          <p:cNvSpPr txBox="1"/>
          <p:nvPr>
            <p:ph idx="8"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8" name="Google Shape;1438;p128"/>
          <p:cNvSpPr txBox="1"/>
          <p:nvPr>
            <p:ph idx="9"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9" name="Google Shape;1439;p128"/>
          <p:cNvSpPr/>
          <p:nvPr>
            <p:ph idx="13" type="pic"/>
          </p:nvPr>
        </p:nvSpPr>
        <p:spPr>
          <a:xfrm>
            <a:off x="7162373" y="3203575"/>
            <a:ext cx="2462213" cy="2851150"/>
          </a:xfrm>
          <a:prstGeom prst="rect">
            <a:avLst/>
          </a:prstGeom>
          <a:solidFill>
            <a:srgbClr val="F2F2F2"/>
          </a:solidFill>
          <a:ln>
            <a:noFill/>
          </a:ln>
        </p:spPr>
      </p:sp>
      <p:sp>
        <p:nvSpPr>
          <p:cNvPr id="1440" name="Google Shape;1440;p128"/>
          <p:cNvSpPr txBox="1"/>
          <p:nvPr>
            <p:ph idx="14"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1" name="Google Shape;1441;p128"/>
          <p:cNvSpPr txBox="1"/>
          <p:nvPr>
            <p:ph idx="15"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2" name="Google Shape;1442;p128"/>
          <p:cNvSpPr txBox="1"/>
          <p:nvPr>
            <p:ph idx="16"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3" name="Google Shape;1443;p128"/>
          <p:cNvSpPr/>
          <p:nvPr>
            <p:ph idx="17" type="pic"/>
          </p:nvPr>
        </p:nvSpPr>
        <p:spPr>
          <a:xfrm>
            <a:off x="9729787" y="3203575"/>
            <a:ext cx="2462213" cy="2851150"/>
          </a:xfrm>
          <a:prstGeom prst="rect">
            <a:avLst/>
          </a:prstGeom>
          <a:solidFill>
            <a:srgbClr val="F2F2F2"/>
          </a:solidFill>
          <a:ln>
            <a:noFill/>
          </a:ln>
        </p:spPr>
      </p:sp>
      <p:sp>
        <p:nvSpPr>
          <p:cNvPr id="1444" name="Google Shape;1444;p128"/>
          <p:cNvSpPr txBox="1"/>
          <p:nvPr>
            <p:ph idx="18"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5" name="Google Shape;1445;p128"/>
          <p:cNvSpPr txBox="1"/>
          <p:nvPr>
            <p:ph idx="19"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6" name="Google Shape;1446;p128"/>
          <p:cNvSpPr txBox="1"/>
          <p:nvPr>
            <p:ph idx="20"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7" name="Google Shape;1447;p128"/>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8" name="Google Shape;1448;p128"/>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49" name="Google Shape;1449;p128"/>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1450" name="Shape 1450"/>
        <p:cNvGrpSpPr/>
        <p:nvPr/>
      </p:nvGrpSpPr>
      <p:grpSpPr>
        <a:xfrm>
          <a:off x="0" y="0"/>
          <a:ext cx="0" cy="0"/>
          <a:chOff x="0" y="0"/>
          <a:chExt cx="0" cy="0"/>
        </a:xfrm>
      </p:grpSpPr>
      <p:sp>
        <p:nvSpPr>
          <p:cNvPr id="1451" name="Google Shape;1451;p129"/>
          <p:cNvSpPr/>
          <p:nvPr>
            <p:ph idx="2" type="pic"/>
          </p:nvPr>
        </p:nvSpPr>
        <p:spPr>
          <a:xfrm>
            <a:off x="2028825" y="3203575"/>
            <a:ext cx="2462213" cy="2851150"/>
          </a:xfrm>
          <a:prstGeom prst="rect">
            <a:avLst/>
          </a:prstGeom>
          <a:solidFill>
            <a:srgbClr val="F2F2F2"/>
          </a:solidFill>
          <a:ln>
            <a:noFill/>
          </a:ln>
        </p:spPr>
      </p:sp>
      <p:sp>
        <p:nvSpPr>
          <p:cNvPr id="1452" name="Google Shape;1452;p129"/>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53" name="Google Shape;1453;p129"/>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1454" name="Google Shape;1454;p129"/>
          <p:cNvSpPr txBox="1"/>
          <p:nvPr>
            <p:ph idx="1"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5" name="Google Shape;1455;p129"/>
          <p:cNvSpPr txBox="1"/>
          <p:nvPr>
            <p:ph idx="3"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6" name="Google Shape;1456;p129"/>
          <p:cNvSpPr txBox="1"/>
          <p:nvPr>
            <p:ph idx="4"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7" name="Google Shape;1457;p129"/>
          <p:cNvSpPr/>
          <p:nvPr>
            <p:ph idx="5" type="pic"/>
          </p:nvPr>
        </p:nvSpPr>
        <p:spPr>
          <a:xfrm>
            <a:off x="7162373" y="2372361"/>
            <a:ext cx="2462213" cy="3682364"/>
          </a:xfrm>
          <a:prstGeom prst="rect">
            <a:avLst/>
          </a:prstGeom>
          <a:solidFill>
            <a:schemeClr val="dk2"/>
          </a:solidFill>
          <a:ln>
            <a:noFill/>
          </a:ln>
        </p:spPr>
      </p:sp>
      <p:sp>
        <p:nvSpPr>
          <p:cNvPr id="1458" name="Google Shape;1458;p129"/>
          <p:cNvSpPr txBox="1"/>
          <p:nvPr>
            <p:ph idx="6"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9" name="Google Shape;1459;p129"/>
          <p:cNvSpPr txBox="1"/>
          <p:nvPr>
            <p:ph idx="7"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0" name="Google Shape;1460;p129"/>
          <p:cNvSpPr txBox="1"/>
          <p:nvPr>
            <p:ph idx="8"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1" name="Google Shape;1461;p129"/>
          <p:cNvSpPr txBox="1"/>
          <p:nvPr>
            <p:ph idx="9"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2" name="Google Shape;1462;p129"/>
          <p:cNvSpPr/>
          <p:nvPr>
            <p:ph idx="13" type="pic"/>
          </p:nvPr>
        </p:nvSpPr>
        <p:spPr>
          <a:xfrm>
            <a:off x="4597124" y="3203575"/>
            <a:ext cx="2462213" cy="2851150"/>
          </a:xfrm>
          <a:prstGeom prst="rect">
            <a:avLst/>
          </a:prstGeom>
          <a:solidFill>
            <a:srgbClr val="F2F2F2"/>
          </a:solidFill>
          <a:ln>
            <a:noFill/>
          </a:ln>
        </p:spPr>
      </p:sp>
      <p:sp>
        <p:nvSpPr>
          <p:cNvPr id="1463" name="Google Shape;1463;p129"/>
          <p:cNvSpPr txBox="1"/>
          <p:nvPr>
            <p:ph idx="14"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4" name="Google Shape;1464;p129"/>
          <p:cNvSpPr txBox="1"/>
          <p:nvPr>
            <p:ph idx="15"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5" name="Google Shape;1465;p129"/>
          <p:cNvSpPr txBox="1"/>
          <p:nvPr>
            <p:ph idx="16"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6" name="Google Shape;1466;p129"/>
          <p:cNvSpPr/>
          <p:nvPr>
            <p:ph idx="17" type="pic"/>
          </p:nvPr>
        </p:nvSpPr>
        <p:spPr>
          <a:xfrm>
            <a:off x="9729787" y="3203575"/>
            <a:ext cx="2462213" cy="2851150"/>
          </a:xfrm>
          <a:prstGeom prst="rect">
            <a:avLst/>
          </a:prstGeom>
          <a:solidFill>
            <a:srgbClr val="F2F2F2"/>
          </a:solidFill>
          <a:ln>
            <a:noFill/>
          </a:ln>
        </p:spPr>
      </p:sp>
      <p:sp>
        <p:nvSpPr>
          <p:cNvPr id="1467" name="Google Shape;1467;p129"/>
          <p:cNvSpPr txBox="1"/>
          <p:nvPr>
            <p:ph idx="18"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8" name="Google Shape;1468;p129"/>
          <p:cNvSpPr txBox="1"/>
          <p:nvPr>
            <p:ph idx="19"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9" name="Google Shape;1469;p129"/>
          <p:cNvSpPr txBox="1"/>
          <p:nvPr>
            <p:ph idx="20"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0" name="Google Shape;1470;p129"/>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1" name="Google Shape;1471;p129"/>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72" name="Google Shape;1472;p129"/>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1473" name="Shape 1473"/>
        <p:cNvGrpSpPr/>
        <p:nvPr/>
      </p:nvGrpSpPr>
      <p:grpSpPr>
        <a:xfrm>
          <a:off x="0" y="0"/>
          <a:ext cx="0" cy="0"/>
          <a:chOff x="0" y="0"/>
          <a:chExt cx="0" cy="0"/>
        </a:xfrm>
      </p:grpSpPr>
      <p:sp>
        <p:nvSpPr>
          <p:cNvPr id="1474" name="Google Shape;1474;p130"/>
          <p:cNvSpPr/>
          <p:nvPr>
            <p:ph idx="2" type="pic"/>
          </p:nvPr>
        </p:nvSpPr>
        <p:spPr>
          <a:xfrm>
            <a:off x="2028825" y="3203575"/>
            <a:ext cx="2462213" cy="2851150"/>
          </a:xfrm>
          <a:prstGeom prst="rect">
            <a:avLst/>
          </a:prstGeom>
          <a:solidFill>
            <a:srgbClr val="F2F2F2"/>
          </a:solidFill>
          <a:ln>
            <a:noFill/>
          </a:ln>
        </p:spPr>
      </p:sp>
      <p:sp>
        <p:nvSpPr>
          <p:cNvPr id="1475" name="Google Shape;1475;p130"/>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76" name="Google Shape;1476;p130"/>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1477" name="Google Shape;1477;p130"/>
          <p:cNvSpPr txBox="1"/>
          <p:nvPr>
            <p:ph idx="1"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8" name="Google Shape;1478;p130"/>
          <p:cNvSpPr txBox="1"/>
          <p:nvPr>
            <p:ph idx="3"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9" name="Google Shape;1479;p130"/>
          <p:cNvSpPr txBox="1"/>
          <p:nvPr>
            <p:ph idx="4"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0" name="Google Shape;1480;p130"/>
          <p:cNvSpPr/>
          <p:nvPr>
            <p:ph idx="5" type="pic"/>
          </p:nvPr>
        </p:nvSpPr>
        <p:spPr>
          <a:xfrm>
            <a:off x="9729787" y="2372361"/>
            <a:ext cx="2462213" cy="3682364"/>
          </a:xfrm>
          <a:prstGeom prst="rect">
            <a:avLst/>
          </a:prstGeom>
          <a:solidFill>
            <a:schemeClr val="dk2"/>
          </a:solidFill>
          <a:ln>
            <a:noFill/>
          </a:ln>
        </p:spPr>
      </p:sp>
      <p:sp>
        <p:nvSpPr>
          <p:cNvPr id="1481" name="Google Shape;1481;p130"/>
          <p:cNvSpPr txBox="1"/>
          <p:nvPr>
            <p:ph idx="6"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2" name="Google Shape;1482;p130"/>
          <p:cNvSpPr txBox="1"/>
          <p:nvPr>
            <p:ph idx="7"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3" name="Google Shape;1483;p130"/>
          <p:cNvSpPr txBox="1"/>
          <p:nvPr>
            <p:ph idx="8"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4" name="Google Shape;1484;p130"/>
          <p:cNvSpPr txBox="1"/>
          <p:nvPr>
            <p:ph idx="9"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5" name="Google Shape;1485;p130"/>
          <p:cNvSpPr/>
          <p:nvPr>
            <p:ph idx="13" type="pic"/>
          </p:nvPr>
        </p:nvSpPr>
        <p:spPr>
          <a:xfrm>
            <a:off x="4597124" y="3203575"/>
            <a:ext cx="2462213" cy="2851150"/>
          </a:xfrm>
          <a:prstGeom prst="rect">
            <a:avLst/>
          </a:prstGeom>
          <a:solidFill>
            <a:srgbClr val="F2F2F2"/>
          </a:solidFill>
          <a:ln>
            <a:noFill/>
          </a:ln>
        </p:spPr>
      </p:sp>
      <p:sp>
        <p:nvSpPr>
          <p:cNvPr id="1486" name="Google Shape;1486;p130"/>
          <p:cNvSpPr txBox="1"/>
          <p:nvPr>
            <p:ph idx="14"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7" name="Google Shape;1487;p130"/>
          <p:cNvSpPr txBox="1"/>
          <p:nvPr>
            <p:ph idx="15"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8" name="Google Shape;1488;p130"/>
          <p:cNvSpPr txBox="1"/>
          <p:nvPr>
            <p:ph idx="16"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9" name="Google Shape;1489;p130"/>
          <p:cNvSpPr/>
          <p:nvPr>
            <p:ph idx="17" type="pic"/>
          </p:nvPr>
        </p:nvSpPr>
        <p:spPr>
          <a:xfrm>
            <a:off x="7164858" y="3203575"/>
            <a:ext cx="2462213" cy="2851150"/>
          </a:xfrm>
          <a:prstGeom prst="rect">
            <a:avLst/>
          </a:prstGeom>
          <a:solidFill>
            <a:srgbClr val="F2F2F2"/>
          </a:solidFill>
          <a:ln>
            <a:noFill/>
          </a:ln>
        </p:spPr>
      </p:sp>
      <p:sp>
        <p:nvSpPr>
          <p:cNvPr id="1490" name="Google Shape;1490;p130"/>
          <p:cNvSpPr txBox="1"/>
          <p:nvPr>
            <p:ph idx="18"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1" name="Google Shape;1491;p130"/>
          <p:cNvSpPr txBox="1"/>
          <p:nvPr>
            <p:ph idx="19"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2" name="Google Shape;1492;p130"/>
          <p:cNvSpPr txBox="1"/>
          <p:nvPr>
            <p:ph idx="20"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3" name="Google Shape;1493;p130"/>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4" name="Google Shape;1494;p130"/>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5" name="Google Shape;1495;p130"/>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1496" name="Shape 1496"/>
        <p:cNvGrpSpPr/>
        <p:nvPr/>
      </p:nvGrpSpPr>
      <p:grpSpPr>
        <a:xfrm>
          <a:off x="0" y="0"/>
          <a:ext cx="0" cy="0"/>
          <a:chOff x="0" y="0"/>
          <a:chExt cx="0" cy="0"/>
        </a:xfrm>
      </p:grpSpPr>
      <p:sp>
        <p:nvSpPr>
          <p:cNvPr id="1497" name="Google Shape;1497;p131"/>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498" name="Google Shape;1498;p131"/>
          <p:cNvSpPr/>
          <p:nvPr>
            <p:ph idx="2" type="pic"/>
          </p:nvPr>
        </p:nvSpPr>
        <p:spPr>
          <a:xfrm>
            <a:off x="4469157" y="-1"/>
            <a:ext cx="7114233" cy="6868049"/>
          </a:xfrm>
          <a:prstGeom prst="rect">
            <a:avLst/>
          </a:prstGeom>
          <a:noFill/>
          <a:ln>
            <a:noFill/>
          </a:ln>
        </p:spPr>
      </p:sp>
      <p:sp>
        <p:nvSpPr>
          <p:cNvPr id="1499" name="Google Shape;1499;p131"/>
          <p:cNvSpPr/>
          <p:nvPr>
            <p:ph idx="3" type="pic"/>
          </p:nvPr>
        </p:nvSpPr>
        <p:spPr>
          <a:xfrm>
            <a:off x="6621458" y="4188053"/>
            <a:ext cx="4032071" cy="1773425"/>
          </a:xfrm>
          <a:prstGeom prst="rect">
            <a:avLst/>
          </a:prstGeom>
          <a:solidFill>
            <a:schemeClr val="dk2"/>
          </a:solidFill>
          <a:ln>
            <a:noFill/>
          </a:ln>
        </p:spPr>
      </p:sp>
      <p:sp>
        <p:nvSpPr>
          <p:cNvPr id="1500" name="Google Shape;1500;p131"/>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1" name="Google Shape;1501;p131"/>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2" name="Google Shape;1502;p131"/>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3" name="Google Shape;1503;p131"/>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4" name="Google Shape;1504;p131"/>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5" name="Google Shape;1505;p131"/>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06" name="Google Shape;1506;p131"/>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1507" name="Google Shape;1507;p131"/>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1508" name="Google Shape;1508;p131"/>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1509" name="Google Shape;1509;p131"/>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0" name="Google Shape;1510;p131"/>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1" name="Google Shape;1511;p131"/>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2" name="Google Shape;1512;p131"/>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3" name="Google Shape;1513;p131"/>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4" name="Google Shape;1514;p131"/>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5" name="Google Shape;1515;p131"/>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6" name="Google Shape;1516;p131"/>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7" name="Google Shape;1517;p131"/>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1518" name="Shape 1518"/>
        <p:cNvGrpSpPr/>
        <p:nvPr/>
      </p:nvGrpSpPr>
      <p:grpSpPr>
        <a:xfrm>
          <a:off x="0" y="0"/>
          <a:ext cx="0" cy="0"/>
          <a:chOff x="0" y="0"/>
          <a:chExt cx="0" cy="0"/>
        </a:xfrm>
      </p:grpSpPr>
      <p:sp>
        <p:nvSpPr>
          <p:cNvPr id="1519" name="Google Shape;1519;p132"/>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520" name="Google Shape;1520;p132"/>
          <p:cNvSpPr/>
          <p:nvPr>
            <p:ph idx="2" type="pic"/>
          </p:nvPr>
        </p:nvSpPr>
        <p:spPr>
          <a:xfrm>
            <a:off x="4469157" y="-1"/>
            <a:ext cx="7114233" cy="6868049"/>
          </a:xfrm>
          <a:prstGeom prst="rect">
            <a:avLst/>
          </a:prstGeom>
          <a:noFill/>
          <a:ln>
            <a:noFill/>
          </a:ln>
        </p:spPr>
      </p:sp>
      <p:sp>
        <p:nvSpPr>
          <p:cNvPr id="1521" name="Google Shape;1521;p132"/>
          <p:cNvSpPr txBox="1"/>
          <p:nvPr/>
        </p:nvSpPr>
        <p:spPr>
          <a:xfrm>
            <a:off x="707679" y="1857795"/>
            <a:ext cx="4484082" cy="123110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4000"/>
              <a:buFont typeface="Barlow Medium"/>
              <a:buNone/>
            </a:pPr>
            <a:r>
              <a:rPr b="1" lang="en-US" sz="4000">
                <a:solidFill>
                  <a:schemeClr val="dk1"/>
                </a:solidFill>
                <a:latin typeface="Barlow Medium"/>
                <a:ea typeface="Barlow Medium"/>
                <a:cs typeface="Barlow Medium"/>
                <a:sym typeface="Barlow Medium"/>
              </a:rPr>
              <a:t>Click to edit </a:t>
            </a:r>
            <a:br>
              <a:rPr b="1" lang="en-US" sz="4000">
                <a:solidFill>
                  <a:schemeClr val="dk1"/>
                </a:solidFill>
                <a:latin typeface="Barlow Medium"/>
                <a:ea typeface="Barlow Medium"/>
                <a:cs typeface="Barlow Medium"/>
                <a:sym typeface="Barlow Medium"/>
              </a:rPr>
            </a:br>
            <a:r>
              <a:rPr b="1" lang="en-US" sz="4000">
                <a:solidFill>
                  <a:schemeClr val="dk1"/>
                </a:solidFill>
                <a:latin typeface="Barlow Medium"/>
                <a:ea typeface="Barlow Medium"/>
                <a:cs typeface="Barlow Medium"/>
                <a:sym typeface="Barlow Medium"/>
              </a:rPr>
              <a:t>Master title style</a:t>
            </a:r>
            <a:endParaRPr b="1" sz="4000">
              <a:solidFill>
                <a:schemeClr val="dk1"/>
              </a:solidFill>
              <a:latin typeface="Barlow Medium"/>
              <a:ea typeface="Barlow Medium"/>
              <a:cs typeface="Barlow Medium"/>
              <a:sym typeface="Barlow Medium"/>
            </a:endParaRPr>
          </a:p>
        </p:txBody>
      </p:sp>
      <p:sp>
        <p:nvSpPr>
          <p:cNvPr id="1522" name="Google Shape;1522;p132"/>
          <p:cNvSpPr txBox="1"/>
          <p:nvPr>
            <p:ph idx="1" type="subTitle"/>
          </p:nvPr>
        </p:nvSpPr>
        <p:spPr>
          <a:xfrm>
            <a:off x="707679" y="3688881"/>
            <a:ext cx="3569682" cy="125572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800"/>
              <a:buFont typeface="Arial"/>
              <a:buChar char="•"/>
              <a:defRPr sz="2800">
                <a:solidFill>
                  <a:schemeClr val="dk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23" name="Google Shape;1523;p132"/>
          <p:cNvSpPr/>
          <p:nvPr>
            <p:ph idx="3" type="pic"/>
          </p:nvPr>
        </p:nvSpPr>
        <p:spPr>
          <a:xfrm>
            <a:off x="6621458" y="4188053"/>
            <a:ext cx="4032071" cy="1773425"/>
          </a:xfrm>
          <a:prstGeom prst="rect">
            <a:avLst/>
          </a:prstGeom>
          <a:solidFill>
            <a:schemeClr val="dk2"/>
          </a:solidFill>
          <a:ln>
            <a:noFill/>
          </a:ln>
        </p:spPr>
      </p:sp>
      <p:sp>
        <p:nvSpPr>
          <p:cNvPr id="1524" name="Google Shape;1524;p132"/>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5" name="Google Shape;1525;p132"/>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6" name="Google Shape;1526;p132"/>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 + Content">
  <p:cSld name="4_Image + Content">
    <p:spTree>
      <p:nvGrpSpPr>
        <p:cNvPr id="1527" name="Shape 1527"/>
        <p:cNvGrpSpPr/>
        <p:nvPr/>
      </p:nvGrpSpPr>
      <p:grpSpPr>
        <a:xfrm>
          <a:off x="0" y="0"/>
          <a:ext cx="0" cy="0"/>
          <a:chOff x="0" y="0"/>
          <a:chExt cx="0" cy="0"/>
        </a:xfrm>
      </p:grpSpPr>
      <p:sp>
        <p:nvSpPr>
          <p:cNvPr id="1528" name="Google Shape;1528;p133"/>
          <p:cNvSpPr/>
          <p:nvPr>
            <p:ph idx="2" type="pic"/>
          </p:nvPr>
        </p:nvSpPr>
        <p:spPr>
          <a:xfrm>
            <a:off x="4469157" y="-1"/>
            <a:ext cx="7114233" cy="6868049"/>
          </a:xfrm>
          <a:prstGeom prst="rect">
            <a:avLst/>
          </a:prstGeom>
          <a:noFill/>
          <a:ln>
            <a:noFill/>
          </a:ln>
        </p:spPr>
      </p:sp>
      <p:sp>
        <p:nvSpPr>
          <p:cNvPr id="1529" name="Google Shape;1529;p133"/>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530" name="Google Shape;1530;p133"/>
          <p:cNvSpPr txBox="1"/>
          <p:nvPr>
            <p:ph idx="1" type="subTitle"/>
          </p:nvPr>
        </p:nvSpPr>
        <p:spPr>
          <a:xfrm>
            <a:off x="707679" y="3688881"/>
            <a:ext cx="3569682" cy="125572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800"/>
              <a:buFont typeface="Arial"/>
              <a:buChar char="•"/>
              <a:defRPr sz="2800">
                <a:solidFill>
                  <a:schemeClr val="dk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31" name="Google Shape;1531;p133"/>
          <p:cNvSpPr txBox="1"/>
          <p:nvPr/>
        </p:nvSpPr>
        <p:spPr>
          <a:xfrm>
            <a:off x="5640355" y="2929812"/>
            <a:ext cx="914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2" name="Google Shape;1532;p133"/>
          <p:cNvSpPr txBox="1"/>
          <p:nvPr>
            <p:ph type="ctrTitle"/>
          </p:nvPr>
        </p:nvSpPr>
        <p:spPr>
          <a:xfrm>
            <a:off x="707679" y="2314259"/>
            <a:ext cx="4484082"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202020"/>
              </a:buClr>
              <a:buSzPts val="4000"/>
              <a:buFont typeface="Barlow Medium"/>
              <a:buNone/>
              <a:defRPr sz="4000">
                <a:solidFill>
                  <a:srgbClr val="20202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3" name="Google Shape;1533;p133"/>
          <p:cNvSpPr/>
          <p:nvPr/>
        </p:nvSpPr>
        <p:spPr>
          <a:xfrm>
            <a:off x="6624633" y="4187228"/>
            <a:ext cx="4025721" cy="1770250"/>
          </a:xfrm>
          <a:custGeom>
            <a:rect b="b" l="l" r="r" t="t"/>
            <a:pathLst>
              <a:path extrusionOk="0" h="1770250" w="4025721">
                <a:moveTo>
                  <a:pt x="0" y="1770250"/>
                </a:moveTo>
                <a:lnTo>
                  <a:pt x="576706" y="0"/>
                </a:lnTo>
                <a:lnTo>
                  <a:pt x="4025721" y="3175"/>
                </a:lnTo>
                <a:lnTo>
                  <a:pt x="3449015" y="1760725"/>
                </a:lnTo>
                <a:lnTo>
                  <a:pt x="0" y="1770250"/>
                </a:lnTo>
                <a:close/>
              </a:path>
            </a:pathLst>
          </a:custGeom>
          <a:solidFill>
            <a:schemeClr val="dk2"/>
          </a:solidFill>
          <a:ln cap="flat" cmpd="sng" w="25400">
            <a:solidFill>
              <a:srgbClr val="BF20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 + Content">
  <p:cSld name="5_Image + Content">
    <p:spTree>
      <p:nvGrpSpPr>
        <p:cNvPr id="1534" name="Shape 1534"/>
        <p:cNvGrpSpPr/>
        <p:nvPr/>
      </p:nvGrpSpPr>
      <p:grpSpPr>
        <a:xfrm>
          <a:off x="0" y="0"/>
          <a:ext cx="0" cy="0"/>
          <a:chOff x="0" y="0"/>
          <a:chExt cx="0" cy="0"/>
        </a:xfrm>
      </p:grpSpPr>
      <p:sp>
        <p:nvSpPr>
          <p:cNvPr id="1535" name="Google Shape;1535;p134"/>
          <p:cNvSpPr/>
          <p:nvPr>
            <p:ph idx="2" type="pic"/>
          </p:nvPr>
        </p:nvSpPr>
        <p:spPr>
          <a:xfrm>
            <a:off x="4469157" y="-1"/>
            <a:ext cx="7114233" cy="6868049"/>
          </a:xfrm>
          <a:prstGeom prst="rect">
            <a:avLst/>
          </a:prstGeom>
          <a:noFill/>
          <a:ln>
            <a:noFill/>
          </a:ln>
        </p:spPr>
      </p:sp>
      <p:sp>
        <p:nvSpPr>
          <p:cNvPr id="1536" name="Google Shape;1536;p134"/>
          <p:cNvSpPr txBox="1"/>
          <p:nvPr>
            <p:ph idx="1" type="subTitle"/>
          </p:nvPr>
        </p:nvSpPr>
        <p:spPr>
          <a:xfrm>
            <a:off x="707679" y="3688881"/>
            <a:ext cx="3569682" cy="125572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800"/>
              <a:buFont typeface="Arial"/>
              <a:buChar char="•"/>
              <a:defRPr sz="2800">
                <a:solidFill>
                  <a:schemeClr val="dk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37" name="Google Shape;1537;p134"/>
          <p:cNvSpPr txBox="1"/>
          <p:nvPr/>
        </p:nvSpPr>
        <p:spPr>
          <a:xfrm>
            <a:off x="5640355" y="2929812"/>
            <a:ext cx="914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8" name="Google Shape;1538;p134"/>
          <p:cNvSpPr txBox="1"/>
          <p:nvPr>
            <p:ph type="ctrTitle"/>
          </p:nvPr>
        </p:nvSpPr>
        <p:spPr>
          <a:xfrm>
            <a:off x="707679" y="2314259"/>
            <a:ext cx="4484082"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202020"/>
              </a:buClr>
              <a:buSzPts val="4000"/>
              <a:buFont typeface="Barlow Medium"/>
              <a:buNone/>
              <a:defRPr sz="4000">
                <a:solidFill>
                  <a:srgbClr val="20202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chemeClr val="accent1"/>
            </a:gs>
            <a:gs pos="100000">
              <a:schemeClr val="dk2"/>
            </a:gs>
          </a:gsLst>
          <a:lin ang="5400000" scaled="0"/>
        </a:gradFill>
      </p:bgPr>
    </p:bg>
    <p:spTree>
      <p:nvGrpSpPr>
        <p:cNvPr id="1539" name="Shape 1539"/>
        <p:cNvGrpSpPr/>
        <p:nvPr/>
      </p:nvGrpSpPr>
      <p:grpSpPr>
        <a:xfrm>
          <a:off x="0" y="0"/>
          <a:ext cx="0" cy="0"/>
          <a:chOff x="0" y="0"/>
          <a:chExt cx="0" cy="0"/>
        </a:xfrm>
      </p:grpSpPr>
      <p:sp>
        <p:nvSpPr>
          <p:cNvPr id="1540" name="Google Shape;1540;p135"/>
          <p:cNvSpPr/>
          <p:nvPr>
            <p:ph idx="2" type="pic"/>
          </p:nvPr>
        </p:nvSpPr>
        <p:spPr>
          <a:xfrm>
            <a:off x="4469157" y="-1"/>
            <a:ext cx="7114233" cy="6868049"/>
          </a:xfrm>
          <a:prstGeom prst="rect">
            <a:avLst/>
          </a:prstGeom>
          <a:solidFill>
            <a:schemeClr val="lt1">
              <a:alpha val="20000"/>
            </a:schemeClr>
          </a:solidFill>
          <a:ln>
            <a:noFill/>
          </a:ln>
        </p:spPr>
      </p:sp>
      <p:sp>
        <p:nvSpPr>
          <p:cNvPr id="1541" name="Google Shape;1541;p135"/>
          <p:cNvSpPr txBox="1"/>
          <p:nvPr>
            <p:ph type="ctrTitle"/>
          </p:nvPr>
        </p:nvSpPr>
        <p:spPr>
          <a:xfrm>
            <a:off x="707679" y="1857795"/>
            <a:ext cx="4484082"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4000"/>
              <a:buFont typeface="Barlow Medium"/>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2" name="Google Shape;1542;p135"/>
          <p:cNvSpPr txBox="1"/>
          <p:nvPr>
            <p:ph idx="1" type="subTitle"/>
          </p:nvPr>
        </p:nvSpPr>
        <p:spPr>
          <a:xfrm>
            <a:off x="707679" y="3688881"/>
            <a:ext cx="3569682" cy="757130"/>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400"/>
              <a:buFont typeface="Arial"/>
              <a:buChar char="•"/>
              <a:defRPr sz="2400">
                <a:solidFill>
                  <a:schemeClr val="lt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1543" name="Shape 1543"/>
        <p:cNvGrpSpPr/>
        <p:nvPr/>
      </p:nvGrpSpPr>
      <p:grpSpPr>
        <a:xfrm>
          <a:off x="0" y="0"/>
          <a:ext cx="0" cy="0"/>
          <a:chOff x="0" y="0"/>
          <a:chExt cx="0" cy="0"/>
        </a:xfrm>
      </p:grpSpPr>
      <p:sp>
        <p:nvSpPr>
          <p:cNvPr id="1544" name="Google Shape;1544;p136"/>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5" name="Google Shape;1545;p136"/>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46" name="Google Shape;1546;p136"/>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1547" name="Google Shape;1547;p136"/>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48" name="Google Shape;1548;p136"/>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549" name="Google Shape;1549;p136"/>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550" name="Google Shape;1550;p136"/>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1" name="Google Shape;1551;p136"/>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2" name="Google Shape;1552;p136"/>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53" name="Google Shape;1553;p136"/>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54" name="Google Shape;1554;p136"/>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1555" name="Google Shape;1555;p136"/>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6" name="Google Shape;1556;p136"/>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7" name="Google Shape;1557;p136"/>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58" name="Google Shape;1558;p136"/>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59" name="Google Shape;1559;p136"/>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560" name="Google Shape;1560;p136"/>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1" name="Google Shape;1561;p136"/>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2" name="Google Shape;1562;p136"/>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1563" name="Shape 1563"/>
        <p:cNvGrpSpPr/>
        <p:nvPr/>
      </p:nvGrpSpPr>
      <p:grpSpPr>
        <a:xfrm>
          <a:off x="0" y="0"/>
          <a:ext cx="0" cy="0"/>
          <a:chOff x="0" y="0"/>
          <a:chExt cx="0" cy="0"/>
        </a:xfrm>
      </p:grpSpPr>
      <p:sp>
        <p:nvSpPr>
          <p:cNvPr id="1564" name="Google Shape;1564;p137"/>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5" name="Google Shape;1565;p137"/>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66" name="Google Shape;1566;p137"/>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1567" name="Google Shape;1567;p137"/>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568" name="Google Shape;1568;p137"/>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9" name="Google Shape;1569;p137"/>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1570" name="Shape 1570"/>
        <p:cNvGrpSpPr/>
        <p:nvPr/>
      </p:nvGrpSpPr>
      <p:grpSpPr>
        <a:xfrm>
          <a:off x="0" y="0"/>
          <a:ext cx="0" cy="0"/>
          <a:chOff x="0" y="0"/>
          <a:chExt cx="0" cy="0"/>
        </a:xfrm>
      </p:grpSpPr>
      <p:sp>
        <p:nvSpPr>
          <p:cNvPr id="1571" name="Google Shape;1571;p138"/>
          <p:cNvSpPr/>
          <p:nvPr>
            <p:ph idx="2" type="pic"/>
          </p:nvPr>
        </p:nvSpPr>
        <p:spPr>
          <a:xfrm>
            <a:off x="0" y="0"/>
            <a:ext cx="6295968" cy="6489229"/>
          </a:xfrm>
          <a:prstGeom prst="rect">
            <a:avLst/>
          </a:prstGeom>
          <a:noFill/>
          <a:ln>
            <a:noFill/>
          </a:ln>
        </p:spPr>
      </p:sp>
      <p:sp>
        <p:nvSpPr>
          <p:cNvPr id="1572" name="Google Shape;1572;p138"/>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3" name="Google Shape;1573;p138"/>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4" name="Google Shape;1574;p138"/>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5" name="Google Shape;1575;p138"/>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6" name="Google Shape;1576;p138"/>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7" name="Google Shape;1577;p138"/>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8" name="Google Shape;1578;p138"/>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9" name="Google Shape;1579;p138"/>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0" name="Google Shape;1580;p138"/>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1" name="Google Shape;1581;p138"/>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2" name="Google Shape;1582;p138"/>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3" name="Google Shape;1583;p138"/>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4" name="Google Shape;1584;p138"/>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5" name="Google Shape;1585;p138"/>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6" name="Google Shape;1586;p138"/>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7" name="Google Shape;1587;p138"/>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8" name="Google Shape;1588;p138"/>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9" name="Google Shape;1589;p138"/>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0" name="Google Shape;1590;p138"/>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1" name="Google Shape;1591;p138"/>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2" name="Google Shape;1592;p138"/>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3" name="Google Shape;1593;p138"/>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4" name="Google Shape;1594;p138"/>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5" name="Google Shape;1595;p138"/>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6" name="Google Shape;1596;p138"/>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7" name="Google Shape;1597;p138"/>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8" name="Google Shape;1598;p138"/>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1599" name="Shape 1599"/>
        <p:cNvGrpSpPr/>
        <p:nvPr/>
      </p:nvGrpSpPr>
      <p:grpSpPr>
        <a:xfrm>
          <a:off x="0" y="0"/>
          <a:ext cx="0" cy="0"/>
          <a:chOff x="0" y="0"/>
          <a:chExt cx="0" cy="0"/>
        </a:xfrm>
      </p:grpSpPr>
      <p:sp>
        <p:nvSpPr>
          <p:cNvPr id="1600" name="Google Shape;1600;p139"/>
          <p:cNvSpPr/>
          <p:nvPr>
            <p:ph idx="2" type="pic"/>
          </p:nvPr>
        </p:nvSpPr>
        <p:spPr>
          <a:xfrm>
            <a:off x="0" y="0"/>
            <a:ext cx="6295968" cy="6489229"/>
          </a:xfrm>
          <a:prstGeom prst="rect">
            <a:avLst/>
          </a:prstGeom>
          <a:noFill/>
          <a:ln>
            <a:noFill/>
          </a:ln>
        </p:spPr>
      </p:sp>
      <p:sp>
        <p:nvSpPr>
          <p:cNvPr id="1601" name="Google Shape;1601;p139"/>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2" name="Google Shape;1602;p139"/>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3" name="Google Shape;1603;p139"/>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4" name="Google Shape;1604;p139"/>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5" name="Google Shape;1605;p139"/>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6" name="Google Shape;1606;p139"/>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7" name="Google Shape;1607;p139"/>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8" name="Google Shape;1608;p139"/>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9" name="Google Shape;1609;p139"/>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0" name="Google Shape;1610;p139"/>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1" name="Google Shape;1611;p139"/>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2" name="Google Shape;1612;p139"/>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3" name="Google Shape;1613;p139"/>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4" name="Google Shape;1614;p139"/>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5" name="Google Shape;1615;p139"/>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6" name="Google Shape;1616;p139"/>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7" name="Google Shape;1617;p139"/>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8" name="Google Shape;1618;p139"/>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9" name="Google Shape;1619;p139"/>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0" name="Google Shape;1620;p139"/>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1" name="Google Shape;1621;p139"/>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2" name="Google Shape;1622;p139"/>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1623" name="Shape 1623"/>
        <p:cNvGrpSpPr/>
        <p:nvPr/>
      </p:nvGrpSpPr>
      <p:grpSpPr>
        <a:xfrm>
          <a:off x="0" y="0"/>
          <a:ext cx="0" cy="0"/>
          <a:chOff x="0" y="0"/>
          <a:chExt cx="0" cy="0"/>
        </a:xfrm>
      </p:grpSpPr>
      <p:sp>
        <p:nvSpPr>
          <p:cNvPr id="1624" name="Google Shape;1624;p140"/>
          <p:cNvSpPr/>
          <p:nvPr/>
        </p:nvSpPr>
        <p:spPr>
          <a:xfrm>
            <a:off x="5247252" y="3475468"/>
            <a:ext cx="5033005"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25" name="Google Shape;1625;p140"/>
          <p:cNvSpPr/>
          <p:nvPr/>
        </p:nvSpPr>
        <p:spPr>
          <a:xfrm>
            <a:off x="4503203" y="5250897"/>
            <a:ext cx="5777054"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26" name="Google Shape;1626;p140"/>
          <p:cNvSpPr/>
          <p:nvPr/>
        </p:nvSpPr>
        <p:spPr>
          <a:xfrm>
            <a:off x="4503203" y="1697468"/>
            <a:ext cx="5777054"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27" name="Google Shape;1627;p140"/>
          <p:cNvSpPr/>
          <p:nvPr/>
        </p:nvSpPr>
        <p:spPr>
          <a:xfrm>
            <a:off x="4274044" y="1320668"/>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8" name="Google Shape;1628;p140"/>
          <p:cNvSpPr/>
          <p:nvPr/>
        </p:nvSpPr>
        <p:spPr>
          <a:xfrm>
            <a:off x="4992354" y="3074322"/>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9" name="Google Shape;1629;p140"/>
          <p:cNvSpPr/>
          <p:nvPr/>
        </p:nvSpPr>
        <p:spPr>
          <a:xfrm>
            <a:off x="4266123" y="4923910"/>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0" name="Google Shape;1630;p140"/>
          <p:cNvSpPr/>
          <p:nvPr/>
        </p:nvSpPr>
        <p:spPr>
          <a:xfrm>
            <a:off x="1729445" y="2294732"/>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1" name="Google Shape;1631;p140"/>
          <p:cNvSpPr/>
          <p:nvPr/>
        </p:nvSpPr>
        <p:spPr>
          <a:xfrm>
            <a:off x="1989679" y="2552900"/>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2" name="Google Shape;1632;p140"/>
          <p:cNvSpPr/>
          <p:nvPr/>
        </p:nvSpPr>
        <p:spPr>
          <a:xfrm>
            <a:off x="2247847" y="2813133"/>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3" name="Google Shape;1633;p140"/>
          <p:cNvSpPr/>
          <p:nvPr/>
        </p:nvSpPr>
        <p:spPr>
          <a:xfrm>
            <a:off x="2512210" y="3077498"/>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4" name="Google Shape;1634;p140"/>
          <p:cNvSpPr/>
          <p:nvPr/>
        </p:nvSpPr>
        <p:spPr>
          <a:xfrm>
            <a:off x="4503204" y="1509900"/>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5" name="Google Shape;1635;p140"/>
          <p:cNvSpPr/>
          <p:nvPr/>
        </p:nvSpPr>
        <p:spPr>
          <a:xfrm>
            <a:off x="5232272" y="3281966"/>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6" name="Google Shape;1636;p140"/>
          <p:cNvSpPr/>
          <p:nvPr/>
        </p:nvSpPr>
        <p:spPr>
          <a:xfrm>
            <a:off x="4494942" y="5134661"/>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7" name="Google Shape;1637;p140"/>
          <p:cNvSpPr/>
          <p:nvPr/>
        </p:nvSpPr>
        <p:spPr>
          <a:xfrm>
            <a:off x="3945561" y="2416588"/>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8" name="Google Shape;1638;p140"/>
          <p:cNvSpPr/>
          <p:nvPr/>
        </p:nvSpPr>
        <p:spPr>
          <a:xfrm>
            <a:off x="4499073" y="3748735"/>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9" name="Google Shape;1639;p140"/>
          <p:cNvSpPr/>
          <p:nvPr/>
        </p:nvSpPr>
        <p:spPr>
          <a:xfrm>
            <a:off x="4269820" y="4845434"/>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140"/>
          <p:cNvSpPr/>
          <p:nvPr/>
        </p:nvSpPr>
        <p:spPr>
          <a:xfrm>
            <a:off x="4687332" y="16940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1" name="Google Shape;1641;p140"/>
          <p:cNvSpPr/>
          <p:nvPr/>
        </p:nvSpPr>
        <p:spPr>
          <a:xfrm>
            <a:off x="5416400" y="3466094"/>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2" name="Google Shape;1642;p140"/>
          <p:cNvSpPr/>
          <p:nvPr/>
        </p:nvSpPr>
        <p:spPr>
          <a:xfrm>
            <a:off x="4678037" y="5340055"/>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3" name="Google Shape;1643;p140"/>
          <p:cNvSpPr/>
          <p:nvPr/>
        </p:nvSpPr>
        <p:spPr>
          <a:xfrm>
            <a:off x="9722204" y="1907099"/>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4" name="Google Shape;1644;p140"/>
          <p:cNvSpPr/>
          <p:nvPr/>
        </p:nvSpPr>
        <p:spPr>
          <a:xfrm>
            <a:off x="9722204" y="3685099"/>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5" name="Google Shape;1645;p140"/>
          <p:cNvSpPr/>
          <p:nvPr/>
        </p:nvSpPr>
        <p:spPr>
          <a:xfrm>
            <a:off x="9722204" y="5460528"/>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6" name="Google Shape;1646;p140"/>
          <p:cNvSpPr/>
          <p:nvPr>
            <p:ph idx="1" type="body"/>
          </p:nvPr>
        </p:nvSpPr>
        <p:spPr>
          <a:xfrm>
            <a:off x="2878795" y="3444349"/>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7" name="Google Shape;1647;p140"/>
          <p:cNvSpPr/>
          <p:nvPr>
            <p:ph idx="2" type="body"/>
          </p:nvPr>
        </p:nvSpPr>
        <p:spPr>
          <a:xfrm>
            <a:off x="4774962" y="1789414"/>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8" name="Google Shape;1648;p140"/>
          <p:cNvSpPr/>
          <p:nvPr>
            <p:ph idx="3" type="body"/>
          </p:nvPr>
        </p:nvSpPr>
        <p:spPr>
          <a:xfrm>
            <a:off x="5500037" y="3546235"/>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9" name="Google Shape;1649;p140"/>
          <p:cNvSpPr/>
          <p:nvPr>
            <p:ph idx="4" type="body"/>
          </p:nvPr>
        </p:nvSpPr>
        <p:spPr>
          <a:xfrm>
            <a:off x="4765840" y="5429053"/>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0" name="Google Shape;1650;p140"/>
          <p:cNvSpPr txBox="1"/>
          <p:nvPr>
            <p:ph idx="5" type="body"/>
          </p:nvPr>
        </p:nvSpPr>
        <p:spPr>
          <a:xfrm>
            <a:off x="5962641" y="1921590"/>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1" name="Google Shape;1651;p140"/>
          <p:cNvSpPr txBox="1"/>
          <p:nvPr>
            <p:ph idx="6" type="body"/>
          </p:nvPr>
        </p:nvSpPr>
        <p:spPr>
          <a:xfrm>
            <a:off x="6690027" y="3725912"/>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2" name="Google Shape;1652;p140"/>
          <p:cNvSpPr txBox="1"/>
          <p:nvPr>
            <p:ph idx="7" type="body"/>
          </p:nvPr>
        </p:nvSpPr>
        <p:spPr>
          <a:xfrm>
            <a:off x="5962641" y="551508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3" name="Google Shape;1653;p140"/>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Objectives">
  <p:cSld name="6_Objectives">
    <p:spTree>
      <p:nvGrpSpPr>
        <p:cNvPr id="1654" name="Shape 1654"/>
        <p:cNvGrpSpPr/>
        <p:nvPr/>
      </p:nvGrpSpPr>
      <p:grpSpPr>
        <a:xfrm>
          <a:off x="0" y="0"/>
          <a:ext cx="0" cy="0"/>
          <a:chOff x="0" y="0"/>
          <a:chExt cx="0" cy="0"/>
        </a:xfrm>
      </p:grpSpPr>
      <p:sp>
        <p:nvSpPr>
          <p:cNvPr id="1655" name="Google Shape;1655;p141"/>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56" name="Google Shape;1656;p141"/>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57" name="Google Shape;1657;p141"/>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58" name="Google Shape;1658;p141"/>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9" name="Google Shape;1659;p141"/>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0" name="Google Shape;1660;p141"/>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141"/>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2" name="Google Shape;1662;p141"/>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3" name="Google Shape;1663;p141"/>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4" name="Google Shape;1664;p141"/>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5" name="Google Shape;1665;p141"/>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6" name="Google Shape;1666;p141"/>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7" name="Google Shape;1667;p141"/>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8" name="Google Shape;1668;p141"/>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141"/>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0" name="Google Shape;1670;p141"/>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1" name="Google Shape;1671;p141"/>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2" name="Google Shape;1672;p141"/>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3" name="Google Shape;1673;p141"/>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4" name="Google Shape;1674;p141"/>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5" name="Google Shape;1675;p141"/>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6" name="Google Shape;1676;p141"/>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677" name="Google Shape;1677;p141"/>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1678" name="Google Shape;1678;p141"/>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1679" name="Google Shape;1679;p141"/>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0" name="Google Shape;1680;p141"/>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1" name="Google Shape;1681;p141"/>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2" name="Google Shape;1682;p141"/>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3" name="Google Shape;1683;p141"/>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4" name="Google Shape;1684;p141"/>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5" name="Google Shape;1685;p141"/>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6" name="Google Shape;1686;p141"/>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7" name="Google Shape;1687;p141"/>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8" name="Google Shape;1688;p141"/>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9" name="Google Shape;1689;p141"/>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1690" name="Shape 1690"/>
        <p:cNvGrpSpPr/>
        <p:nvPr/>
      </p:nvGrpSpPr>
      <p:grpSpPr>
        <a:xfrm>
          <a:off x="0" y="0"/>
          <a:ext cx="0" cy="0"/>
          <a:chOff x="0" y="0"/>
          <a:chExt cx="0" cy="0"/>
        </a:xfrm>
      </p:grpSpPr>
      <p:sp>
        <p:nvSpPr>
          <p:cNvPr id="1691" name="Google Shape;1691;p142"/>
          <p:cNvSpPr/>
          <p:nvPr/>
        </p:nvSpPr>
        <p:spPr>
          <a:xfrm>
            <a:off x="5864133" y="3791201"/>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92" name="Google Shape;1692;p142"/>
          <p:cNvSpPr/>
          <p:nvPr/>
        </p:nvSpPr>
        <p:spPr>
          <a:xfrm>
            <a:off x="5120083" y="5566630"/>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93" name="Google Shape;1693;p142"/>
          <p:cNvSpPr/>
          <p:nvPr/>
        </p:nvSpPr>
        <p:spPr>
          <a:xfrm>
            <a:off x="5120083" y="2013201"/>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94" name="Google Shape;1694;p142"/>
          <p:cNvSpPr/>
          <p:nvPr/>
        </p:nvSpPr>
        <p:spPr>
          <a:xfrm>
            <a:off x="4923198" y="1733223"/>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5" name="Google Shape;1695;p142"/>
          <p:cNvSpPr/>
          <p:nvPr/>
        </p:nvSpPr>
        <p:spPr>
          <a:xfrm>
            <a:off x="5652266" y="3400813"/>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6" name="Google Shape;1696;p142"/>
          <p:cNvSpPr/>
          <p:nvPr/>
        </p:nvSpPr>
        <p:spPr>
          <a:xfrm>
            <a:off x="4915278" y="5271913"/>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7" name="Google Shape;1697;p142"/>
          <p:cNvSpPr/>
          <p:nvPr/>
        </p:nvSpPr>
        <p:spPr>
          <a:xfrm>
            <a:off x="2346325" y="2610465"/>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142"/>
          <p:cNvSpPr/>
          <p:nvPr/>
        </p:nvSpPr>
        <p:spPr>
          <a:xfrm>
            <a:off x="2606559" y="2868633"/>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9" name="Google Shape;1699;p142"/>
          <p:cNvSpPr/>
          <p:nvPr/>
        </p:nvSpPr>
        <p:spPr>
          <a:xfrm>
            <a:off x="2864727" y="3128866"/>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0" name="Google Shape;1700;p142"/>
          <p:cNvSpPr/>
          <p:nvPr/>
        </p:nvSpPr>
        <p:spPr>
          <a:xfrm>
            <a:off x="3129090" y="3393231"/>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1" name="Google Shape;1701;p142"/>
          <p:cNvSpPr/>
          <p:nvPr/>
        </p:nvSpPr>
        <p:spPr>
          <a:xfrm>
            <a:off x="5120084" y="1825633"/>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2" name="Google Shape;1702;p142"/>
          <p:cNvSpPr/>
          <p:nvPr/>
        </p:nvSpPr>
        <p:spPr>
          <a:xfrm>
            <a:off x="5849152" y="3597699"/>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3" name="Google Shape;1703;p142"/>
          <p:cNvSpPr/>
          <p:nvPr/>
        </p:nvSpPr>
        <p:spPr>
          <a:xfrm>
            <a:off x="5111822" y="5450394"/>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4" name="Google Shape;1704;p142"/>
          <p:cNvSpPr/>
          <p:nvPr/>
        </p:nvSpPr>
        <p:spPr>
          <a:xfrm>
            <a:off x="4562441" y="2732321"/>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142"/>
          <p:cNvSpPr/>
          <p:nvPr/>
        </p:nvSpPr>
        <p:spPr>
          <a:xfrm>
            <a:off x="5115953" y="4064468"/>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142"/>
          <p:cNvSpPr/>
          <p:nvPr/>
        </p:nvSpPr>
        <p:spPr>
          <a:xfrm>
            <a:off x="4886700" y="5161167"/>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142"/>
          <p:cNvSpPr/>
          <p:nvPr/>
        </p:nvSpPr>
        <p:spPr>
          <a:xfrm>
            <a:off x="5304212" y="2009761"/>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8" name="Google Shape;1708;p142"/>
          <p:cNvSpPr/>
          <p:nvPr/>
        </p:nvSpPr>
        <p:spPr>
          <a:xfrm>
            <a:off x="6033280" y="3781827"/>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9" name="Google Shape;1709;p142"/>
          <p:cNvSpPr/>
          <p:nvPr/>
        </p:nvSpPr>
        <p:spPr>
          <a:xfrm>
            <a:off x="5294917" y="565578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0" name="Google Shape;1710;p142"/>
          <p:cNvSpPr/>
          <p:nvPr/>
        </p:nvSpPr>
        <p:spPr>
          <a:xfrm>
            <a:off x="9155740" y="222283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1" name="Google Shape;1711;p142"/>
          <p:cNvSpPr/>
          <p:nvPr/>
        </p:nvSpPr>
        <p:spPr>
          <a:xfrm>
            <a:off x="9155740" y="400083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2" name="Google Shape;1712;p142"/>
          <p:cNvSpPr/>
          <p:nvPr/>
        </p:nvSpPr>
        <p:spPr>
          <a:xfrm>
            <a:off x="9155740" y="5776261"/>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3" name="Google Shape;1713;p142"/>
          <p:cNvSpPr/>
          <p:nvPr>
            <p:ph idx="1" type="body"/>
          </p:nvPr>
        </p:nvSpPr>
        <p:spPr>
          <a:xfrm>
            <a:off x="3495675" y="3760082"/>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4" name="Google Shape;1714;p142"/>
          <p:cNvSpPr/>
          <p:nvPr>
            <p:ph idx="2" type="body"/>
          </p:nvPr>
        </p:nvSpPr>
        <p:spPr>
          <a:xfrm>
            <a:off x="5391842" y="210514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5" name="Google Shape;1715;p142"/>
          <p:cNvSpPr/>
          <p:nvPr>
            <p:ph idx="3" type="body"/>
          </p:nvPr>
        </p:nvSpPr>
        <p:spPr>
          <a:xfrm>
            <a:off x="6116917" y="386196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6" name="Google Shape;1716;p142"/>
          <p:cNvSpPr/>
          <p:nvPr>
            <p:ph idx="4" type="body"/>
          </p:nvPr>
        </p:nvSpPr>
        <p:spPr>
          <a:xfrm>
            <a:off x="5382720" y="5744786"/>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7" name="Google Shape;1717;p142"/>
          <p:cNvSpPr txBox="1"/>
          <p:nvPr>
            <p:ph idx="5" type="body"/>
          </p:nvPr>
        </p:nvSpPr>
        <p:spPr>
          <a:xfrm>
            <a:off x="6579521" y="2237323"/>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8" name="Google Shape;1718;p142"/>
          <p:cNvSpPr txBox="1"/>
          <p:nvPr>
            <p:ph idx="6" type="body"/>
          </p:nvPr>
        </p:nvSpPr>
        <p:spPr>
          <a:xfrm>
            <a:off x="7306907" y="404164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9" name="Google Shape;1719;p142"/>
          <p:cNvSpPr txBox="1"/>
          <p:nvPr>
            <p:ph idx="7" type="body"/>
          </p:nvPr>
        </p:nvSpPr>
        <p:spPr>
          <a:xfrm>
            <a:off x="6579521" y="5830818"/>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0" name="Google Shape;1720;p142"/>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1" name="Google Shape;1721;p142"/>
          <p:cNvSpPr txBox="1"/>
          <p:nvPr>
            <p:ph idx="8"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1722" name="Shape 1722"/>
        <p:cNvGrpSpPr/>
        <p:nvPr/>
      </p:nvGrpSpPr>
      <p:grpSpPr>
        <a:xfrm>
          <a:off x="0" y="0"/>
          <a:ext cx="0" cy="0"/>
          <a:chOff x="0" y="0"/>
          <a:chExt cx="0" cy="0"/>
        </a:xfrm>
      </p:grpSpPr>
      <p:sp>
        <p:nvSpPr>
          <p:cNvPr id="1723" name="Google Shape;1723;p143"/>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4" name="Google Shape;1724;p143"/>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5" name="Google Shape;1725;p143"/>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6" name="Google Shape;1726;p143"/>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7" name="Google Shape;1727;p143"/>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8" name="Google Shape;1728;p143"/>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729" name="Google Shape;1729;p143"/>
          <p:cNvCxnSpPr>
            <a:stCxn id="1724" idx="7"/>
            <a:endCxn id="1726"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1730" name="Google Shape;1730;p143"/>
          <p:cNvCxnSpPr>
            <a:stCxn id="1725" idx="6"/>
            <a:endCxn id="1727"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1731" name="Google Shape;1731;p143"/>
          <p:cNvCxnSpPr>
            <a:stCxn id="1723" idx="5"/>
            <a:endCxn id="1728"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1732" name="Google Shape;1732;p143"/>
          <p:cNvGrpSpPr/>
          <p:nvPr/>
        </p:nvGrpSpPr>
        <p:grpSpPr>
          <a:xfrm>
            <a:off x="5341666" y="2761885"/>
            <a:ext cx="6334396" cy="1721524"/>
            <a:chOff x="4668125" y="3006439"/>
            <a:chExt cx="7007937" cy="1721524"/>
          </a:xfrm>
        </p:grpSpPr>
        <p:cxnSp>
          <p:nvCxnSpPr>
            <p:cNvPr id="1733" name="Google Shape;1733;p143"/>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1734" name="Google Shape;1734;p143"/>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1735" name="Google Shape;1735;p143"/>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736" name="Google Shape;1736;p143"/>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737" name="Google Shape;1737;p143"/>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738" name="Google Shape;1738;p143"/>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9" name="Google Shape;1739;p143"/>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0" name="Google Shape;1740;p143"/>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1" name="Google Shape;1741;p143"/>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2" name="Google Shape;1742;p143"/>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3" name="Google Shape;1743;p143"/>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4" name="Google Shape;1744;p143"/>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5" name="Google Shape;1745;p143"/>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6" name="Google Shape;1746;p143"/>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7" name="Google Shape;1747;p143"/>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8" name="Google Shape;1748;p143"/>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9" name="Google Shape;1749;p143"/>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0" name="Google Shape;1750;p143"/>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1" name="Google Shape;1751;p143"/>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1752" name="Shape 1752"/>
        <p:cNvGrpSpPr/>
        <p:nvPr/>
      </p:nvGrpSpPr>
      <p:grpSpPr>
        <a:xfrm>
          <a:off x="0" y="0"/>
          <a:ext cx="0" cy="0"/>
          <a:chOff x="0" y="0"/>
          <a:chExt cx="0" cy="0"/>
        </a:xfrm>
      </p:grpSpPr>
      <p:sp>
        <p:nvSpPr>
          <p:cNvPr id="1753" name="Google Shape;1753;p144"/>
          <p:cNvSpPr/>
          <p:nvPr/>
        </p:nvSpPr>
        <p:spPr>
          <a:xfrm>
            <a:off x="2241855" y="1486991"/>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4" name="Google Shape;1754;p144"/>
          <p:cNvSpPr/>
          <p:nvPr/>
        </p:nvSpPr>
        <p:spPr>
          <a:xfrm>
            <a:off x="5054905" y="1486991"/>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5" name="Google Shape;1755;p144"/>
          <p:cNvSpPr/>
          <p:nvPr/>
        </p:nvSpPr>
        <p:spPr>
          <a:xfrm>
            <a:off x="7867955" y="1486991"/>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6" name="Google Shape;1756;p144"/>
          <p:cNvSpPr/>
          <p:nvPr>
            <p:ph idx="1" type="body"/>
          </p:nvPr>
        </p:nvSpPr>
        <p:spPr>
          <a:xfrm>
            <a:off x="5423546" y="1858788"/>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7" name="Google Shape;1757;p144"/>
          <p:cNvSpPr/>
          <p:nvPr>
            <p:ph idx="2" type="body"/>
          </p:nvPr>
        </p:nvSpPr>
        <p:spPr>
          <a:xfrm>
            <a:off x="5321331" y="1908087"/>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8" name="Google Shape;1758;p144"/>
          <p:cNvSpPr/>
          <p:nvPr>
            <p:ph idx="3" type="body"/>
          </p:nvPr>
        </p:nvSpPr>
        <p:spPr>
          <a:xfrm>
            <a:off x="2613652" y="1858788"/>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9" name="Google Shape;1759;p144"/>
          <p:cNvSpPr/>
          <p:nvPr>
            <p:ph idx="4" type="body"/>
          </p:nvPr>
        </p:nvSpPr>
        <p:spPr>
          <a:xfrm>
            <a:off x="2511437" y="1908087"/>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0" name="Google Shape;1760;p144"/>
          <p:cNvSpPr/>
          <p:nvPr>
            <p:ph idx="5" type="body"/>
          </p:nvPr>
        </p:nvSpPr>
        <p:spPr>
          <a:xfrm>
            <a:off x="8242649" y="1867502"/>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1" name="Google Shape;1761;p144"/>
          <p:cNvSpPr/>
          <p:nvPr>
            <p:ph idx="6" type="body"/>
          </p:nvPr>
        </p:nvSpPr>
        <p:spPr>
          <a:xfrm>
            <a:off x="8140434" y="1916801"/>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2" name="Google Shape;1762;p144"/>
          <p:cNvSpPr txBox="1"/>
          <p:nvPr>
            <p:ph idx="7" type="body"/>
          </p:nvPr>
        </p:nvSpPr>
        <p:spPr>
          <a:xfrm>
            <a:off x="2123698" y="434958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3" name="Google Shape;1763;p144"/>
          <p:cNvSpPr txBox="1"/>
          <p:nvPr>
            <p:ph idx="8" type="body"/>
          </p:nvPr>
        </p:nvSpPr>
        <p:spPr>
          <a:xfrm>
            <a:off x="2123698" y="495205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4" name="Google Shape;1764;p144"/>
          <p:cNvSpPr txBox="1"/>
          <p:nvPr>
            <p:ph idx="9" type="body"/>
          </p:nvPr>
        </p:nvSpPr>
        <p:spPr>
          <a:xfrm>
            <a:off x="4951063" y="434958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5" name="Google Shape;1765;p144"/>
          <p:cNvSpPr txBox="1"/>
          <p:nvPr>
            <p:ph idx="13" type="body"/>
          </p:nvPr>
        </p:nvSpPr>
        <p:spPr>
          <a:xfrm>
            <a:off x="4951063" y="495205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6" name="Google Shape;1766;p144"/>
          <p:cNvSpPr txBox="1"/>
          <p:nvPr>
            <p:ph idx="14" type="body"/>
          </p:nvPr>
        </p:nvSpPr>
        <p:spPr>
          <a:xfrm>
            <a:off x="7778428" y="434478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7" name="Google Shape;1767;p144"/>
          <p:cNvSpPr txBox="1"/>
          <p:nvPr>
            <p:ph idx="15" type="body"/>
          </p:nvPr>
        </p:nvSpPr>
        <p:spPr>
          <a:xfrm>
            <a:off x="7778428" y="494725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8" name="Google Shape;1768;p144"/>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Objectives">
  <p:cSld name="5_Objectives">
    <p:spTree>
      <p:nvGrpSpPr>
        <p:cNvPr id="1769" name="Shape 1769"/>
        <p:cNvGrpSpPr/>
        <p:nvPr/>
      </p:nvGrpSpPr>
      <p:grpSpPr>
        <a:xfrm>
          <a:off x="0" y="0"/>
          <a:ext cx="0" cy="0"/>
          <a:chOff x="0" y="0"/>
          <a:chExt cx="0" cy="0"/>
        </a:xfrm>
      </p:grpSpPr>
      <p:sp>
        <p:nvSpPr>
          <p:cNvPr id="1770" name="Google Shape;1770;p145"/>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1" name="Google Shape;1771;p145"/>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2" name="Google Shape;1772;p145"/>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3" name="Google Shape;1773;p145"/>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4" name="Google Shape;1774;p145"/>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5" name="Google Shape;1775;p145"/>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6" name="Google Shape;1776;p145"/>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7" name="Google Shape;1777;p145"/>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8" name="Google Shape;1778;p145"/>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9" name="Google Shape;1779;p145"/>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0" name="Google Shape;1780;p145"/>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1" name="Google Shape;1781;p145"/>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2" name="Google Shape;1782;p145"/>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3" name="Google Shape;1783;p145"/>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4" name="Google Shape;1784;p145"/>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5" name="Google Shape;1785;p145"/>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6" name="Google Shape;1786;p145"/>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7" name="Google Shape;1787;p145"/>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8" name="Google Shape;1788;p145"/>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9" name="Google Shape;1789;p145"/>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0" name="Google Shape;1790;p145"/>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spTree>
      <p:nvGrpSpPr>
        <p:cNvPr id="1791" name="Shape 1791"/>
        <p:cNvGrpSpPr/>
        <p:nvPr/>
      </p:nvGrpSpPr>
      <p:grpSpPr>
        <a:xfrm>
          <a:off x="0" y="0"/>
          <a:ext cx="0" cy="0"/>
          <a:chOff x="0" y="0"/>
          <a:chExt cx="0" cy="0"/>
        </a:xfrm>
      </p:grpSpPr>
      <p:sp>
        <p:nvSpPr>
          <p:cNvPr id="1792" name="Google Shape;1792;p146"/>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3" name="Google Shape;1793;p146"/>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4" name="Google Shape;1794;p146"/>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5" name="Google Shape;1795;p146"/>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6" name="Google Shape;1796;p146"/>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7" name="Google Shape;1797;p146"/>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8" name="Google Shape;1798;p146"/>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9" name="Google Shape;1799;p146"/>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0" name="Google Shape;1800;p146"/>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1" name="Google Shape;1801;p146"/>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2" name="Google Shape;1802;p146"/>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3" name="Google Shape;1803;p146"/>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p:cSld name="Pros &amp; Cons">
    <p:spTree>
      <p:nvGrpSpPr>
        <p:cNvPr id="1804" name="Shape 1804"/>
        <p:cNvGrpSpPr/>
        <p:nvPr/>
      </p:nvGrpSpPr>
      <p:grpSpPr>
        <a:xfrm>
          <a:off x="0" y="0"/>
          <a:ext cx="0" cy="0"/>
          <a:chOff x="0" y="0"/>
          <a:chExt cx="0" cy="0"/>
        </a:xfrm>
      </p:grpSpPr>
      <p:sp>
        <p:nvSpPr>
          <p:cNvPr id="1805" name="Google Shape;1805;p147"/>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06" name="Google Shape;1806;p147"/>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07" name="Google Shape;1807;p147"/>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08" name="Google Shape;1808;p147"/>
          <p:cNvGrpSpPr/>
          <p:nvPr/>
        </p:nvGrpSpPr>
        <p:grpSpPr>
          <a:xfrm>
            <a:off x="940561" y="2162360"/>
            <a:ext cx="4049937" cy="2542738"/>
            <a:chOff x="940561" y="1812131"/>
            <a:chExt cx="4049937" cy="2542738"/>
          </a:xfrm>
        </p:grpSpPr>
        <p:sp>
          <p:nvSpPr>
            <p:cNvPr id="1809" name="Google Shape;1809;p147"/>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10" name="Google Shape;1810;p147"/>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11" name="Google Shape;1811;p147"/>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1812" name="Google Shape;1812;p147"/>
          <p:cNvGrpSpPr/>
          <p:nvPr/>
        </p:nvGrpSpPr>
        <p:grpSpPr>
          <a:xfrm>
            <a:off x="7204565" y="2162360"/>
            <a:ext cx="4049937" cy="2542738"/>
            <a:chOff x="7204565" y="2322318"/>
            <a:chExt cx="4049937" cy="2542738"/>
          </a:xfrm>
        </p:grpSpPr>
        <p:sp>
          <p:nvSpPr>
            <p:cNvPr id="1813" name="Google Shape;1813;p147"/>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814" name="Google Shape;1814;p147"/>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815" name="Google Shape;1815;p147"/>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1816" name="Google Shape;1816;p147"/>
          <p:cNvSpPr txBox="1"/>
          <p:nvPr/>
        </p:nvSpPr>
        <p:spPr>
          <a:xfrm>
            <a:off x="2811854" y="818937"/>
            <a:ext cx="119936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Open Sans"/>
                <a:ea typeface="Open Sans"/>
                <a:cs typeface="Open Sans"/>
                <a:sym typeface="Open Sans"/>
              </a:rPr>
              <a:t>Pros</a:t>
            </a:r>
            <a:endParaRPr b="1" sz="3600">
              <a:solidFill>
                <a:schemeClr val="lt1"/>
              </a:solidFill>
              <a:latin typeface="Open Sans"/>
              <a:ea typeface="Open Sans"/>
              <a:cs typeface="Open Sans"/>
              <a:sym typeface="Open Sans"/>
            </a:endParaRPr>
          </a:p>
        </p:txBody>
      </p:sp>
      <p:sp>
        <p:nvSpPr>
          <p:cNvPr id="1817" name="Google Shape;1817;p147"/>
          <p:cNvSpPr txBox="1"/>
          <p:nvPr/>
        </p:nvSpPr>
        <p:spPr>
          <a:xfrm>
            <a:off x="8134146" y="992886"/>
            <a:ext cx="12971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Open Sans"/>
                <a:ea typeface="Open Sans"/>
                <a:cs typeface="Open Sans"/>
                <a:sym typeface="Open Sans"/>
              </a:rPr>
              <a:t>Cons</a:t>
            </a:r>
            <a:endParaRPr b="1" sz="3600">
              <a:solidFill>
                <a:schemeClr val="lt1"/>
              </a:solidFill>
              <a:latin typeface="Open Sans"/>
              <a:ea typeface="Open Sans"/>
              <a:cs typeface="Open Sans"/>
              <a:sym typeface="Open Sans"/>
            </a:endParaRPr>
          </a:p>
        </p:txBody>
      </p:sp>
      <p:sp>
        <p:nvSpPr>
          <p:cNvPr id="1818" name="Google Shape;1818;p147"/>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19" name="Google Shape;1819;p147"/>
          <p:cNvGrpSpPr/>
          <p:nvPr/>
        </p:nvGrpSpPr>
        <p:grpSpPr>
          <a:xfrm>
            <a:off x="517952" y="2079340"/>
            <a:ext cx="839091" cy="839091"/>
            <a:chOff x="9277350" y="-850900"/>
            <a:chExt cx="1243118" cy="1243118"/>
          </a:xfrm>
        </p:grpSpPr>
        <p:sp>
          <p:nvSpPr>
            <p:cNvPr id="1820" name="Google Shape;1820;p14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21" name="Google Shape;1821;p147"/>
            <p:cNvGrpSpPr/>
            <p:nvPr/>
          </p:nvGrpSpPr>
          <p:grpSpPr>
            <a:xfrm>
              <a:off x="9499624" y="-628626"/>
              <a:ext cx="798571" cy="798571"/>
              <a:chOff x="8559800" y="-698500"/>
              <a:chExt cx="558800" cy="558800"/>
            </a:xfrm>
          </p:grpSpPr>
          <p:sp>
            <p:nvSpPr>
              <p:cNvPr id="1822" name="Google Shape;1822;p147"/>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3" name="Google Shape;1823;p147"/>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24" name="Google Shape;1824;p147"/>
          <p:cNvGrpSpPr/>
          <p:nvPr/>
        </p:nvGrpSpPr>
        <p:grpSpPr>
          <a:xfrm>
            <a:off x="517952" y="3001484"/>
            <a:ext cx="839091" cy="839091"/>
            <a:chOff x="9277350" y="-850900"/>
            <a:chExt cx="1243118" cy="1243118"/>
          </a:xfrm>
        </p:grpSpPr>
        <p:sp>
          <p:nvSpPr>
            <p:cNvPr id="1825" name="Google Shape;1825;p14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26" name="Google Shape;1826;p147"/>
            <p:cNvGrpSpPr/>
            <p:nvPr/>
          </p:nvGrpSpPr>
          <p:grpSpPr>
            <a:xfrm>
              <a:off x="9499624" y="-628626"/>
              <a:ext cx="798571" cy="798571"/>
              <a:chOff x="8559800" y="-698500"/>
              <a:chExt cx="558800" cy="558800"/>
            </a:xfrm>
          </p:grpSpPr>
          <p:sp>
            <p:nvSpPr>
              <p:cNvPr id="1827" name="Google Shape;1827;p147"/>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8" name="Google Shape;1828;p147"/>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29" name="Google Shape;1829;p147"/>
          <p:cNvGrpSpPr/>
          <p:nvPr/>
        </p:nvGrpSpPr>
        <p:grpSpPr>
          <a:xfrm>
            <a:off x="517952" y="3923628"/>
            <a:ext cx="839091" cy="839091"/>
            <a:chOff x="9277350" y="-850900"/>
            <a:chExt cx="1243118" cy="1243118"/>
          </a:xfrm>
        </p:grpSpPr>
        <p:sp>
          <p:nvSpPr>
            <p:cNvPr id="1830" name="Google Shape;1830;p14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31" name="Google Shape;1831;p147"/>
            <p:cNvGrpSpPr/>
            <p:nvPr/>
          </p:nvGrpSpPr>
          <p:grpSpPr>
            <a:xfrm>
              <a:off x="9499624" y="-628626"/>
              <a:ext cx="798571" cy="798571"/>
              <a:chOff x="8559800" y="-698500"/>
              <a:chExt cx="558800" cy="558800"/>
            </a:xfrm>
          </p:grpSpPr>
          <p:sp>
            <p:nvSpPr>
              <p:cNvPr id="1832" name="Google Shape;1832;p147"/>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33" name="Google Shape;1833;p147"/>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34" name="Google Shape;1834;p147"/>
          <p:cNvGrpSpPr/>
          <p:nvPr/>
        </p:nvGrpSpPr>
        <p:grpSpPr>
          <a:xfrm>
            <a:off x="4985717" y="764067"/>
            <a:ext cx="739740" cy="739740"/>
            <a:chOff x="4276786" y="1375502"/>
            <a:chExt cx="474283" cy="474283"/>
          </a:xfrm>
        </p:grpSpPr>
        <p:sp>
          <p:nvSpPr>
            <p:cNvPr id="1835" name="Google Shape;1835;p147"/>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36" name="Google Shape;1836;p147"/>
            <p:cNvGrpSpPr/>
            <p:nvPr/>
          </p:nvGrpSpPr>
          <p:grpSpPr>
            <a:xfrm>
              <a:off x="4370921" y="1480133"/>
              <a:ext cx="286013" cy="265021"/>
              <a:chOff x="2982913" y="6350"/>
              <a:chExt cx="346075" cy="320675"/>
            </a:xfrm>
          </p:grpSpPr>
          <p:sp>
            <p:nvSpPr>
              <p:cNvPr id="1837" name="Google Shape;1837;p147"/>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8" name="Google Shape;1838;p147"/>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9" name="Google Shape;1839;p147"/>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40" name="Google Shape;1840;p147"/>
          <p:cNvGrpSpPr/>
          <p:nvPr/>
        </p:nvGrpSpPr>
        <p:grpSpPr>
          <a:xfrm>
            <a:off x="6291402" y="970744"/>
            <a:ext cx="739740" cy="739740"/>
            <a:chOff x="7393577" y="1019186"/>
            <a:chExt cx="474283" cy="474283"/>
          </a:xfrm>
        </p:grpSpPr>
        <p:sp>
          <p:nvSpPr>
            <p:cNvPr id="1841" name="Google Shape;1841;p147"/>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42" name="Google Shape;1842;p147"/>
            <p:cNvGrpSpPr/>
            <p:nvPr/>
          </p:nvGrpSpPr>
          <p:grpSpPr>
            <a:xfrm flipH="1" rot="10800000">
              <a:off x="7487712" y="1123817"/>
              <a:ext cx="286013" cy="265021"/>
              <a:chOff x="2982913" y="6350"/>
              <a:chExt cx="346075" cy="320675"/>
            </a:xfrm>
          </p:grpSpPr>
          <p:sp>
            <p:nvSpPr>
              <p:cNvPr id="1843" name="Google Shape;1843;p147"/>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4" name="Google Shape;1844;p147"/>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5" name="Google Shape;1845;p147"/>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46" name="Google Shape;1846;p147"/>
          <p:cNvGrpSpPr/>
          <p:nvPr/>
        </p:nvGrpSpPr>
        <p:grpSpPr>
          <a:xfrm>
            <a:off x="10859614" y="2079340"/>
            <a:ext cx="839091" cy="839091"/>
            <a:chOff x="10859614" y="2160620"/>
            <a:chExt cx="839091" cy="839091"/>
          </a:xfrm>
        </p:grpSpPr>
        <p:grpSp>
          <p:nvGrpSpPr>
            <p:cNvPr id="1847" name="Google Shape;1847;p147"/>
            <p:cNvGrpSpPr/>
            <p:nvPr/>
          </p:nvGrpSpPr>
          <p:grpSpPr>
            <a:xfrm>
              <a:off x="10859614" y="2160620"/>
              <a:ext cx="839091" cy="839091"/>
              <a:chOff x="9277350" y="-850900"/>
              <a:chExt cx="1243118" cy="1243118"/>
            </a:xfrm>
          </p:grpSpPr>
          <p:sp>
            <p:nvSpPr>
              <p:cNvPr id="1848" name="Google Shape;1848;p14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49" name="Google Shape;1849;p147"/>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50" name="Google Shape;1850;p147"/>
            <p:cNvGrpSpPr/>
            <p:nvPr/>
          </p:nvGrpSpPr>
          <p:grpSpPr>
            <a:xfrm>
              <a:off x="11160063" y="2459977"/>
              <a:ext cx="238192" cy="240377"/>
              <a:chOff x="6300788" y="2890838"/>
              <a:chExt cx="346075" cy="349250"/>
            </a:xfrm>
          </p:grpSpPr>
          <p:cxnSp>
            <p:nvCxnSpPr>
              <p:cNvPr id="1851" name="Google Shape;1851;p147"/>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1852" name="Google Shape;1852;p147"/>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1853" name="Google Shape;1853;p147"/>
          <p:cNvGrpSpPr/>
          <p:nvPr/>
        </p:nvGrpSpPr>
        <p:grpSpPr>
          <a:xfrm>
            <a:off x="10859614" y="3001484"/>
            <a:ext cx="839091" cy="839091"/>
            <a:chOff x="10859614" y="3082764"/>
            <a:chExt cx="839091" cy="839091"/>
          </a:xfrm>
        </p:grpSpPr>
        <p:grpSp>
          <p:nvGrpSpPr>
            <p:cNvPr id="1854" name="Google Shape;1854;p147"/>
            <p:cNvGrpSpPr/>
            <p:nvPr/>
          </p:nvGrpSpPr>
          <p:grpSpPr>
            <a:xfrm>
              <a:off x="10859614" y="3082764"/>
              <a:ext cx="839091" cy="839091"/>
              <a:chOff x="9277350" y="-850900"/>
              <a:chExt cx="1243118" cy="1243118"/>
            </a:xfrm>
          </p:grpSpPr>
          <p:sp>
            <p:nvSpPr>
              <p:cNvPr id="1855" name="Google Shape;1855;p14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56" name="Google Shape;1856;p147"/>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57" name="Google Shape;1857;p147"/>
            <p:cNvGrpSpPr/>
            <p:nvPr/>
          </p:nvGrpSpPr>
          <p:grpSpPr>
            <a:xfrm>
              <a:off x="11160063" y="3382121"/>
              <a:ext cx="238192" cy="240377"/>
              <a:chOff x="6300788" y="2890838"/>
              <a:chExt cx="346075" cy="349250"/>
            </a:xfrm>
          </p:grpSpPr>
          <p:cxnSp>
            <p:nvCxnSpPr>
              <p:cNvPr id="1858" name="Google Shape;1858;p147"/>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1859" name="Google Shape;1859;p147"/>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1860" name="Google Shape;1860;p147"/>
          <p:cNvGrpSpPr/>
          <p:nvPr/>
        </p:nvGrpSpPr>
        <p:grpSpPr>
          <a:xfrm>
            <a:off x="10859614" y="3923628"/>
            <a:ext cx="839091" cy="839091"/>
            <a:chOff x="10859614" y="4004908"/>
            <a:chExt cx="839091" cy="839091"/>
          </a:xfrm>
        </p:grpSpPr>
        <p:grpSp>
          <p:nvGrpSpPr>
            <p:cNvPr id="1861" name="Google Shape;1861;p147"/>
            <p:cNvGrpSpPr/>
            <p:nvPr/>
          </p:nvGrpSpPr>
          <p:grpSpPr>
            <a:xfrm>
              <a:off x="10859614" y="4004908"/>
              <a:ext cx="839091" cy="839091"/>
              <a:chOff x="9277350" y="-850900"/>
              <a:chExt cx="1243118" cy="1243118"/>
            </a:xfrm>
          </p:grpSpPr>
          <p:sp>
            <p:nvSpPr>
              <p:cNvPr id="1862" name="Google Shape;1862;p14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3" name="Google Shape;1863;p147"/>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64" name="Google Shape;1864;p147"/>
            <p:cNvGrpSpPr/>
            <p:nvPr/>
          </p:nvGrpSpPr>
          <p:grpSpPr>
            <a:xfrm>
              <a:off x="11160063" y="4304265"/>
              <a:ext cx="238192" cy="240377"/>
              <a:chOff x="6300788" y="2890838"/>
              <a:chExt cx="346075" cy="349250"/>
            </a:xfrm>
          </p:grpSpPr>
          <p:cxnSp>
            <p:nvCxnSpPr>
              <p:cNvPr id="1865" name="Google Shape;1865;p147"/>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1866" name="Google Shape;1866;p147"/>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sp>
        <p:nvSpPr>
          <p:cNvPr id="1867" name="Google Shape;1867;p147"/>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8" name="Google Shape;1868;p147"/>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9" name="Google Shape;1869;p147"/>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0" name="Google Shape;1870;p147"/>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1" name="Google Shape;1871;p147"/>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2" name="Google Shape;1872;p147"/>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3" name="Google Shape;1873;p147"/>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4" name="Google Shape;1874;p147"/>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5" name="Google Shape;1875;p147"/>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1876" name="Shape 1876"/>
        <p:cNvGrpSpPr/>
        <p:nvPr/>
      </p:nvGrpSpPr>
      <p:grpSpPr>
        <a:xfrm>
          <a:off x="0" y="0"/>
          <a:ext cx="0" cy="0"/>
          <a:chOff x="0" y="0"/>
          <a:chExt cx="0" cy="0"/>
        </a:xfrm>
      </p:grpSpPr>
      <p:sp>
        <p:nvSpPr>
          <p:cNvPr id="1877" name="Google Shape;1877;p148"/>
          <p:cNvSpPr/>
          <p:nvPr>
            <p:ph idx="2" type="pic"/>
          </p:nvPr>
        </p:nvSpPr>
        <p:spPr>
          <a:xfrm>
            <a:off x="0" y="-7067"/>
            <a:ext cx="12192000" cy="3743325"/>
          </a:xfrm>
          <a:prstGeom prst="rect">
            <a:avLst/>
          </a:prstGeom>
          <a:noFill/>
          <a:ln>
            <a:noFill/>
          </a:ln>
        </p:spPr>
      </p:sp>
      <p:sp>
        <p:nvSpPr>
          <p:cNvPr id="1878" name="Google Shape;1878;p148"/>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9" name="Google Shape;1879;p148"/>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0" name="Google Shape;1880;p148"/>
          <p:cNvSpPr/>
          <p:nvPr/>
        </p:nvSpPr>
        <p:spPr>
          <a:xfrm>
            <a:off x="8530349"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81" name="Google Shape;1881;p148"/>
          <p:cNvSpPr/>
          <p:nvPr/>
        </p:nvSpPr>
        <p:spPr>
          <a:xfrm>
            <a:off x="4586515" y="1366010"/>
            <a:ext cx="3018972" cy="3018970"/>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82" name="Google Shape;1882;p148"/>
          <p:cNvSpPr/>
          <p:nvPr/>
        </p:nvSpPr>
        <p:spPr>
          <a:xfrm>
            <a:off x="1174038"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83" name="Google Shape;1883;p148"/>
          <p:cNvSpPr/>
          <p:nvPr>
            <p:ph idx="3" type="pic"/>
          </p:nvPr>
        </p:nvSpPr>
        <p:spPr>
          <a:xfrm>
            <a:off x="1612900" y="2468563"/>
            <a:ext cx="1612900" cy="1611312"/>
          </a:xfrm>
          <a:prstGeom prst="ellipse">
            <a:avLst/>
          </a:prstGeom>
          <a:noFill/>
          <a:ln>
            <a:noFill/>
          </a:ln>
        </p:spPr>
      </p:sp>
      <p:sp>
        <p:nvSpPr>
          <p:cNvPr id="1884" name="Google Shape;1884;p148"/>
          <p:cNvSpPr/>
          <p:nvPr>
            <p:ph idx="4" type="pic"/>
          </p:nvPr>
        </p:nvSpPr>
        <p:spPr>
          <a:xfrm>
            <a:off x="5067302" y="1846150"/>
            <a:ext cx="2057398" cy="2055372"/>
          </a:xfrm>
          <a:prstGeom prst="ellipse">
            <a:avLst/>
          </a:prstGeom>
          <a:noFill/>
          <a:ln>
            <a:noFill/>
          </a:ln>
        </p:spPr>
      </p:sp>
      <p:sp>
        <p:nvSpPr>
          <p:cNvPr id="1885" name="Google Shape;1885;p148"/>
          <p:cNvSpPr/>
          <p:nvPr>
            <p:ph idx="5" type="pic"/>
          </p:nvPr>
        </p:nvSpPr>
        <p:spPr>
          <a:xfrm>
            <a:off x="8966200" y="2468264"/>
            <a:ext cx="1612900" cy="1611312"/>
          </a:xfrm>
          <a:prstGeom prst="ellipse">
            <a:avLst/>
          </a:prstGeom>
          <a:noFill/>
          <a:ln>
            <a:noFill/>
          </a:ln>
        </p:spPr>
      </p:sp>
      <p:sp>
        <p:nvSpPr>
          <p:cNvPr id="1886" name="Google Shape;1886;p148"/>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7" name="Google Shape;1887;p148"/>
          <p:cNvSpPr txBox="1"/>
          <p:nvPr>
            <p:ph idx="7" type="body"/>
          </p:nvPr>
        </p:nvSpPr>
        <p:spPr>
          <a:xfrm>
            <a:off x="1174039" y="50745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8" name="Google Shape;1888;p148"/>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9" name="Google Shape;1889;p148"/>
          <p:cNvSpPr txBox="1"/>
          <p:nvPr>
            <p:ph idx="9" type="body"/>
          </p:nvPr>
        </p:nvSpPr>
        <p:spPr>
          <a:xfrm>
            <a:off x="4933155" y="50745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0" name="Google Shape;1890;p148"/>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1" name="Google Shape;1891;p148"/>
          <p:cNvSpPr txBox="1"/>
          <p:nvPr>
            <p:ph idx="14" type="body"/>
          </p:nvPr>
        </p:nvSpPr>
        <p:spPr>
          <a:xfrm>
            <a:off x="8692271" y="50640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1892" name="Shape 1892"/>
        <p:cNvGrpSpPr/>
        <p:nvPr/>
      </p:nvGrpSpPr>
      <p:grpSpPr>
        <a:xfrm>
          <a:off x="0" y="0"/>
          <a:ext cx="0" cy="0"/>
          <a:chOff x="0" y="0"/>
          <a:chExt cx="0" cy="0"/>
        </a:xfrm>
      </p:grpSpPr>
      <p:sp>
        <p:nvSpPr>
          <p:cNvPr id="1893" name="Google Shape;1893;p149"/>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4" name="Google Shape;1894;p149"/>
          <p:cNvSpPr/>
          <p:nvPr>
            <p:ph idx="2" type="pic"/>
          </p:nvPr>
        </p:nvSpPr>
        <p:spPr>
          <a:xfrm>
            <a:off x="1352048" y="-5702531"/>
            <a:ext cx="12192003" cy="12181139"/>
          </a:xfrm>
          <a:prstGeom prst="ellipse">
            <a:avLst/>
          </a:prstGeom>
          <a:noFill/>
          <a:ln>
            <a:noFill/>
          </a:ln>
        </p:spPr>
      </p:sp>
      <p:sp>
        <p:nvSpPr>
          <p:cNvPr id="1895" name="Google Shape;1895;p14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6" name="Google Shape;1896;p149"/>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97" name="Google Shape;1897;p149"/>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98" name="Google Shape;1898;p149"/>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9" name="Google Shape;1899;p149"/>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0" name="Google Shape;1900;p149"/>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1" name="Google Shape;1901;p149"/>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02" name="Google Shape;1902;p149"/>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3" name="Google Shape;1903;p149"/>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04" name="Google Shape;1904;p149"/>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5" name="Google Shape;1905;p149"/>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6" name="Google Shape;1906;p149"/>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07" name="Google Shape;1907;p149"/>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8" name="Google Shape;1908;p149"/>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09" name="Google Shape;1909;p149"/>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0" name="Google Shape;1910;p149"/>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1" name="Google Shape;1911;p149"/>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12" name="Google Shape;1912;p149"/>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3" name="Google Shape;1913;p149"/>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4" name="Google Shape;1914;p149"/>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5" name="Google Shape;1915;p149"/>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6" name="Google Shape;1916;p149"/>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17" name="Google Shape;1917;p149"/>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1918" name="Shape 1918"/>
        <p:cNvGrpSpPr/>
        <p:nvPr/>
      </p:nvGrpSpPr>
      <p:grpSpPr>
        <a:xfrm>
          <a:off x="0" y="0"/>
          <a:ext cx="0" cy="0"/>
          <a:chOff x="0" y="0"/>
          <a:chExt cx="0" cy="0"/>
        </a:xfrm>
      </p:grpSpPr>
      <p:sp>
        <p:nvSpPr>
          <p:cNvPr id="1919" name="Google Shape;1919;p150"/>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0" name="Google Shape;1920;p150"/>
          <p:cNvSpPr/>
          <p:nvPr/>
        </p:nvSpPr>
        <p:spPr>
          <a:xfrm>
            <a:off x="2172976" y="2748430"/>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1" name="Google Shape;1921;p150"/>
          <p:cNvSpPr txBox="1"/>
          <p:nvPr>
            <p:ph idx="1" type="body"/>
          </p:nvPr>
        </p:nvSpPr>
        <p:spPr>
          <a:xfrm>
            <a:off x="2359800" y="4145667"/>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2" name="Google Shape;1922;p150"/>
          <p:cNvSpPr txBox="1"/>
          <p:nvPr>
            <p:ph idx="2" type="body"/>
          </p:nvPr>
        </p:nvSpPr>
        <p:spPr>
          <a:xfrm>
            <a:off x="2359802" y="3745851"/>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3" name="Google Shape;1923;p150"/>
          <p:cNvSpPr/>
          <p:nvPr/>
        </p:nvSpPr>
        <p:spPr>
          <a:xfrm>
            <a:off x="4182752" y="3455650"/>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24" name="Google Shape;1924;p150"/>
          <p:cNvSpPr txBox="1"/>
          <p:nvPr>
            <p:ph idx="3" type="body"/>
          </p:nvPr>
        </p:nvSpPr>
        <p:spPr>
          <a:xfrm>
            <a:off x="2359800" y="3016702"/>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5" name="Google Shape;1925;p150"/>
          <p:cNvSpPr/>
          <p:nvPr/>
        </p:nvSpPr>
        <p:spPr>
          <a:xfrm>
            <a:off x="4877461" y="2748430"/>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6" name="Google Shape;1926;p150"/>
          <p:cNvSpPr txBox="1"/>
          <p:nvPr>
            <p:ph idx="4" type="body"/>
          </p:nvPr>
        </p:nvSpPr>
        <p:spPr>
          <a:xfrm>
            <a:off x="5064285" y="4145667"/>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7" name="Google Shape;1927;p150"/>
          <p:cNvSpPr txBox="1"/>
          <p:nvPr>
            <p:ph idx="5" type="body"/>
          </p:nvPr>
        </p:nvSpPr>
        <p:spPr>
          <a:xfrm>
            <a:off x="5064287" y="3745851"/>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8" name="Google Shape;1928;p150"/>
          <p:cNvSpPr/>
          <p:nvPr/>
        </p:nvSpPr>
        <p:spPr>
          <a:xfrm>
            <a:off x="6887237" y="3455650"/>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29" name="Google Shape;1929;p150"/>
          <p:cNvSpPr txBox="1"/>
          <p:nvPr>
            <p:ph idx="6" type="body"/>
          </p:nvPr>
        </p:nvSpPr>
        <p:spPr>
          <a:xfrm>
            <a:off x="5064285" y="3016702"/>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0" name="Google Shape;1930;p150"/>
          <p:cNvSpPr/>
          <p:nvPr/>
        </p:nvSpPr>
        <p:spPr>
          <a:xfrm>
            <a:off x="7590352" y="2748430"/>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1" name="Google Shape;1931;p150"/>
          <p:cNvSpPr txBox="1"/>
          <p:nvPr>
            <p:ph idx="7" type="body"/>
          </p:nvPr>
        </p:nvSpPr>
        <p:spPr>
          <a:xfrm>
            <a:off x="7777176" y="4145667"/>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2" name="Google Shape;1932;p150"/>
          <p:cNvSpPr txBox="1"/>
          <p:nvPr>
            <p:ph idx="8" type="body"/>
          </p:nvPr>
        </p:nvSpPr>
        <p:spPr>
          <a:xfrm>
            <a:off x="7777178" y="3745851"/>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3" name="Google Shape;1933;p150"/>
          <p:cNvSpPr/>
          <p:nvPr/>
        </p:nvSpPr>
        <p:spPr>
          <a:xfrm>
            <a:off x="9600128" y="3455650"/>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34" name="Google Shape;1934;p150"/>
          <p:cNvSpPr txBox="1"/>
          <p:nvPr>
            <p:ph idx="9" type="body"/>
          </p:nvPr>
        </p:nvSpPr>
        <p:spPr>
          <a:xfrm>
            <a:off x="7777176" y="3016702"/>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5" name="Google Shape;1935;p150"/>
          <p:cNvSpPr txBox="1"/>
          <p:nvPr>
            <p:ph type="ctrTitle"/>
          </p:nvPr>
        </p:nvSpPr>
        <p:spPr>
          <a:xfrm>
            <a:off x="360000" y="338447"/>
            <a:ext cx="11400200" cy="677108"/>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6" name="Google Shape;1936;p150"/>
          <p:cNvSpPr/>
          <p:nvPr/>
        </p:nvSpPr>
        <p:spPr>
          <a:xfrm>
            <a:off x="6405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37" name="Google Shape;1937;p150"/>
          <p:cNvSpPr txBox="1"/>
          <p:nvPr>
            <p:ph idx="13" type="subTitle"/>
          </p:nvPr>
        </p:nvSpPr>
        <p:spPr>
          <a:xfrm>
            <a:off x="285135" y="968584"/>
            <a:ext cx="11570863" cy="58477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1938" name="Shape 1938"/>
        <p:cNvGrpSpPr/>
        <p:nvPr/>
      </p:nvGrpSpPr>
      <p:grpSpPr>
        <a:xfrm>
          <a:off x="0" y="0"/>
          <a:ext cx="0" cy="0"/>
          <a:chOff x="0" y="0"/>
          <a:chExt cx="0" cy="0"/>
        </a:xfrm>
      </p:grpSpPr>
      <p:pic>
        <p:nvPicPr>
          <p:cNvPr id="1939" name="Google Shape;1939;p151"/>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1940" name="Google Shape;1940;p151"/>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1" name="Google Shape;1941;p151"/>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2" name="Google Shape;1942;p151"/>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3" name="Google Shape;1943;p151"/>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4" name="Google Shape;1944;p151"/>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5" name="Google Shape;1945;p151"/>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6" name="Google Shape;1946;p151"/>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7" name="Google Shape;1947;p151"/>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8" name="Google Shape;1948;p151"/>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9" name="Google Shape;1949;p151"/>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0" name="Google Shape;1950;p151"/>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1" name="Google Shape;1951;p151"/>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2" name="Google Shape;1952;p151"/>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3" name="Google Shape;1953;p151"/>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4" name="Google Shape;1954;p151"/>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5" name="Google Shape;1955;p151"/>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6" name="Google Shape;1956;p151"/>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7" name="Google Shape;1957;p151"/>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8" name="Google Shape;1958;p151"/>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9" name="Google Shape;1959;p151"/>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0" name="Google Shape;1960;p151"/>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61" name="Google Shape;1961;p151"/>
          <p:cNvSpPr/>
          <p:nvPr>
            <p:ph idx="17" type="pic"/>
          </p:nvPr>
        </p:nvSpPr>
        <p:spPr>
          <a:xfrm>
            <a:off x="4918662" y="2520431"/>
            <a:ext cx="2382838" cy="2382838"/>
          </a:xfrm>
          <a:prstGeom prst="ellipse">
            <a:avLst/>
          </a:prstGeom>
          <a:noFill/>
          <a:ln>
            <a:noFill/>
          </a:ln>
        </p:spPr>
      </p:sp>
      <p:sp>
        <p:nvSpPr>
          <p:cNvPr id="1962" name="Google Shape;1962;p151"/>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3" name="Google Shape;1963;p151"/>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4" name="Google Shape;1964;p151"/>
          <p:cNvSpPr txBox="1"/>
          <p:nvPr>
            <p:ph type="ctrTitle"/>
          </p:nvPr>
        </p:nvSpPr>
        <p:spPr>
          <a:xfrm>
            <a:off x="360000" y="338447"/>
            <a:ext cx="11400200" cy="67710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5" name="Google Shape;1965;p151"/>
          <p:cNvSpPr txBox="1"/>
          <p:nvPr>
            <p:ph idx="19" type="subTitle"/>
          </p:nvPr>
        </p:nvSpPr>
        <p:spPr>
          <a:xfrm>
            <a:off x="285135" y="968584"/>
            <a:ext cx="11570863" cy="58477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1966" name="Shape 1966"/>
        <p:cNvGrpSpPr/>
        <p:nvPr/>
      </p:nvGrpSpPr>
      <p:grpSpPr>
        <a:xfrm>
          <a:off x="0" y="0"/>
          <a:ext cx="0" cy="0"/>
          <a:chOff x="0" y="0"/>
          <a:chExt cx="0" cy="0"/>
        </a:xfrm>
      </p:grpSpPr>
      <p:sp>
        <p:nvSpPr>
          <p:cNvPr id="1967" name="Google Shape;1967;p152"/>
          <p:cNvSpPr/>
          <p:nvPr/>
        </p:nvSpPr>
        <p:spPr>
          <a:xfrm>
            <a:off x="6117716" y="2109011"/>
            <a:ext cx="3677724" cy="3677724"/>
          </a:xfrm>
          <a:prstGeom prst="ellipse">
            <a:avLst/>
          </a:prstGeom>
          <a:gradFill>
            <a:gsLst>
              <a:gs pos="0">
                <a:srgbClr val="FFE7E8"/>
              </a:gs>
              <a:gs pos="100000">
                <a:srgbClr val="FFE7E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68" name="Google Shape;1968;p152"/>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69" name="Google Shape;1969;p152"/>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0" name="Google Shape;1970;p152"/>
          <p:cNvSpPr/>
          <p:nvPr/>
        </p:nvSpPr>
        <p:spPr>
          <a:xfrm>
            <a:off x="4751220" y="-1407341"/>
            <a:ext cx="5536427" cy="5536427"/>
          </a:xfrm>
          <a:prstGeom prst="ellipse">
            <a:avLst/>
          </a:prstGeom>
          <a:gradFill>
            <a:gsLst>
              <a:gs pos="0">
                <a:srgbClr val="FCDFD3"/>
              </a:gs>
              <a:gs pos="100000">
                <a:srgbClr val="FCDFD3">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1" name="Google Shape;1971;p152"/>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2" name="Google Shape;1972;p152"/>
          <p:cNvSpPr/>
          <p:nvPr/>
        </p:nvSpPr>
        <p:spPr>
          <a:xfrm>
            <a:off x="5285099" y="-873462"/>
            <a:ext cx="4468669" cy="4468669"/>
          </a:xfrm>
          <a:prstGeom prst="ellipse">
            <a:avLst/>
          </a:prstGeom>
          <a:gradFill>
            <a:gsLst>
              <a:gs pos="0">
                <a:srgbClr val="F7A27D"/>
              </a:gs>
              <a:gs pos="100000">
                <a:srgbClr val="F7A27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3" name="Google Shape;1973;p152"/>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4" name="Google Shape;1974;p152"/>
          <p:cNvSpPr/>
          <p:nvPr/>
        </p:nvSpPr>
        <p:spPr>
          <a:xfrm>
            <a:off x="6472360" y="2463655"/>
            <a:ext cx="2968436" cy="2968436"/>
          </a:xfrm>
          <a:prstGeom prst="ellipse">
            <a:avLst/>
          </a:prstGeom>
          <a:gradFill>
            <a:gsLst>
              <a:gs pos="0">
                <a:srgbClr val="FFB7BB"/>
              </a:gs>
              <a:gs pos="100000">
                <a:srgbClr val="FFB7BB">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5" name="Google Shape;1975;p152"/>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6" name="Google Shape;1976;p152"/>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7" name="Google Shape;1977;p152"/>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8" name="Google Shape;1978;p152"/>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9" name="Google Shape;1979;p152"/>
          <p:cNvSpPr/>
          <p:nvPr/>
        </p:nvSpPr>
        <p:spPr>
          <a:xfrm>
            <a:off x="5818974" y="-339586"/>
            <a:ext cx="3400918" cy="3400918"/>
          </a:xfrm>
          <a:prstGeom prst="ellipse">
            <a:avLst/>
          </a:prstGeom>
          <a:gradFill>
            <a:gsLst>
              <a:gs pos="0">
                <a:schemeClr val="accent1"/>
              </a:gs>
              <a:gs pos="100000">
                <a:srgbClr val="F2672A">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0" name="Google Shape;1980;p152"/>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1" name="Google Shape;1981;p152"/>
          <p:cNvSpPr/>
          <p:nvPr/>
        </p:nvSpPr>
        <p:spPr>
          <a:xfrm>
            <a:off x="6827000" y="2818297"/>
            <a:ext cx="2259154" cy="2259154"/>
          </a:xfrm>
          <a:prstGeom prst="ellipse">
            <a:avLst/>
          </a:prstGeom>
          <a:gradFill>
            <a:gsLst>
              <a:gs pos="0">
                <a:srgbClr val="FF878F"/>
              </a:gs>
              <a:gs pos="100000">
                <a:srgbClr val="FF878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2" name="Google Shape;1982;p152"/>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3" name="Google Shape;1983;p152"/>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4" name="Google Shape;1984;p152"/>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5" name="Google Shape;1985;p152"/>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6" name="Google Shape;1986;p152"/>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7" name="Google Shape;1987;p152"/>
          <p:cNvSpPr txBox="1"/>
          <p:nvPr>
            <p:ph type="ctrTitle"/>
          </p:nvPr>
        </p:nvSpPr>
        <p:spPr>
          <a:xfrm>
            <a:off x="360000" y="308292"/>
            <a:ext cx="3308889" cy="184665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8" name="Google Shape;1988;p152"/>
          <p:cNvSpPr txBox="1"/>
          <p:nvPr>
            <p:ph idx="5" type="body"/>
          </p:nvPr>
        </p:nvSpPr>
        <p:spPr>
          <a:xfrm>
            <a:off x="360000" y="24820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1989" name="Shape 1989"/>
        <p:cNvGrpSpPr/>
        <p:nvPr/>
      </p:nvGrpSpPr>
      <p:grpSpPr>
        <a:xfrm>
          <a:off x="0" y="0"/>
          <a:ext cx="0" cy="0"/>
          <a:chOff x="0" y="0"/>
          <a:chExt cx="0" cy="0"/>
        </a:xfrm>
      </p:grpSpPr>
      <p:sp>
        <p:nvSpPr>
          <p:cNvPr id="1990" name="Google Shape;1990;p153"/>
          <p:cNvSpPr/>
          <p:nvPr/>
        </p:nvSpPr>
        <p:spPr>
          <a:xfrm>
            <a:off x="3861666" y="1194665"/>
            <a:ext cx="4468669" cy="4468669"/>
          </a:xfrm>
          <a:prstGeom prst="ellipse">
            <a:avLst/>
          </a:prstGeom>
          <a:gradFill>
            <a:gsLst>
              <a:gs pos="0">
                <a:schemeClr val="accent1"/>
              </a:gs>
              <a:gs pos="100000">
                <a:srgbClr val="F2672A">
                  <a:alpha val="40784"/>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91" name="Google Shape;1991;p153"/>
          <p:cNvSpPr/>
          <p:nvPr/>
        </p:nvSpPr>
        <p:spPr>
          <a:xfrm>
            <a:off x="4395541" y="1728541"/>
            <a:ext cx="3400918" cy="3400918"/>
          </a:xfrm>
          <a:prstGeom prst="ellipse">
            <a:avLst/>
          </a:prstGeom>
          <a:gradFill>
            <a:gsLst>
              <a:gs pos="0">
                <a:srgbClr val="BF2026">
                  <a:alpha val="6000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92" name="Google Shape;1992;p153"/>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3" name="Google Shape;1993;p153"/>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994" name="Google Shape;1994;p153"/>
          <p:cNvCxnSpPr>
            <a:stCxn id="1995" idx="4"/>
          </p:cNvCxnSpPr>
          <p:nvPr/>
        </p:nvCxnSpPr>
        <p:spPr>
          <a:xfrm>
            <a:off x="6096092" y="1962905"/>
            <a:ext cx="0" cy="440700"/>
          </a:xfrm>
          <a:prstGeom prst="straightConnector1">
            <a:avLst/>
          </a:prstGeom>
          <a:noFill/>
          <a:ln cap="flat" cmpd="sng" w="12700">
            <a:solidFill>
              <a:schemeClr val="dk2"/>
            </a:solidFill>
            <a:prstDash val="solid"/>
            <a:miter lim="800000"/>
            <a:headEnd len="sm" w="sm" type="none"/>
            <a:tailEnd len="sm" w="sm" type="none"/>
          </a:ln>
        </p:spPr>
      </p:cxnSp>
      <p:cxnSp>
        <p:nvCxnSpPr>
          <p:cNvPr id="1996" name="Google Shape;1996;p153"/>
          <p:cNvCxnSpPr>
            <a:endCxn id="1997"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1998" name="Google Shape;1998;p153"/>
          <p:cNvCxnSpPr>
            <a:endCxn id="1999"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2000" name="Google Shape;2000;p153"/>
          <p:cNvCxnSpPr>
            <a:endCxn id="2001"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2002" name="Google Shape;2002;p153"/>
          <p:cNvCxnSpPr>
            <a:stCxn id="2003"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2004" name="Google Shape;2004;p153"/>
          <p:cNvCxnSpPr>
            <a:stCxn id="2005"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1997" name="Google Shape;1997;p153"/>
          <p:cNvSpPr/>
          <p:nvPr>
            <p:ph idx="2" type="body"/>
          </p:nvPr>
        </p:nvSpPr>
        <p:spPr>
          <a:xfrm>
            <a:off x="3634600" y="951519"/>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1" name="Google Shape;2001;p153"/>
          <p:cNvSpPr/>
          <p:nvPr>
            <p:ph idx="3" type="body"/>
          </p:nvPr>
        </p:nvSpPr>
        <p:spPr>
          <a:xfrm>
            <a:off x="2192172" y="293387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5" name="Google Shape;2005;p153"/>
          <p:cNvSpPr/>
          <p:nvPr>
            <p:ph idx="4" type="body"/>
          </p:nvPr>
        </p:nvSpPr>
        <p:spPr>
          <a:xfrm>
            <a:off x="3634600" y="4698870"/>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9" name="Google Shape;1999;p153"/>
          <p:cNvSpPr/>
          <p:nvPr>
            <p:ph idx="5" type="body"/>
          </p:nvPr>
        </p:nvSpPr>
        <p:spPr>
          <a:xfrm>
            <a:off x="8023696" y="4815486"/>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3" name="Google Shape;2003;p153"/>
          <p:cNvSpPr/>
          <p:nvPr>
            <p:ph idx="6" type="body"/>
          </p:nvPr>
        </p:nvSpPr>
        <p:spPr>
          <a:xfrm>
            <a:off x="8576342" y="295340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5" name="Google Shape;1995;p153"/>
          <p:cNvSpPr/>
          <p:nvPr>
            <p:ph idx="7" type="body"/>
          </p:nvPr>
        </p:nvSpPr>
        <p:spPr>
          <a:xfrm>
            <a:off x="5628573" y="1027868"/>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6" name="Google Shape;2006;p153"/>
          <p:cNvSpPr txBox="1"/>
          <p:nvPr>
            <p:ph idx="8" type="body"/>
          </p:nvPr>
        </p:nvSpPr>
        <p:spPr>
          <a:xfrm>
            <a:off x="4547639" y="387983"/>
            <a:ext cx="3091269" cy="43088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7" name="Google Shape;2007;p153"/>
          <p:cNvSpPr txBox="1"/>
          <p:nvPr>
            <p:ph idx="9"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8" name="Google Shape;2008;p153"/>
          <p:cNvSpPr txBox="1"/>
          <p:nvPr>
            <p:ph idx="13"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9" name="Google Shape;2009;p153"/>
          <p:cNvSpPr txBox="1"/>
          <p:nvPr>
            <p:ph idx="14"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0" name="Google Shape;2010;p153"/>
          <p:cNvSpPr txBox="1"/>
          <p:nvPr>
            <p:ph idx="15"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1" name="Google Shape;2011;p153"/>
          <p:cNvSpPr txBox="1"/>
          <p:nvPr>
            <p:ph idx="16"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2" name="Google Shape;2012;p153"/>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3" name="Google Shape;2013;p153"/>
          <p:cNvSpPr txBox="1"/>
          <p:nvPr>
            <p:ph idx="17"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2014" name="Shape 2014"/>
        <p:cNvGrpSpPr/>
        <p:nvPr/>
      </p:nvGrpSpPr>
      <p:grpSpPr>
        <a:xfrm>
          <a:off x="0" y="0"/>
          <a:ext cx="0" cy="0"/>
          <a:chOff x="0" y="0"/>
          <a:chExt cx="0" cy="0"/>
        </a:xfrm>
      </p:grpSpPr>
      <p:sp>
        <p:nvSpPr>
          <p:cNvPr id="2015" name="Google Shape;2015;p154"/>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6" name="Google Shape;2016;p15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7" name="Google Shape;2017;p154"/>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8" name="Google Shape;2018;p154"/>
          <p:cNvSpPr/>
          <p:nvPr>
            <p:ph idx="2" type="pic"/>
          </p:nvPr>
        </p:nvSpPr>
        <p:spPr>
          <a:xfrm>
            <a:off x="0" y="1442806"/>
            <a:ext cx="12192000" cy="1438508"/>
          </a:xfrm>
          <a:prstGeom prst="rect">
            <a:avLst/>
          </a:prstGeom>
          <a:solidFill>
            <a:srgbClr val="202021">
              <a:alpha val="49803"/>
            </a:srgbClr>
          </a:solidFill>
          <a:ln>
            <a:noFill/>
          </a:ln>
        </p:spPr>
      </p:sp>
      <p:sp>
        <p:nvSpPr>
          <p:cNvPr id="2019" name="Google Shape;2019;p154"/>
          <p:cNvSpPr/>
          <p:nvPr>
            <p:ph idx="3" type="pic"/>
          </p:nvPr>
        </p:nvSpPr>
        <p:spPr>
          <a:xfrm>
            <a:off x="0" y="3065994"/>
            <a:ext cx="12192000" cy="1438508"/>
          </a:xfrm>
          <a:prstGeom prst="rect">
            <a:avLst/>
          </a:prstGeom>
          <a:solidFill>
            <a:srgbClr val="202021">
              <a:alpha val="49803"/>
            </a:srgbClr>
          </a:solidFill>
          <a:ln>
            <a:noFill/>
          </a:ln>
        </p:spPr>
      </p:sp>
      <p:sp>
        <p:nvSpPr>
          <p:cNvPr id="2020" name="Google Shape;2020;p154"/>
          <p:cNvSpPr/>
          <p:nvPr>
            <p:ph idx="4" type="pic"/>
          </p:nvPr>
        </p:nvSpPr>
        <p:spPr>
          <a:xfrm>
            <a:off x="0" y="4688736"/>
            <a:ext cx="12192000" cy="1438508"/>
          </a:xfrm>
          <a:prstGeom prst="rect">
            <a:avLst/>
          </a:prstGeom>
          <a:solidFill>
            <a:srgbClr val="202021">
              <a:alpha val="49803"/>
            </a:srgbClr>
          </a:solidFill>
          <a:ln>
            <a:noFill/>
          </a:ln>
        </p:spPr>
      </p:sp>
      <p:cxnSp>
        <p:nvCxnSpPr>
          <p:cNvPr id="2021" name="Google Shape;2021;p154"/>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22" name="Google Shape;2022;p154"/>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23" name="Google Shape;2023;p154"/>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24" name="Google Shape;2024;p154"/>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25" name="Google Shape;2025;p154"/>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26" name="Google Shape;2026;p154"/>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2027" name="Google Shape;2027;p154"/>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8" name="Google Shape;2028;p154"/>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9" name="Google Shape;2029;p154"/>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0" name="Google Shape;2030;p154"/>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1" name="Google Shape;2031;p154"/>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2" name="Google Shape;2032;p154"/>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3" name="Google Shape;2033;p154"/>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4" name="Google Shape;2034;p154"/>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5" name="Google Shape;2035;p154"/>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6" name="Google Shape;2036;p154"/>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7" name="Google Shape;2037;p154"/>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8" name="Google Shape;2038;p154"/>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9" name="Google Shape;2039;p154"/>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0" name="Google Shape;2040;p154"/>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1" name="Google Shape;2041;p154"/>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2" name="Google Shape;2042;p154"/>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3" name="Google Shape;2043;p154"/>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4" name="Google Shape;2044;p154"/>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2045" name="Shape 2045"/>
        <p:cNvGrpSpPr/>
        <p:nvPr/>
      </p:nvGrpSpPr>
      <p:grpSpPr>
        <a:xfrm>
          <a:off x="0" y="0"/>
          <a:ext cx="0" cy="0"/>
          <a:chOff x="0" y="0"/>
          <a:chExt cx="0" cy="0"/>
        </a:xfrm>
      </p:grpSpPr>
      <p:sp>
        <p:nvSpPr>
          <p:cNvPr id="2046" name="Google Shape;2046;p155"/>
          <p:cNvSpPr/>
          <p:nvPr/>
        </p:nvSpPr>
        <p:spPr>
          <a:xfrm>
            <a:off x="0" y="0"/>
            <a:ext cx="6095999" cy="360813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7" name="Google Shape;2047;p155"/>
          <p:cNvSpPr txBox="1"/>
          <p:nvPr>
            <p:ph idx="1" type="body"/>
          </p:nvPr>
        </p:nvSpPr>
        <p:spPr>
          <a:xfrm>
            <a:off x="531266" y="2104900"/>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8" name="Google Shape;2048;p155"/>
          <p:cNvSpPr/>
          <p:nvPr/>
        </p:nvSpPr>
        <p:spPr>
          <a:xfrm>
            <a:off x="4591343" y="3985293"/>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9" name="Google Shape;2049;p155"/>
          <p:cNvSpPr/>
          <p:nvPr/>
        </p:nvSpPr>
        <p:spPr>
          <a:xfrm>
            <a:off x="10333248" y="3985293"/>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0" name="Google Shape;2050;p155"/>
          <p:cNvSpPr/>
          <p:nvPr/>
        </p:nvSpPr>
        <p:spPr>
          <a:xfrm>
            <a:off x="10333248" y="1233689"/>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1" name="Google Shape;2051;p155"/>
          <p:cNvSpPr/>
          <p:nvPr/>
        </p:nvSpPr>
        <p:spPr>
          <a:xfrm>
            <a:off x="6244390" y="1358232"/>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2" name="Google Shape;2052;p155"/>
          <p:cNvSpPr/>
          <p:nvPr/>
        </p:nvSpPr>
        <p:spPr>
          <a:xfrm>
            <a:off x="6257843" y="4113464"/>
            <a:ext cx="5431674" cy="2249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3" name="Google Shape;2053;p155"/>
          <p:cNvSpPr/>
          <p:nvPr/>
        </p:nvSpPr>
        <p:spPr>
          <a:xfrm>
            <a:off x="515938" y="4113464"/>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54" name="Google Shape;2054;p155"/>
          <p:cNvCxnSpPr/>
          <p:nvPr/>
        </p:nvCxnSpPr>
        <p:spPr>
          <a:xfrm>
            <a:off x="502483" y="3860801"/>
            <a:ext cx="11173581" cy="0"/>
          </a:xfrm>
          <a:prstGeom prst="straightConnector1">
            <a:avLst/>
          </a:prstGeom>
          <a:noFill/>
          <a:ln cap="flat" cmpd="sng" w="12700">
            <a:solidFill>
              <a:srgbClr val="BFBFBF"/>
            </a:solidFill>
            <a:prstDash val="lgDash"/>
            <a:round/>
            <a:headEnd len="sm" w="sm" type="none"/>
            <a:tailEnd len="sm" w="sm" type="none"/>
          </a:ln>
        </p:spPr>
      </p:cxnSp>
      <p:sp>
        <p:nvSpPr>
          <p:cNvPr id="2055" name="Google Shape;2055;p155"/>
          <p:cNvSpPr/>
          <p:nvPr/>
        </p:nvSpPr>
        <p:spPr>
          <a:xfrm rot="10800000">
            <a:off x="10333248" y="1233689"/>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6" name="Google Shape;2056;p155"/>
          <p:cNvSpPr/>
          <p:nvPr/>
        </p:nvSpPr>
        <p:spPr>
          <a:xfrm rot="10800000">
            <a:off x="10333248" y="3985293"/>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7" name="Google Shape;2057;p155"/>
          <p:cNvSpPr/>
          <p:nvPr/>
        </p:nvSpPr>
        <p:spPr>
          <a:xfrm rot="10800000">
            <a:off x="4591343" y="3985293"/>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8" name="Google Shape;2058;p155"/>
          <p:cNvSpPr txBox="1"/>
          <p:nvPr>
            <p:ph idx="2" type="body"/>
          </p:nvPr>
        </p:nvSpPr>
        <p:spPr>
          <a:xfrm>
            <a:off x="948484" y="454928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9" name="Google Shape;2059;p155"/>
          <p:cNvSpPr txBox="1"/>
          <p:nvPr>
            <p:ph idx="3" type="body"/>
          </p:nvPr>
        </p:nvSpPr>
        <p:spPr>
          <a:xfrm>
            <a:off x="2440863" y="454928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0" name="Google Shape;2060;p155"/>
          <p:cNvSpPr txBox="1"/>
          <p:nvPr>
            <p:ph idx="4" type="body"/>
          </p:nvPr>
        </p:nvSpPr>
        <p:spPr>
          <a:xfrm>
            <a:off x="2440863" y="512924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1" name="Google Shape;2061;p155"/>
          <p:cNvSpPr txBox="1"/>
          <p:nvPr>
            <p:ph idx="5" type="body"/>
          </p:nvPr>
        </p:nvSpPr>
        <p:spPr>
          <a:xfrm>
            <a:off x="6699913" y="1830302"/>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2" name="Google Shape;2062;p155"/>
          <p:cNvSpPr txBox="1"/>
          <p:nvPr>
            <p:ph idx="6" type="body"/>
          </p:nvPr>
        </p:nvSpPr>
        <p:spPr>
          <a:xfrm>
            <a:off x="8192292" y="1830301"/>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3" name="Google Shape;2063;p155"/>
          <p:cNvSpPr txBox="1"/>
          <p:nvPr>
            <p:ph idx="7" type="body"/>
          </p:nvPr>
        </p:nvSpPr>
        <p:spPr>
          <a:xfrm>
            <a:off x="8192292" y="2410265"/>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4" name="Google Shape;2064;p155"/>
          <p:cNvSpPr txBox="1"/>
          <p:nvPr>
            <p:ph idx="8" type="body"/>
          </p:nvPr>
        </p:nvSpPr>
        <p:spPr>
          <a:xfrm>
            <a:off x="6677189" y="4533714"/>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5" name="Google Shape;2065;p155"/>
          <p:cNvSpPr txBox="1"/>
          <p:nvPr>
            <p:ph idx="9" type="body"/>
          </p:nvPr>
        </p:nvSpPr>
        <p:spPr>
          <a:xfrm>
            <a:off x="8169568" y="4533713"/>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6" name="Google Shape;2066;p155"/>
          <p:cNvSpPr txBox="1"/>
          <p:nvPr>
            <p:ph idx="13" type="body"/>
          </p:nvPr>
        </p:nvSpPr>
        <p:spPr>
          <a:xfrm>
            <a:off x="8169568" y="5113677"/>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7" name="Google Shape;2067;p155"/>
          <p:cNvSpPr txBox="1"/>
          <p:nvPr>
            <p:ph idx="14" type="body"/>
          </p:nvPr>
        </p:nvSpPr>
        <p:spPr>
          <a:xfrm>
            <a:off x="10948771" y="1369988"/>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8" name="Google Shape;2068;p155"/>
          <p:cNvSpPr txBox="1"/>
          <p:nvPr>
            <p:ph idx="15" type="body"/>
          </p:nvPr>
        </p:nvSpPr>
        <p:spPr>
          <a:xfrm>
            <a:off x="5200965" y="4140956"/>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9" name="Google Shape;2069;p155"/>
          <p:cNvSpPr txBox="1"/>
          <p:nvPr>
            <p:ph idx="16" type="body"/>
          </p:nvPr>
        </p:nvSpPr>
        <p:spPr>
          <a:xfrm>
            <a:off x="10954488" y="4135064"/>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0" name="Google Shape;2070;p155"/>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1" name="Google Shape;2071;p155"/>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2072" name="Shape 2072"/>
        <p:cNvGrpSpPr/>
        <p:nvPr/>
      </p:nvGrpSpPr>
      <p:grpSpPr>
        <a:xfrm>
          <a:off x="0" y="0"/>
          <a:ext cx="0" cy="0"/>
          <a:chOff x="0" y="0"/>
          <a:chExt cx="0" cy="0"/>
        </a:xfrm>
      </p:grpSpPr>
      <p:sp>
        <p:nvSpPr>
          <p:cNvPr id="2073" name="Google Shape;2073;p156"/>
          <p:cNvSpPr/>
          <p:nvPr>
            <p:ph idx="2" type="pic"/>
          </p:nvPr>
        </p:nvSpPr>
        <p:spPr>
          <a:xfrm>
            <a:off x="0" y="0"/>
            <a:ext cx="4986609" cy="6858000"/>
          </a:xfrm>
          <a:prstGeom prst="rect">
            <a:avLst/>
          </a:prstGeom>
          <a:solidFill>
            <a:schemeClr val="dk2">
              <a:alpha val="74901"/>
            </a:schemeClr>
          </a:solidFill>
          <a:ln>
            <a:noFill/>
          </a:ln>
        </p:spPr>
      </p:sp>
      <p:sp>
        <p:nvSpPr>
          <p:cNvPr id="2074" name="Google Shape;2074;p156"/>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75" name="Google Shape;2075;p156"/>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76" name="Google Shape;2076;p156"/>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77" name="Google Shape;2077;p156"/>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78" name="Google Shape;2078;p156"/>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79" name="Google Shape;2079;p156"/>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080" name="Google Shape;2080;p156"/>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1" name="Google Shape;2081;p156"/>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2" name="Google Shape;2082;p156"/>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3" name="Google Shape;2083;p156"/>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4" name="Google Shape;2084;p156"/>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5" name="Google Shape;2085;p156"/>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6" name="Google Shape;2086;p156"/>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7" name="Google Shape;2087;p156"/>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8" name="Google Shape;2088;p156"/>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9" name="Google Shape;2089;p156"/>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0" name="Google Shape;2090;p156"/>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1" name="Google Shape;2091;p156"/>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2" name="Google Shape;2092;p156"/>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2093" name="Shape 2093"/>
        <p:cNvGrpSpPr/>
        <p:nvPr/>
      </p:nvGrpSpPr>
      <p:grpSpPr>
        <a:xfrm>
          <a:off x="0" y="0"/>
          <a:ext cx="0" cy="0"/>
          <a:chOff x="0" y="0"/>
          <a:chExt cx="0" cy="0"/>
        </a:xfrm>
      </p:grpSpPr>
      <p:sp>
        <p:nvSpPr>
          <p:cNvPr id="2094" name="Google Shape;2094;p157"/>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95" name="Google Shape;2095;p157"/>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96" name="Google Shape;2096;p157"/>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97" name="Google Shape;2097;p157"/>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98" name="Google Shape;2098;p157"/>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99" name="Google Shape;2099;p157"/>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100" name="Google Shape;2100;p157"/>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101" name="Google Shape;2101;p157"/>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2" name="Google Shape;2102;p157"/>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3" name="Google Shape;2103;p157"/>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4" name="Google Shape;2104;p157"/>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5" name="Google Shape;2105;p157"/>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6" name="Google Shape;2106;p157"/>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7" name="Google Shape;2107;p157"/>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8" name="Google Shape;2108;p157"/>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9" name="Google Shape;2109;p157"/>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0" name="Google Shape;2110;p157"/>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1" name="Google Shape;2111;p157"/>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2" name="Google Shape;2112;p157"/>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3" name="Google Shape;2113;p157"/>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b="1" sz="3200">
              <a:solidFill>
                <a:schemeClr val="lt1"/>
              </a:solidFill>
              <a:latin typeface="Barlow Medium"/>
              <a:ea typeface="Barlow Medium"/>
              <a:cs typeface="Barlow Medium"/>
              <a:sym typeface="Barlow Medium"/>
            </a:endParaRPr>
          </a:p>
        </p:txBody>
      </p:sp>
      <p:sp>
        <p:nvSpPr>
          <p:cNvPr id="2114" name="Google Shape;2114;p157"/>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chemeClr val="accent1"/>
            </a:gs>
            <a:gs pos="100000">
              <a:schemeClr val="dk2"/>
            </a:gs>
          </a:gsLst>
          <a:lin ang="5400000" scaled="0"/>
        </a:gradFill>
      </p:bgPr>
    </p:bg>
    <p:spTree>
      <p:nvGrpSpPr>
        <p:cNvPr id="2115" name="Shape 2115"/>
        <p:cNvGrpSpPr/>
        <p:nvPr/>
      </p:nvGrpSpPr>
      <p:grpSpPr>
        <a:xfrm>
          <a:off x="0" y="0"/>
          <a:ext cx="0" cy="0"/>
          <a:chOff x="0" y="0"/>
          <a:chExt cx="0" cy="0"/>
        </a:xfrm>
      </p:grpSpPr>
      <p:sp>
        <p:nvSpPr>
          <p:cNvPr id="2116" name="Google Shape;2116;p158"/>
          <p:cNvSpPr/>
          <p:nvPr/>
        </p:nvSpPr>
        <p:spPr>
          <a:xfrm rot="10800000">
            <a:off x="5321096" y="-1"/>
            <a:ext cx="4348468" cy="5021943"/>
          </a:xfrm>
          <a:prstGeom prst="triangle">
            <a:avLst>
              <a:gd fmla="val 50000" name="adj"/>
            </a:avLst>
          </a:prstGeom>
          <a:gradFill>
            <a:gsLst>
              <a:gs pos="0">
                <a:srgbClr val="BF2026"/>
              </a:gs>
              <a:gs pos="50000">
                <a:srgbClr val="F2672A"/>
              </a:gs>
              <a:gs pos="100000">
                <a:srgbClr val="F68721">
                  <a:alpha val="8745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117" name="Google Shape;2117;p158"/>
          <p:cNvGrpSpPr/>
          <p:nvPr/>
        </p:nvGrpSpPr>
        <p:grpSpPr>
          <a:xfrm>
            <a:off x="715600" y="2098526"/>
            <a:ext cx="6096000" cy="1723549"/>
            <a:chOff x="715600" y="2205347"/>
            <a:chExt cx="6096000" cy="1723549"/>
          </a:xfrm>
        </p:grpSpPr>
        <p:sp>
          <p:nvSpPr>
            <p:cNvPr id="2118" name="Google Shape;2118;p158"/>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b="1" i="0" sz="8800" u="none" cap="none" strike="noStrike">
                <a:solidFill>
                  <a:srgbClr val="FFFFFF"/>
                </a:solidFill>
                <a:latin typeface="Barlow"/>
                <a:ea typeface="Barlow"/>
                <a:cs typeface="Barlow"/>
                <a:sym typeface="Barlow"/>
              </a:endParaRPr>
            </a:p>
          </p:txBody>
        </p:sp>
        <p:sp>
          <p:nvSpPr>
            <p:cNvPr id="2119" name="Google Shape;2119;p158"/>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2120" name="Google Shape;2120;p158"/>
          <p:cNvGrpSpPr/>
          <p:nvPr/>
        </p:nvGrpSpPr>
        <p:grpSpPr>
          <a:xfrm>
            <a:off x="647700" y="5924400"/>
            <a:ext cx="1951864" cy="324000"/>
            <a:chOff x="3753875" y="6160946"/>
            <a:chExt cx="1951864" cy="324000"/>
          </a:xfrm>
        </p:grpSpPr>
        <p:pic>
          <p:nvPicPr>
            <p:cNvPr id="2121" name="Google Shape;2121;p158">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122" name="Google Shape;2122;p158">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123" name="Google Shape;2123;p158">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124" name="Google Shape;2124;p158">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125" name="Google Shape;2125;p158">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126" name="Google Shape;2126;p158">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127" name="Google Shape;2127;p15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128" name="Google Shape;2128;p158"/>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chemeClr val="accent1"/>
            </a:gs>
            <a:gs pos="100000">
              <a:schemeClr val="dk2"/>
            </a:gs>
          </a:gsLst>
          <a:lin ang="5400000" scaled="0"/>
        </a:gradFill>
      </p:bgPr>
    </p:bg>
    <p:spTree>
      <p:nvGrpSpPr>
        <p:cNvPr id="2129" name="Shape 2129"/>
        <p:cNvGrpSpPr/>
        <p:nvPr/>
      </p:nvGrpSpPr>
      <p:grpSpPr>
        <a:xfrm>
          <a:off x="0" y="0"/>
          <a:ext cx="0" cy="0"/>
          <a:chOff x="0" y="0"/>
          <a:chExt cx="0" cy="0"/>
        </a:xfrm>
      </p:grpSpPr>
      <p:grpSp>
        <p:nvGrpSpPr>
          <p:cNvPr id="2130" name="Google Shape;2130;p159"/>
          <p:cNvGrpSpPr/>
          <p:nvPr/>
        </p:nvGrpSpPr>
        <p:grpSpPr>
          <a:xfrm>
            <a:off x="715600" y="2098526"/>
            <a:ext cx="6096000" cy="1723549"/>
            <a:chOff x="715600" y="2205347"/>
            <a:chExt cx="6096000" cy="1723549"/>
          </a:xfrm>
        </p:grpSpPr>
        <p:sp>
          <p:nvSpPr>
            <p:cNvPr id="2131" name="Google Shape;2131;p159"/>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b="1" i="0" sz="8800" u="none" cap="none" strike="noStrike">
                <a:solidFill>
                  <a:srgbClr val="FFFFFF"/>
                </a:solidFill>
                <a:latin typeface="Barlow"/>
                <a:ea typeface="Barlow"/>
                <a:cs typeface="Barlow"/>
                <a:sym typeface="Barlow"/>
              </a:endParaRPr>
            </a:p>
          </p:txBody>
        </p:sp>
        <p:sp>
          <p:nvSpPr>
            <p:cNvPr id="2132" name="Google Shape;2132;p159"/>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2133" name="Google Shape;2133;p159"/>
          <p:cNvGrpSpPr/>
          <p:nvPr/>
        </p:nvGrpSpPr>
        <p:grpSpPr>
          <a:xfrm>
            <a:off x="647700" y="5924400"/>
            <a:ext cx="1951864" cy="324000"/>
            <a:chOff x="3753875" y="6160946"/>
            <a:chExt cx="1951864" cy="324000"/>
          </a:xfrm>
        </p:grpSpPr>
        <p:pic>
          <p:nvPicPr>
            <p:cNvPr id="2134" name="Google Shape;2134;p159">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135" name="Google Shape;2135;p159">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136" name="Google Shape;2136;p159">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137" name="Google Shape;2137;p159">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138" name="Google Shape;2138;p159">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139" name="Google Shape;2139;p159">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140" name="Google Shape;2140;p159"/>
          <p:cNvSpPr/>
          <p:nvPr>
            <p:ph idx="2" type="pic"/>
          </p:nvPr>
        </p:nvSpPr>
        <p:spPr>
          <a:xfrm>
            <a:off x="4627563" y="0"/>
            <a:ext cx="7564437" cy="6858000"/>
          </a:xfrm>
          <a:prstGeom prst="rect">
            <a:avLst/>
          </a:prstGeom>
          <a:noFill/>
          <a:ln>
            <a:noFill/>
          </a:ln>
        </p:spPr>
      </p:sp>
      <p:sp>
        <p:nvSpPr>
          <p:cNvPr id="2141" name="Google Shape;2141;p159"/>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2142" name="Shape 2142"/>
        <p:cNvGrpSpPr/>
        <p:nvPr/>
      </p:nvGrpSpPr>
      <p:grpSpPr>
        <a:xfrm>
          <a:off x="0" y="0"/>
          <a:ext cx="0" cy="0"/>
          <a:chOff x="0" y="0"/>
          <a:chExt cx="0" cy="0"/>
        </a:xfrm>
      </p:grpSpPr>
      <p:sp>
        <p:nvSpPr>
          <p:cNvPr id="2143" name="Google Shape;2143;p16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bg>
      <p:bgPr>
        <a:gradFill>
          <a:gsLst>
            <a:gs pos="0">
              <a:schemeClr val="accent1"/>
            </a:gs>
            <a:gs pos="100000">
              <a:schemeClr val="dk2"/>
            </a:gs>
          </a:gsLst>
          <a:lin ang="5400000" scaled="0"/>
        </a:gradFill>
      </p:bgPr>
    </p:bg>
    <p:spTree>
      <p:nvGrpSpPr>
        <p:cNvPr id="2144" name="Shape 2144"/>
        <p:cNvGrpSpPr/>
        <p:nvPr/>
      </p:nvGrpSpPr>
      <p:grpSpPr>
        <a:xfrm>
          <a:off x="0" y="0"/>
          <a:ext cx="0" cy="0"/>
          <a:chOff x="0" y="0"/>
          <a:chExt cx="0" cy="0"/>
        </a:xfrm>
      </p:grpSpPr>
      <p:grpSp>
        <p:nvGrpSpPr>
          <p:cNvPr id="2145" name="Google Shape;2145;p161"/>
          <p:cNvGrpSpPr/>
          <p:nvPr/>
        </p:nvGrpSpPr>
        <p:grpSpPr>
          <a:xfrm>
            <a:off x="10668000" y="304798"/>
            <a:ext cx="1179720" cy="581555"/>
            <a:chOff x="969962" y="2846965"/>
            <a:chExt cx="1740598" cy="872299"/>
          </a:xfrm>
        </p:grpSpPr>
        <p:sp>
          <p:nvSpPr>
            <p:cNvPr id="2146" name="Google Shape;2146;p161"/>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7" name="Google Shape;2147;p161"/>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8" name="Google Shape;2148;p161"/>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9" name="Google Shape;2149;p161"/>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0" name="Google Shape;2150;p161"/>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1" name="Google Shape;2151;p161"/>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2" name="Google Shape;2152;p161"/>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3" name="Google Shape;2153;p161"/>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4" name="Google Shape;2154;p161"/>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5" name="Google Shape;2155;p161"/>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6" name="Google Shape;2156;p161"/>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7" name="Google Shape;2157;p161"/>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8" name="Google Shape;2158;p161"/>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9" name="Google Shape;2159;p161"/>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0" name="Google Shape;2160;p161"/>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1" name="Google Shape;2161;p161"/>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2" name="Google Shape;2162;p161"/>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3" name="Google Shape;2163;p161"/>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4" name="Google Shape;2164;p161"/>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5" name="Google Shape;2165;p161"/>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6" name="Google Shape;2166;p161"/>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7" name="Google Shape;2167;p161"/>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8" name="Google Shape;2168;p161"/>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69" name="Google Shape;2169;p161"/>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ABILITIES</a:t>
            </a:r>
            <a:r>
              <a:rPr i="0" lang="en-US" sz="2400">
                <a:solidFill>
                  <a:schemeClr val="lt1"/>
                </a:solidFill>
                <a:latin typeface="Barlow"/>
                <a:ea typeface="Barlow"/>
                <a:cs typeface="Barlow"/>
                <a:sym typeface="Barlow"/>
              </a:rPr>
              <a:t>.</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IGNITEX.</a:t>
            </a:r>
            <a:endParaRPr b="1" sz="2400">
              <a:solidFill>
                <a:schemeClr val="lt1"/>
              </a:solidFill>
              <a:latin typeface="Barlow"/>
              <a:ea typeface="Barlow"/>
              <a:cs typeface="Barlow"/>
              <a:sym typeface="Barlow"/>
            </a:endParaRPr>
          </a:p>
        </p:txBody>
      </p:sp>
      <p:sp>
        <p:nvSpPr>
          <p:cNvPr id="2170" name="Google Shape;2170;p161"/>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1" name="Google Shape;2171;p161"/>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2" name="Google Shape;2172;p161"/>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vider Slide">
  <p:cSld name="4_Divider Slide">
    <p:spTree>
      <p:nvGrpSpPr>
        <p:cNvPr id="2173" name="Shape 2173"/>
        <p:cNvGrpSpPr/>
        <p:nvPr/>
      </p:nvGrpSpPr>
      <p:grpSpPr>
        <a:xfrm>
          <a:off x="0" y="0"/>
          <a:ext cx="0" cy="0"/>
          <a:chOff x="0" y="0"/>
          <a:chExt cx="0" cy="0"/>
        </a:xfrm>
      </p:grpSpPr>
      <p:sp>
        <p:nvSpPr>
          <p:cNvPr id="2174" name="Google Shape;2174;p162"/>
          <p:cNvSpPr/>
          <p:nvPr/>
        </p:nvSpPr>
        <p:spPr>
          <a:xfrm>
            <a:off x="0" y="0"/>
            <a:ext cx="12192000" cy="6853555"/>
          </a:xfrm>
          <a:prstGeom prst="rect">
            <a:avLst/>
          </a:pr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175" name="Google Shape;2175;p162"/>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2176" name="Google Shape;2176;p162"/>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7" name="Google Shape;2177;p162"/>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vider Slide">
  <p:cSld name="5_Divider Slide">
    <p:spTree>
      <p:nvGrpSpPr>
        <p:cNvPr id="2178" name="Shape 2178"/>
        <p:cNvGrpSpPr/>
        <p:nvPr/>
      </p:nvGrpSpPr>
      <p:grpSpPr>
        <a:xfrm>
          <a:off x="0" y="0"/>
          <a:ext cx="0" cy="0"/>
          <a:chOff x="0" y="0"/>
          <a:chExt cx="0" cy="0"/>
        </a:xfrm>
      </p:grpSpPr>
      <p:sp>
        <p:nvSpPr>
          <p:cNvPr id="2179" name="Google Shape;2179;p163"/>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0" name="Google Shape;2180;p163"/>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1" name="Google Shape;2181;p163"/>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2" name="Google Shape;2182;p163"/>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Basic Slide">
  <p:cSld name="11_Basic Slide">
    <p:spTree>
      <p:nvGrpSpPr>
        <p:cNvPr id="2183" name="Shape 2183"/>
        <p:cNvGrpSpPr/>
        <p:nvPr/>
      </p:nvGrpSpPr>
      <p:grpSpPr>
        <a:xfrm>
          <a:off x="0" y="0"/>
          <a:ext cx="0" cy="0"/>
          <a:chOff x="0" y="0"/>
          <a:chExt cx="0" cy="0"/>
        </a:xfrm>
      </p:grpSpPr>
      <p:pic>
        <p:nvPicPr>
          <p:cNvPr id="2184" name="Google Shape;2184;p164"/>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185" name="Google Shape;2185;p164"/>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6" name="Google Shape;2186;p164"/>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7" name="Google Shape;2187;p164"/>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Basic Slide">
  <p:cSld name="12_Basic Slide">
    <p:spTree>
      <p:nvGrpSpPr>
        <p:cNvPr id="2188" name="Shape 2188"/>
        <p:cNvGrpSpPr/>
        <p:nvPr/>
      </p:nvGrpSpPr>
      <p:grpSpPr>
        <a:xfrm>
          <a:off x="0" y="0"/>
          <a:ext cx="0" cy="0"/>
          <a:chOff x="0" y="0"/>
          <a:chExt cx="0" cy="0"/>
        </a:xfrm>
      </p:grpSpPr>
      <p:sp>
        <p:nvSpPr>
          <p:cNvPr id="2189" name="Google Shape;2189;p165"/>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0" name="Google Shape;2190;p165"/>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1" name="Google Shape;2191;p165"/>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Basic Slide">
  <p:cSld name="13_Basic Slide">
    <p:spTree>
      <p:nvGrpSpPr>
        <p:cNvPr id="2192" name="Shape 2192"/>
        <p:cNvGrpSpPr/>
        <p:nvPr/>
      </p:nvGrpSpPr>
      <p:grpSpPr>
        <a:xfrm>
          <a:off x="0" y="0"/>
          <a:ext cx="0" cy="0"/>
          <a:chOff x="0" y="0"/>
          <a:chExt cx="0" cy="0"/>
        </a:xfrm>
      </p:grpSpPr>
      <p:pic>
        <p:nvPicPr>
          <p:cNvPr id="2193" name="Google Shape;2193;p166"/>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194" name="Google Shape;2194;p16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5" name="Google Shape;2195;p166"/>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6" name="Google Shape;2196;p166"/>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Basic Slide">
  <p:cSld name="14_Basic Slide">
    <p:spTree>
      <p:nvGrpSpPr>
        <p:cNvPr id="2197" name="Shape 2197"/>
        <p:cNvGrpSpPr/>
        <p:nvPr/>
      </p:nvGrpSpPr>
      <p:grpSpPr>
        <a:xfrm>
          <a:off x="0" y="0"/>
          <a:ext cx="0" cy="0"/>
          <a:chOff x="0" y="0"/>
          <a:chExt cx="0" cy="0"/>
        </a:xfrm>
      </p:grpSpPr>
      <p:sp>
        <p:nvSpPr>
          <p:cNvPr id="2198" name="Google Shape;2198;p16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9" name="Google Shape;2199;p167"/>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0" name="Google Shape;2200;p167"/>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Basic Slide">
  <p:cSld name="15_Basic Slide">
    <p:spTree>
      <p:nvGrpSpPr>
        <p:cNvPr id="2201" name="Shape 2201"/>
        <p:cNvGrpSpPr/>
        <p:nvPr/>
      </p:nvGrpSpPr>
      <p:grpSpPr>
        <a:xfrm>
          <a:off x="0" y="0"/>
          <a:ext cx="0" cy="0"/>
          <a:chOff x="0" y="0"/>
          <a:chExt cx="0" cy="0"/>
        </a:xfrm>
      </p:grpSpPr>
      <p:sp>
        <p:nvSpPr>
          <p:cNvPr id="2202" name="Google Shape;2202;p16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03" name="Google Shape;2203;p16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4" name="Google Shape;2204;p168"/>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5" name="Google Shape;2205;p16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Basic Slide">
  <p:cSld name="16_Basic Slide">
    <p:spTree>
      <p:nvGrpSpPr>
        <p:cNvPr id="2206" name="Shape 2206"/>
        <p:cNvGrpSpPr/>
        <p:nvPr/>
      </p:nvGrpSpPr>
      <p:grpSpPr>
        <a:xfrm>
          <a:off x="0" y="0"/>
          <a:ext cx="0" cy="0"/>
          <a:chOff x="0" y="0"/>
          <a:chExt cx="0" cy="0"/>
        </a:xfrm>
      </p:grpSpPr>
      <p:sp>
        <p:nvSpPr>
          <p:cNvPr id="2207" name="Google Shape;2207;p169"/>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08" name="Google Shape;2208;p16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9" name="Google Shape;2209;p16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Basic Slide">
  <p:cSld name="17_Basic Slide">
    <p:spTree>
      <p:nvGrpSpPr>
        <p:cNvPr id="2210" name="Shape 2210"/>
        <p:cNvGrpSpPr/>
        <p:nvPr/>
      </p:nvGrpSpPr>
      <p:grpSpPr>
        <a:xfrm>
          <a:off x="0" y="0"/>
          <a:ext cx="0" cy="0"/>
          <a:chOff x="0" y="0"/>
          <a:chExt cx="0" cy="0"/>
        </a:xfrm>
      </p:grpSpPr>
      <p:sp>
        <p:nvSpPr>
          <p:cNvPr id="2211" name="Google Shape;2211;p17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2" name="Google Shape;2212;p170"/>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3" name="Google Shape;2213;p17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Column Content">
  <p:cSld name="1_2 Column Content">
    <p:spTree>
      <p:nvGrpSpPr>
        <p:cNvPr id="2214" name="Shape 2214"/>
        <p:cNvGrpSpPr/>
        <p:nvPr/>
      </p:nvGrpSpPr>
      <p:grpSpPr>
        <a:xfrm>
          <a:off x="0" y="0"/>
          <a:ext cx="0" cy="0"/>
          <a:chOff x="0" y="0"/>
          <a:chExt cx="0" cy="0"/>
        </a:xfrm>
      </p:grpSpPr>
      <p:sp>
        <p:nvSpPr>
          <p:cNvPr id="2215" name="Google Shape;2215;p171"/>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6" name="Google Shape;2216;p171"/>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217" name="Google Shape;2217;p171"/>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218" name="Google Shape;2218;p171"/>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9" name="Google Shape;2219;p171"/>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0" name="Google Shape;2220;p171"/>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1" name="Google Shape;2221;p171"/>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2" name="Google Shape;2222;p171"/>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meline/Roadmap">
  <p:cSld name="8_Timeline/Roadmap">
    <p:spTree>
      <p:nvGrpSpPr>
        <p:cNvPr id="2223" name="Shape 2223"/>
        <p:cNvGrpSpPr/>
        <p:nvPr/>
      </p:nvGrpSpPr>
      <p:grpSpPr>
        <a:xfrm>
          <a:off x="0" y="0"/>
          <a:ext cx="0" cy="0"/>
          <a:chOff x="0" y="0"/>
          <a:chExt cx="0" cy="0"/>
        </a:xfrm>
      </p:grpSpPr>
      <p:sp>
        <p:nvSpPr>
          <p:cNvPr id="2224" name="Google Shape;2224;p172"/>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225" name="Google Shape;2225;p172"/>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2226" name="Google Shape;2226;p172"/>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7" name="Google Shape;2227;p172"/>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8" name="Google Shape;2228;p172"/>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29" name="Google Shape;2229;p172"/>
          <p:cNvCxnSpPr>
            <a:endCxn id="2230"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231" name="Google Shape;2231;p172"/>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2" name="Google Shape;2232;p172"/>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3" name="Google Shape;2233;p172"/>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34" name="Google Shape;2234;p172"/>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30" name="Google Shape;2230;p172"/>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35" name="Google Shape;2235;p172"/>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36" name="Google Shape;2236;p172"/>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237" name="Google Shape;2237;p172"/>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8" name="Google Shape;2238;p172"/>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9" name="Google Shape;2239;p172"/>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0" name="Google Shape;2240;p172"/>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1" name="Google Shape;2241;p172"/>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2" name="Google Shape;2242;p172"/>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3" name="Google Shape;2243;p172"/>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44" name="Google Shape;2244;p172"/>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45" name="Google Shape;2245;p172"/>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46" name="Google Shape;2246;p172"/>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7" name="Google Shape;2247;p172"/>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8" name="Google Shape;2248;p172"/>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9" name="Google Shape;2249;p172"/>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50" name="Google Shape;2250;p172"/>
          <p:cNvCxnSpPr>
            <a:endCxn id="2251"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252" name="Google Shape;2252;p172"/>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3" name="Google Shape;2253;p172"/>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1" name="Google Shape;2251;p172"/>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4" name="Google Shape;2254;p172"/>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5" name="Google Shape;2255;p172"/>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6" name="Google Shape;2256;p172"/>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7" name="Google Shape;2257;p172"/>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58" name="Google Shape;2258;p172"/>
          <p:cNvCxnSpPr>
            <a:endCxn id="2259"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260" name="Google Shape;2260;p172"/>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1" name="Google Shape;2261;p172"/>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9" name="Google Shape;2259;p172"/>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2" name="Google Shape;2262;p172"/>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3" name="Google Shape;2263;p172"/>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4" name="Google Shape;2264;p172"/>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5" name="Google Shape;2265;p172"/>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66" name="Google Shape;2266;p172"/>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267" name="Google Shape;2267;p172"/>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8" name="Google Shape;2268;p172"/>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9" name="Google Shape;2269;p172"/>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70" name="Google Shape;2270;p172"/>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1" name="Google Shape;2271;p172"/>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2" name="Google Shape;2272;p172"/>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3" name="Google Shape;2273;p172"/>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meline/Roadmap">
  <p:cSld name="9_Timeline/Roadmap">
    <p:spTree>
      <p:nvGrpSpPr>
        <p:cNvPr id="2274" name="Shape 2274"/>
        <p:cNvGrpSpPr/>
        <p:nvPr/>
      </p:nvGrpSpPr>
      <p:grpSpPr>
        <a:xfrm>
          <a:off x="0" y="0"/>
          <a:ext cx="0" cy="0"/>
          <a:chOff x="0" y="0"/>
          <a:chExt cx="0" cy="0"/>
        </a:xfrm>
      </p:grpSpPr>
      <p:sp>
        <p:nvSpPr>
          <p:cNvPr id="2275" name="Google Shape;2275;p173"/>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276" name="Google Shape;2276;p173"/>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277" name="Google Shape;2277;p173"/>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8" name="Google Shape;2278;p173"/>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279" name="Google Shape;2279;p173"/>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280" name="Google Shape;2280;p173"/>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1" name="Google Shape;2281;p173"/>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2" name="Google Shape;2282;p173"/>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3" name="Google Shape;2283;p173"/>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4" name="Google Shape;2284;p173"/>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85" name="Google Shape;2285;p173"/>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6" name="Google Shape;2286;p173"/>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87" name="Google Shape;2287;p173"/>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88" name="Google Shape;2288;p173"/>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9" name="Google Shape;2289;p173"/>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90" name="Google Shape;2290;p173"/>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1" name="Google Shape;2291;p173"/>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2" name="Google Shape;2292;p173"/>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3" name="Google Shape;2293;p173"/>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4" name="Google Shape;2294;p173"/>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5" name="Google Shape;2295;p173"/>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6" name="Google Shape;2296;p173"/>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7" name="Google Shape;2297;p173"/>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8" name="Google Shape;2298;p173"/>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9" name="Google Shape;2299;p173"/>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0" name="Google Shape;2300;p173"/>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1" name="Google Shape;2301;p173"/>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meline/Roadmap">
  <p:cSld name="10_Timeline/Roadmap">
    <p:spTree>
      <p:nvGrpSpPr>
        <p:cNvPr id="2302" name="Shape 2302"/>
        <p:cNvGrpSpPr/>
        <p:nvPr/>
      </p:nvGrpSpPr>
      <p:grpSpPr>
        <a:xfrm>
          <a:off x="0" y="0"/>
          <a:ext cx="0" cy="0"/>
          <a:chOff x="0" y="0"/>
          <a:chExt cx="0" cy="0"/>
        </a:xfrm>
      </p:grpSpPr>
      <p:cxnSp>
        <p:nvCxnSpPr>
          <p:cNvPr id="2303" name="Google Shape;2303;p174"/>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304" name="Google Shape;2304;p174"/>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305" name="Google Shape;2305;p174"/>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306" name="Google Shape;2306;p174"/>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7" name="Google Shape;2307;p174"/>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8" name="Google Shape;2308;p174"/>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09" name="Google Shape;2309;p174"/>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0" name="Google Shape;2310;p174"/>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1" name="Google Shape;2311;p174"/>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2" name="Google Shape;2312;p174"/>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3" name="Google Shape;2313;p174"/>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4" name="Google Shape;2314;p174"/>
          <p:cNvSpPr/>
          <p:nvPr>
            <p:ph idx="1"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5" name="Google Shape;2315;p174"/>
          <p:cNvSpPr/>
          <p:nvPr>
            <p:ph idx="2"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6" name="Google Shape;2316;p174"/>
          <p:cNvSpPr/>
          <p:nvPr>
            <p:ph idx="3"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7" name="Google Shape;2317;p174"/>
          <p:cNvSpPr/>
          <p:nvPr>
            <p:ph idx="4"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8" name="Google Shape;2318;p174"/>
          <p:cNvSpPr txBox="1"/>
          <p:nvPr>
            <p:ph idx="5"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9" name="Google Shape;2319;p174"/>
          <p:cNvSpPr txBox="1"/>
          <p:nvPr>
            <p:ph idx="6"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0" name="Google Shape;2320;p174"/>
          <p:cNvSpPr txBox="1"/>
          <p:nvPr>
            <p:ph idx="7"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1" name="Google Shape;2321;p174"/>
          <p:cNvSpPr txBox="1"/>
          <p:nvPr>
            <p:ph idx="8"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2" name="Google Shape;2322;p174"/>
          <p:cNvSpPr txBox="1"/>
          <p:nvPr>
            <p:ph idx="9"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3" name="Google Shape;2323;p174"/>
          <p:cNvSpPr txBox="1"/>
          <p:nvPr>
            <p:ph idx="13"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4" name="Google Shape;2324;p174"/>
          <p:cNvSpPr txBox="1"/>
          <p:nvPr>
            <p:ph idx="14"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5" name="Google Shape;2325;p174"/>
          <p:cNvSpPr txBox="1"/>
          <p:nvPr>
            <p:ph idx="15"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Roadmap Zoom-In">
  <p:cSld name="7_Roadmap Zoom-In">
    <p:spTree>
      <p:nvGrpSpPr>
        <p:cNvPr id="2326" name="Shape 2326"/>
        <p:cNvGrpSpPr/>
        <p:nvPr/>
      </p:nvGrpSpPr>
      <p:grpSpPr>
        <a:xfrm>
          <a:off x="0" y="0"/>
          <a:ext cx="0" cy="0"/>
          <a:chOff x="0" y="0"/>
          <a:chExt cx="0" cy="0"/>
        </a:xfrm>
      </p:grpSpPr>
      <p:sp>
        <p:nvSpPr>
          <p:cNvPr id="2327" name="Google Shape;2327;p175"/>
          <p:cNvSpPr/>
          <p:nvPr>
            <p:ph idx="2" type="pic"/>
          </p:nvPr>
        </p:nvSpPr>
        <p:spPr>
          <a:xfrm>
            <a:off x="-2223246" y="-12411263"/>
            <a:ext cx="16566776" cy="14544863"/>
          </a:xfrm>
          <a:prstGeom prst="ellipse">
            <a:avLst/>
          </a:prstGeom>
          <a:noFill/>
          <a:ln>
            <a:noFill/>
          </a:ln>
        </p:spPr>
      </p:sp>
      <p:sp>
        <p:nvSpPr>
          <p:cNvPr id="2328" name="Google Shape;2328;p175"/>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9" name="Google Shape;2329;p175"/>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0" name="Google Shape;2330;p175"/>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Agenda/Topics">
  <p:cSld name="5_Agenda/Topics">
    <p:spTree>
      <p:nvGrpSpPr>
        <p:cNvPr id="2331" name="Shape 2331"/>
        <p:cNvGrpSpPr/>
        <p:nvPr/>
      </p:nvGrpSpPr>
      <p:grpSpPr>
        <a:xfrm>
          <a:off x="0" y="0"/>
          <a:ext cx="0" cy="0"/>
          <a:chOff x="0" y="0"/>
          <a:chExt cx="0" cy="0"/>
        </a:xfrm>
      </p:grpSpPr>
      <p:sp>
        <p:nvSpPr>
          <p:cNvPr id="2332" name="Google Shape;2332;p176"/>
          <p:cNvSpPr/>
          <p:nvPr>
            <p:ph idx="2" type="pic"/>
          </p:nvPr>
        </p:nvSpPr>
        <p:spPr>
          <a:xfrm>
            <a:off x="4598435" y="3203575"/>
            <a:ext cx="2462213" cy="2851150"/>
          </a:xfrm>
          <a:prstGeom prst="rect">
            <a:avLst/>
          </a:prstGeom>
          <a:solidFill>
            <a:srgbClr val="F2F2F2"/>
          </a:solidFill>
          <a:ln>
            <a:noFill/>
          </a:ln>
        </p:spPr>
      </p:sp>
      <p:sp>
        <p:nvSpPr>
          <p:cNvPr id="2333" name="Google Shape;2333;p17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4" name="Google Shape;2334;p176"/>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5" name="Google Shape;2335;p176"/>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36" name="Google Shape;2336;p176"/>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7" name="Google Shape;2337;p176"/>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8" name="Google Shape;2338;p176"/>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9" name="Google Shape;2339;p176"/>
          <p:cNvSpPr/>
          <p:nvPr>
            <p:ph idx="6" type="pic"/>
          </p:nvPr>
        </p:nvSpPr>
        <p:spPr>
          <a:xfrm>
            <a:off x="7162373" y="3203575"/>
            <a:ext cx="2462213" cy="2851150"/>
          </a:xfrm>
          <a:prstGeom prst="rect">
            <a:avLst/>
          </a:prstGeom>
          <a:solidFill>
            <a:srgbClr val="F2F2F2"/>
          </a:solidFill>
          <a:ln>
            <a:noFill/>
          </a:ln>
        </p:spPr>
      </p:sp>
      <p:sp>
        <p:nvSpPr>
          <p:cNvPr id="2340" name="Google Shape;2340;p176"/>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1" name="Google Shape;2341;p176"/>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2" name="Google Shape;2342;p176"/>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3" name="Google Shape;2343;p176"/>
          <p:cNvSpPr/>
          <p:nvPr>
            <p:ph idx="13" type="pic"/>
          </p:nvPr>
        </p:nvSpPr>
        <p:spPr>
          <a:xfrm>
            <a:off x="9729787" y="3203575"/>
            <a:ext cx="2462213" cy="2851150"/>
          </a:xfrm>
          <a:prstGeom prst="rect">
            <a:avLst/>
          </a:prstGeom>
          <a:solidFill>
            <a:srgbClr val="F2F2F2"/>
          </a:solidFill>
          <a:ln>
            <a:noFill/>
          </a:ln>
        </p:spPr>
      </p:sp>
      <p:sp>
        <p:nvSpPr>
          <p:cNvPr id="2344" name="Google Shape;2344;p176"/>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5" name="Google Shape;2345;p176"/>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6" name="Google Shape;2346;p176"/>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7" name="Google Shape;2347;p176"/>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348" name="Google Shape;2348;p176"/>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2349" name="Google Shape;2349;p176"/>
          <p:cNvSpPr/>
          <p:nvPr>
            <p:ph idx="17" type="pic"/>
          </p:nvPr>
        </p:nvSpPr>
        <p:spPr>
          <a:xfrm>
            <a:off x="2030510" y="2372361"/>
            <a:ext cx="2462213" cy="3682364"/>
          </a:xfrm>
          <a:prstGeom prst="rect">
            <a:avLst/>
          </a:prstGeom>
          <a:solidFill>
            <a:schemeClr val="dk2"/>
          </a:solidFill>
          <a:ln>
            <a:noFill/>
          </a:ln>
        </p:spPr>
      </p:sp>
      <p:sp>
        <p:nvSpPr>
          <p:cNvPr id="2350" name="Google Shape;2350;p176"/>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1" name="Google Shape;2351;p176"/>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2" name="Google Shape;2352;p176"/>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3" name="Google Shape;2353;p176"/>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genda/Topics">
  <p:cSld name="6_Agenda/Topics">
    <p:spTree>
      <p:nvGrpSpPr>
        <p:cNvPr id="2354" name="Shape 2354"/>
        <p:cNvGrpSpPr/>
        <p:nvPr/>
      </p:nvGrpSpPr>
      <p:grpSpPr>
        <a:xfrm>
          <a:off x="0" y="0"/>
          <a:ext cx="0" cy="0"/>
          <a:chOff x="0" y="0"/>
          <a:chExt cx="0" cy="0"/>
        </a:xfrm>
      </p:grpSpPr>
      <p:sp>
        <p:nvSpPr>
          <p:cNvPr id="2355" name="Google Shape;2355;p177"/>
          <p:cNvSpPr/>
          <p:nvPr>
            <p:ph idx="2" type="pic"/>
          </p:nvPr>
        </p:nvSpPr>
        <p:spPr>
          <a:xfrm>
            <a:off x="2028825" y="3203575"/>
            <a:ext cx="2462213" cy="2851150"/>
          </a:xfrm>
          <a:prstGeom prst="rect">
            <a:avLst/>
          </a:prstGeom>
          <a:solidFill>
            <a:srgbClr val="F2F2F2"/>
          </a:solidFill>
          <a:ln>
            <a:noFill/>
          </a:ln>
        </p:spPr>
      </p:sp>
      <p:sp>
        <p:nvSpPr>
          <p:cNvPr id="2356" name="Google Shape;2356;p177"/>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357" name="Google Shape;2357;p177"/>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2358" name="Google Shape;2358;p17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9" name="Google Shape;2359;p177"/>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0" name="Google Shape;2360;p177"/>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61" name="Google Shape;2361;p177"/>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2" name="Google Shape;2362;p177"/>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3" name="Google Shape;2363;p177"/>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4" name="Google Shape;2364;p177"/>
          <p:cNvSpPr/>
          <p:nvPr>
            <p:ph idx="6" type="pic"/>
          </p:nvPr>
        </p:nvSpPr>
        <p:spPr>
          <a:xfrm>
            <a:off x="4595599" y="2372361"/>
            <a:ext cx="2462213" cy="3682364"/>
          </a:xfrm>
          <a:prstGeom prst="rect">
            <a:avLst/>
          </a:prstGeom>
          <a:solidFill>
            <a:schemeClr val="dk2"/>
          </a:solidFill>
          <a:ln>
            <a:noFill/>
          </a:ln>
        </p:spPr>
      </p:sp>
      <p:sp>
        <p:nvSpPr>
          <p:cNvPr id="2365" name="Google Shape;2365;p177"/>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6" name="Google Shape;2366;p177"/>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7" name="Google Shape;2367;p177"/>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8" name="Google Shape;2368;p177"/>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9" name="Google Shape;2369;p177"/>
          <p:cNvSpPr/>
          <p:nvPr>
            <p:ph idx="14" type="pic"/>
          </p:nvPr>
        </p:nvSpPr>
        <p:spPr>
          <a:xfrm>
            <a:off x="7162373" y="3203575"/>
            <a:ext cx="2462213" cy="2851150"/>
          </a:xfrm>
          <a:prstGeom prst="rect">
            <a:avLst/>
          </a:prstGeom>
          <a:solidFill>
            <a:srgbClr val="F2F2F2"/>
          </a:solidFill>
          <a:ln>
            <a:noFill/>
          </a:ln>
        </p:spPr>
      </p:sp>
      <p:sp>
        <p:nvSpPr>
          <p:cNvPr id="2370" name="Google Shape;2370;p177"/>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1" name="Google Shape;2371;p177"/>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2" name="Google Shape;2372;p177"/>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3" name="Google Shape;2373;p177"/>
          <p:cNvSpPr/>
          <p:nvPr>
            <p:ph idx="18" type="pic"/>
          </p:nvPr>
        </p:nvSpPr>
        <p:spPr>
          <a:xfrm>
            <a:off x="9729787" y="3203575"/>
            <a:ext cx="2462213" cy="2851150"/>
          </a:xfrm>
          <a:prstGeom prst="rect">
            <a:avLst/>
          </a:prstGeom>
          <a:solidFill>
            <a:srgbClr val="F2F2F2"/>
          </a:solidFill>
          <a:ln>
            <a:noFill/>
          </a:ln>
        </p:spPr>
      </p:sp>
      <p:sp>
        <p:nvSpPr>
          <p:cNvPr id="2374" name="Google Shape;2374;p177"/>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5" name="Google Shape;2375;p177"/>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6" name="Google Shape;2376;p177"/>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Agenda/Topics">
  <p:cSld name="7_Agenda/Topics">
    <p:spTree>
      <p:nvGrpSpPr>
        <p:cNvPr id="2377" name="Shape 2377"/>
        <p:cNvGrpSpPr/>
        <p:nvPr/>
      </p:nvGrpSpPr>
      <p:grpSpPr>
        <a:xfrm>
          <a:off x="0" y="0"/>
          <a:ext cx="0" cy="0"/>
          <a:chOff x="0" y="0"/>
          <a:chExt cx="0" cy="0"/>
        </a:xfrm>
      </p:grpSpPr>
      <p:sp>
        <p:nvSpPr>
          <p:cNvPr id="2378" name="Google Shape;2378;p178"/>
          <p:cNvSpPr/>
          <p:nvPr>
            <p:ph idx="2" type="pic"/>
          </p:nvPr>
        </p:nvSpPr>
        <p:spPr>
          <a:xfrm>
            <a:off x="2028825" y="3203575"/>
            <a:ext cx="2462213" cy="2851150"/>
          </a:xfrm>
          <a:prstGeom prst="rect">
            <a:avLst/>
          </a:prstGeom>
          <a:solidFill>
            <a:srgbClr val="F2F2F2"/>
          </a:solidFill>
          <a:ln>
            <a:noFill/>
          </a:ln>
        </p:spPr>
      </p:sp>
      <p:sp>
        <p:nvSpPr>
          <p:cNvPr id="2379" name="Google Shape;2379;p178"/>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380" name="Google Shape;2380;p178"/>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2381" name="Google Shape;2381;p17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2" name="Google Shape;2382;p178"/>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3" name="Google Shape;2383;p17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84" name="Google Shape;2384;p178"/>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5" name="Google Shape;2385;p178"/>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6" name="Google Shape;2386;p178"/>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7" name="Google Shape;2387;p178"/>
          <p:cNvSpPr/>
          <p:nvPr>
            <p:ph idx="6" type="pic"/>
          </p:nvPr>
        </p:nvSpPr>
        <p:spPr>
          <a:xfrm>
            <a:off x="7162373" y="2372361"/>
            <a:ext cx="2462213" cy="3682364"/>
          </a:xfrm>
          <a:prstGeom prst="rect">
            <a:avLst/>
          </a:prstGeom>
          <a:solidFill>
            <a:schemeClr val="dk2"/>
          </a:solidFill>
          <a:ln>
            <a:noFill/>
          </a:ln>
        </p:spPr>
      </p:sp>
      <p:sp>
        <p:nvSpPr>
          <p:cNvPr id="2388" name="Google Shape;2388;p178"/>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9" name="Google Shape;2389;p178"/>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0" name="Google Shape;2390;p178"/>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1" name="Google Shape;2391;p178"/>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2" name="Google Shape;2392;p178"/>
          <p:cNvSpPr/>
          <p:nvPr>
            <p:ph idx="14" type="pic"/>
          </p:nvPr>
        </p:nvSpPr>
        <p:spPr>
          <a:xfrm>
            <a:off x="4597124" y="3203575"/>
            <a:ext cx="2462213" cy="2851150"/>
          </a:xfrm>
          <a:prstGeom prst="rect">
            <a:avLst/>
          </a:prstGeom>
          <a:solidFill>
            <a:srgbClr val="F2F2F2"/>
          </a:solidFill>
          <a:ln>
            <a:noFill/>
          </a:ln>
        </p:spPr>
      </p:sp>
      <p:sp>
        <p:nvSpPr>
          <p:cNvPr id="2393" name="Google Shape;2393;p178"/>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4" name="Google Shape;2394;p178"/>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5" name="Google Shape;2395;p178"/>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6" name="Google Shape;2396;p178"/>
          <p:cNvSpPr/>
          <p:nvPr>
            <p:ph idx="18" type="pic"/>
          </p:nvPr>
        </p:nvSpPr>
        <p:spPr>
          <a:xfrm>
            <a:off x="9729787" y="3203575"/>
            <a:ext cx="2462213" cy="2851150"/>
          </a:xfrm>
          <a:prstGeom prst="rect">
            <a:avLst/>
          </a:prstGeom>
          <a:solidFill>
            <a:srgbClr val="F2F2F2"/>
          </a:solidFill>
          <a:ln>
            <a:noFill/>
          </a:ln>
        </p:spPr>
      </p:sp>
      <p:sp>
        <p:nvSpPr>
          <p:cNvPr id="2397" name="Google Shape;2397;p178"/>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8" name="Google Shape;2398;p178"/>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9" name="Google Shape;2399;p178"/>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Agenda/Topics">
  <p:cSld name="8_Agenda/Topics">
    <p:spTree>
      <p:nvGrpSpPr>
        <p:cNvPr id="2400" name="Shape 2400"/>
        <p:cNvGrpSpPr/>
        <p:nvPr/>
      </p:nvGrpSpPr>
      <p:grpSpPr>
        <a:xfrm>
          <a:off x="0" y="0"/>
          <a:ext cx="0" cy="0"/>
          <a:chOff x="0" y="0"/>
          <a:chExt cx="0" cy="0"/>
        </a:xfrm>
      </p:grpSpPr>
      <p:sp>
        <p:nvSpPr>
          <p:cNvPr id="2401" name="Google Shape;2401;p179"/>
          <p:cNvSpPr/>
          <p:nvPr>
            <p:ph idx="2" type="pic"/>
          </p:nvPr>
        </p:nvSpPr>
        <p:spPr>
          <a:xfrm>
            <a:off x="2028825" y="3203575"/>
            <a:ext cx="2462213" cy="2851150"/>
          </a:xfrm>
          <a:prstGeom prst="rect">
            <a:avLst/>
          </a:prstGeom>
          <a:solidFill>
            <a:srgbClr val="F2F2F2"/>
          </a:solidFill>
          <a:ln>
            <a:noFill/>
          </a:ln>
        </p:spPr>
      </p:sp>
      <p:sp>
        <p:nvSpPr>
          <p:cNvPr id="2402" name="Google Shape;2402;p179"/>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403" name="Google Shape;2403;p179"/>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2404" name="Google Shape;2404;p17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05" name="Google Shape;2405;p179"/>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06" name="Google Shape;2406;p17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07" name="Google Shape;2407;p179"/>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8" name="Google Shape;2408;p179"/>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9" name="Google Shape;2409;p179"/>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0" name="Google Shape;2410;p179"/>
          <p:cNvSpPr/>
          <p:nvPr>
            <p:ph idx="6" type="pic"/>
          </p:nvPr>
        </p:nvSpPr>
        <p:spPr>
          <a:xfrm>
            <a:off x="9729787" y="2372361"/>
            <a:ext cx="2462213" cy="3682364"/>
          </a:xfrm>
          <a:prstGeom prst="rect">
            <a:avLst/>
          </a:prstGeom>
          <a:solidFill>
            <a:schemeClr val="dk2"/>
          </a:solidFill>
          <a:ln>
            <a:noFill/>
          </a:ln>
        </p:spPr>
      </p:sp>
      <p:sp>
        <p:nvSpPr>
          <p:cNvPr id="2411" name="Google Shape;2411;p179"/>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2" name="Google Shape;2412;p179"/>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3" name="Google Shape;2413;p179"/>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4" name="Google Shape;2414;p179"/>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5" name="Google Shape;2415;p179"/>
          <p:cNvSpPr/>
          <p:nvPr>
            <p:ph idx="14" type="pic"/>
          </p:nvPr>
        </p:nvSpPr>
        <p:spPr>
          <a:xfrm>
            <a:off x="4597124" y="3203575"/>
            <a:ext cx="2462213" cy="2851150"/>
          </a:xfrm>
          <a:prstGeom prst="rect">
            <a:avLst/>
          </a:prstGeom>
          <a:solidFill>
            <a:srgbClr val="F2F2F2"/>
          </a:solidFill>
          <a:ln>
            <a:noFill/>
          </a:ln>
        </p:spPr>
      </p:sp>
      <p:sp>
        <p:nvSpPr>
          <p:cNvPr id="2416" name="Google Shape;2416;p179"/>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7" name="Google Shape;2417;p179"/>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8" name="Google Shape;2418;p179"/>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9" name="Google Shape;2419;p179"/>
          <p:cNvSpPr/>
          <p:nvPr>
            <p:ph idx="18" type="pic"/>
          </p:nvPr>
        </p:nvSpPr>
        <p:spPr>
          <a:xfrm>
            <a:off x="7164858" y="3203575"/>
            <a:ext cx="2462213" cy="2851150"/>
          </a:xfrm>
          <a:prstGeom prst="rect">
            <a:avLst/>
          </a:prstGeom>
          <a:solidFill>
            <a:srgbClr val="F2F2F2"/>
          </a:solidFill>
          <a:ln>
            <a:noFill/>
          </a:ln>
        </p:spPr>
      </p:sp>
      <p:sp>
        <p:nvSpPr>
          <p:cNvPr id="2420" name="Google Shape;2420;p179"/>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1" name="Google Shape;2421;p179"/>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2" name="Google Shape;2422;p179"/>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Image + Content">
  <p:cSld name="9_Image + Content">
    <p:spTree>
      <p:nvGrpSpPr>
        <p:cNvPr id="2423" name="Shape 2423"/>
        <p:cNvGrpSpPr/>
        <p:nvPr/>
      </p:nvGrpSpPr>
      <p:grpSpPr>
        <a:xfrm>
          <a:off x="0" y="0"/>
          <a:ext cx="0" cy="0"/>
          <a:chOff x="0" y="0"/>
          <a:chExt cx="0" cy="0"/>
        </a:xfrm>
      </p:grpSpPr>
      <p:sp>
        <p:nvSpPr>
          <p:cNvPr id="2424" name="Google Shape;2424;p180"/>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2425" name="Google Shape;2425;p180"/>
          <p:cNvSpPr/>
          <p:nvPr>
            <p:ph idx="2" type="pic"/>
          </p:nvPr>
        </p:nvSpPr>
        <p:spPr>
          <a:xfrm>
            <a:off x="4469157" y="-1"/>
            <a:ext cx="7114233" cy="6868049"/>
          </a:xfrm>
          <a:prstGeom prst="rect">
            <a:avLst/>
          </a:prstGeom>
          <a:noFill/>
          <a:ln>
            <a:noFill/>
          </a:ln>
        </p:spPr>
      </p:sp>
      <p:sp>
        <p:nvSpPr>
          <p:cNvPr id="2426" name="Google Shape;2426;p180"/>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b="1" sz="3200">
              <a:solidFill>
                <a:schemeClr val="dk1"/>
              </a:solidFill>
              <a:latin typeface="Barlow Medium"/>
              <a:ea typeface="Barlow Medium"/>
              <a:cs typeface="Barlow Medium"/>
              <a:sym typeface="Barlow Medium"/>
            </a:endParaRPr>
          </a:p>
        </p:txBody>
      </p:sp>
      <p:sp>
        <p:nvSpPr>
          <p:cNvPr id="2427" name="Google Shape;2427;p180"/>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28" name="Google Shape;2428;p180"/>
          <p:cNvSpPr/>
          <p:nvPr>
            <p:ph idx="3" type="pic"/>
          </p:nvPr>
        </p:nvSpPr>
        <p:spPr>
          <a:xfrm>
            <a:off x="6621458" y="4188053"/>
            <a:ext cx="4032071" cy="1773425"/>
          </a:xfrm>
          <a:prstGeom prst="rect">
            <a:avLst/>
          </a:prstGeom>
          <a:solidFill>
            <a:schemeClr val="dk2"/>
          </a:solidFill>
          <a:ln>
            <a:noFill/>
          </a:ln>
        </p:spPr>
      </p:sp>
      <p:sp>
        <p:nvSpPr>
          <p:cNvPr id="2429" name="Google Shape;2429;p180"/>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0" name="Google Shape;2430;p180"/>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1" name="Google Shape;2431;p180"/>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Image + Content">
  <p:cSld name="10_Image + Content">
    <p:bg>
      <p:bgPr>
        <a:gradFill>
          <a:gsLst>
            <a:gs pos="0">
              <a:schemeClr val="accent1"/>
            </a:gs>
            <a:gs pos="100000">
              <a:schemeClr val="dk2"/>
            </a:gs>
          </a:gsLst>
          <a:lin ang="5400000" scaled="0"/>
        </a:gradFill>
      </p:bgPr>
    </p:bg>
    <p:spTree>
      <p:nvGrpSpPr>
        <p:cNvPr id="2432" name="Shape 2432"/>
        <p:cNvGrpSpPr/>
        <p:nvPr/>
      </p:nvGrpSpPr>
      <p:grpSpPr>
        <a:xfrm>
          <a:off x="0" y="0"/>
          <a:ext cx="0" cy="0"/>
          <a:chOff x="0" y="0"/>
          <a:chExt cx="0" cy="0"/>
        </a:xfrm>
      </p:grpSpPr>
      <p:sp>
        <p:nvSpPr>
          <p:cNvPr id="2433" name="Google Shape;2433;p181"/>
          <p:cNvSpPr/>
          <p:nvPr>
            <p:ph idx="2" type="pic"/>
          </p:nvPr>
        </p:nvSpPr>
        <p:spPr>
          <a:xfrm>
            <a:off x="4469157" y="-1"/>
            <a:ext cx="7114233" cy="6868049"/>
          </a:xfrm>
          <a:prstGeom prst="rect">
            <a:avLst/>
          </a:prstGeom>
          <a:solidFill>
            <a:schemeClr val="lt1">
              <a:alpha val="20000"/>
            </a:schemeClr>
          </a:solidFill>
          <a:ln>
            <a:noFill/>
          </a:ln>
        </p:spPr>
      </p:sp>
      <p:sp>
        <p:nvSpPr>
          <p:cNvPr id="2434" name="Google Shape;2434;p181"/>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5" name="Google Shape;2435;p181"/>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Image + Content">
  <p:cSld name="11_Image + Content">
    <p:spTree>
      <p:nvGrpSpPr>
        <p:cNvPr id="2436" name="Shape 2436"/>
        <p:cNvGrpSpPr/>
        <p:nvPr/>
      </p:nvGrpSpPr>
      <p:grpSpPr>
        <a:xfrm>
          <a:off x="0" y="0"/>
          <a:ext cx="0" cy="0"/>
          <a:chOff x="0" y="0"/>
          <a:chExt cx="0" cy="0"/>
        </a:xfrm>
      </p:grpSpPr>
      <p:sp>
        <p:nvSpPr>
          <p:cNvPr id="2437" name="Google Shape;2437;p182"/>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8" name="Google Shape;2438;p182"/>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439" name="Google Shape;2439;p182"/>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2440" name="Google Shape;2440;p182"/>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441" name="Google Shape;2441;p182"/>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442" name="Google Shape;2442;p182"/>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443" name="Google Shape;2443;p182"/>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4" name="Google Shape;2444;p182"/>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5" name="Google Shape;2445;p182"/>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46" name="Google Shape;2446;p182"/>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447" name="Google Shape;2447;p182"/>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2448" name="Google Shape;2448;p182"/>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9" name="Google Shape;2449;p182"/>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0" name="Google Shape;2450;p182"/>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51" name="Google Shape;2451;p182"/>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452" name="Google Shape;2452;p182"/>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453" name="Google Shape;2453;p182"/>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4" name="Google Shape;2454;p182"/>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5" name="Google Shape;2455;p182"/>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Image + Content">
  <p:cSld name="12_Image + Content">
    <p:spTree>
      <p:nvGrpSpPr>
        <p:cNvPr id="2456" name="Shape 2456"/>
        <p:cNvGrpSpPr/>
        <p:nvPr/>
      </p:nvGrpSpPr>
      <p:grpSpPr>
        <a:xfrm>
          <a:off x="0" y="0"/>
          <a:ext cx="0" cy="0"/>
          <a:chOff x="0" y="0"/>
          <a:chExt cx="0" cy="0"/>
        </a:xfrm>
      </p:grpSpPr>
      <p:sp>
        <p:nvSpPr>
          <p:cNvPr id="2457" name="Google Shape;2457;p183"/>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8" name="Google Shape;2458;p183"/>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459" name="Google Shape;2459;p183"/>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2460" name="Google Shape;2460;p183"/>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461" name="Google Shape;2461;p183"/>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2" name="Google Shape;2462;p183"/>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List">
  <p:cSld name="3_List">
    <p:spTree>
      <p:nvGrpSpPr>
        <p:cNvPr id="2463" name="Shape 2463"/>
        <p:cNvGrpSpPr/>
        <p:nvPr/>
      </p:nvGrpSpPr>
      <p:grpSpPr>
        <a:xfrm>
          <a:off x="0" y="0"/>
          <a:ext cx="0" cy="0"/>
          <a:chOff x="0" y="0"/>
          <a:chExt cx="0" cy="0"/>
        </a:xfrm>
      </p:grpSpPr>
      <p:sp>
        <p:nvSpPr>
          <p:cNvPr id="2464" name="Google Shape;2464;p184"/>
          <p:cNvSpPr/>
          <p:nvPr>
            <p:ph idx="2" type="pic"/>
          </p:nvPr>
        </p:nvSpPr>
        <p:spPr>
          <a:xfrm>
            <a:off x="0" y="0"/>
            <a:ext cx="6295968" cy="6489229"/>
          </a:xfrm>
          <a:prstGeom prst="rect">
            <a:avLst/>
          </a:prstGeom>
          <a:noFill/>
          <a:ln>
            <a:noFill/>
          </a:ln>
        </p:spPr>
      </p:sp>
      <p:sp>
        <p:nvSpPr>
          <p:cNvPr id="2465" name="Google Shape;2465;p18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6" name="Google Shape;2466;p184"/>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7" name="Google Shape;2467;p184"/>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8" name="Google Shape;2468;p184"/>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9" name="Google Shape;2469;p184"/>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0" name="Google Shape;2470;p184"/>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1" name="Google Shape;2471;p184"/>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2" name="Google Shape;2472;p184"/>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3" name="Google Shape;2473;p184"/>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4" name="Google Shape;2474;p184"/>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5" name="Google Shape;2475;p184"/>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6" name="Google Shape;2476;p184"/>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7" name="Google Shape;2477;p184"/>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8" name="Google Shape;2478;p184"/>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9" name="Google Shape;2479;p184"/>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0" name="Google Shape;2480;p184"/>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1" name="Google Shape;2481;p184"/>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2" name="Google Shape;2482;p184"/>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3" name="Google Shape;2483;p184"/>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4" name="Google Shape;2484;p184"/>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5" name="Google Shape;2485;p184"/>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6" name="Google Shape;2486;p184"/>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7" name="Google Shape;2487;p184"/>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8" name="Google Shape;2488;p184"/>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9" name="Google Shape;2489;p184"/>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0" name="Google Shape;2490;p184"/>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1" name="Google Shape;2491;p184"/>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2492" name="Shape 2492"/>
        <p:cNvGrpSpPr/>
        <p:nvPr/>
      </p:nvGrpSpPr>
      <p:grpSpPr>
        <a:xfrm>
          <a:off x="0" y="0"/>
          <a:ext cx="0" cy="0"/>
          <a:chOff x="0" y="0"/>
          <a:chExt cx="0" cy="0"/>
        </a:xfrm>
      </p:grpSpPr>
      <p:sp>
        <p:nvSpPr>
          <p:cNvPr id="2493" name="Google Shape;2493;p18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4" name="Google Shape;2494;p185"/>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495" name="Google Shape;2495;p185"/>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List">
  <p:cSld name="5_List">
    <p:spTree>
      <p:nvGrpSpPr>
        <p:cNvPr id="2496" name="Shape 2496"/>
        <p:cNvGrpSpPr/>
        <p:nvPr/>
      </p:nvGrpSpPr>
      <p:grpSpPr>
        <a:xfrm>
          <a:off x="0" y="0"/>
          <a:ext cx="0" cy="0"/>
          <a:chOff x="0" y="0"/>
          <a:chExt cx="0" cy="0"/>
        </a:xfrm>
      </p:grpSpPr>
      <p:sp>
        <p:nvSpPr>
          <p:cNvPr id="2497" name="Google Shape;2497;p186"/>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8" name="Google Shape;2498;p186"/>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9" name="Google Shape;2499;p186"/>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0" name="Google Shape;2500;p186"/>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1" name="Google Shape;2501;p186"/>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2" name="Google Shape;2502;p186"/>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3" name="Google Shape;2503;p186"/>
          <p:cNvSpPr/>
          <p:nvPr>
            <p:ph idx="2"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4" name="Google Shape;2504;p186"/>
          <p:cNvSpPr/>
          <p:nvPr>
            <p:ph idx="3"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5" name="Google Shape;2505;p186"/>
          <p:cNvSpPr/>
          <p:nvPr>
            <p:ph idx="4"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6" name="Google Shape;2506;p186"/>
          <p:cNvSpPr/>
          <p:nvPr>
            <p:ph idx="5"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7" name="Google Shape;2507;p186"/>
          <p:cNvSpPr txBox="1"/>
          <p:nvPr>
            <p:ph idx="6"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8" name="Google Shape;2508;p186"/>
          <p:cNvSpPr txBox="1"/>
          <p:nvPr>
            <p:ph idx="7"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9" name="Google Shape;2509;p186"/>
          <p:cNvSpPr txBox="1"/>
          <p:nvPr>
            <p:ph idx="8"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0" name="Google Shape;2510;p186"/>
          <p:cNvSpPr txBox="1"/>
          <p:nvPr>
            <p:ph idx="9"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1" name="Google Shape;2511;p186"/>
          <p:cNvSpPr txBox="1"/>
          <p:nvPr>
            <p:ph idx="13"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2" name="Google Shape;2512;p186"/>
          <p:cNvSpPr txBox="1"/>
          <p:nvPr>
            <p:ph idx="14"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3" name="Google Shape;2513;p186"/>
          <p:cNvSpPr txBox="1"/>
          <p:nvPr>
            <p:ph idx="15"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4" name="Google Shape;2514;p186"/>
          <p:cNvSpPr txBox="1"/>
          <p:nvPr>
            <p:ph idx="16"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5" name="Google Shape;2515;p186"/>
          <p:cNvSpPr txBox="1"/>
          <p:nvPr>
            <p:ph idx="17"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6" name="Google Shape;2516;p186"/>
          <p:cNvSpPr txBox="1"/>
          <p:nvPr>
            <p:ph idx="18"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7" name="Google Shape;2517;p186"/>
          <p:cNvSpPr/>
          <p:nvPr>
            <p:ph idx="19"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8" name="Google Shape;2518;p186"/>
          <p:cNvSpPr/>
          <p:nvPr>
            <p:ph idx="20"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9" name="Google Shape;2519;p186"/>
          <p:cNvSpPr/>
          <p:nvPr>
            <p:ph idx="21"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0" name="Google Shape;2520;p186"/>
          <p:cNvSpPr/>
          <p:nvPr>
            <p:ph idx="22"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1" name="Google Shape;2521;p186"/>
          <p:cNvSpPr/>
          <p:nvPr>
            <p:ph idx="23"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List">
  <p:cSld name="6_List">
    <p:spTree>
      <p:nvGrpSpPr>
        <p:cNvPr id="2522" name="Shape 2522"/>
        <p:cNvGrpSpPr/>
        <p:nvPr/>
      </p:nvGrpSpPr>
      <p:grpSpPr>
        <a:xfrm>
          <a:off x="0" y="0"/>
          <a:ext cx="0" cy="0"/>
          <a:chOff x="0" y="0"/>
          <a:chExt cx="0" cy="0"/>
        </a:xfrm>
      </p:grpSpPr>
      <p:sp>
        <p:nvSpPr>
          <p:cNvPr id="2523" name="Google Shape;2523;p187"/>
          <p:cNvSpPr/>
          <p:nvPr>
            <p:ph idx="2" type="pic"/>
          </p:nvPr>
        </p:nvSpPr>
        <p:spPr>
          <a:xfrm>
            <a:off x="0" y="0"/>
            <a:ext cx="6295968" cy="6489229"/>
          </a:xfrm>
          <a:prstGeom prst="rect">
            <a:avLst/>
          </a:prstGeom>
          <a:noFill/>
          <a:ln>
            <a:noFill/>
          </a:ln>
        </p:spPr>
      </p:sp>
      <p:sp>
        <p:nvSpPr>
          <p:cNvPr id="2524" name="Google Shape;2524;p18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5" name="Google Shape;2525;p187"/>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6" name="Google Shape;2526;p187"/>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7" name="Google Shape;2527;p187"/>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8" name="Google Shape;2528;p187"/>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9" name="Google Shape;2529;p187"/>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0" name="Google Shape;2530;p187"/>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1" name="Google Shape;2531;p187"/>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2" name="Google Shape;2532;p187"/>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3" name="Google Shape;2533;p187"/>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4" name="Google Shape;2534;p187"/>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5" name="Google Shape;2535;p187"/>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6" name="Google Shape;2536;p187"/>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7" name="Google Shape;2537;p187"/>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8" name="Google Shape;2538;p187"/>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9" name="Google Shape;2539;p187"/>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0" name="Google Shape;2540;p187"/>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1" name="Google Shape;2541;p187"/>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2" name="Google Shape;2542;p187"/>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3" name="Google Shape;2543;p187"/>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4" name="Google Shape;2544;p187"/>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5" name="Google Shape;2545;p187"/>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Objectives">
  <p:cSld name="7_Objectives">
    <p:spTree>
      <p:nvGrpSpPr>
        <p:cNvPr id="2546" name="Shape 2546"/>
        <p:cNvGrpSpPr/>
        <p:nvPr/>
      </p:nvGrpSpPr>
      <p:grpSpPr>
        <a:xfrm>
          <a:off x="0" y="0"/>
          <a:ext cx="0" cy="0"/>
          <a:chOff x="0" y="0"/>
          <a:chExt cx="0" cy="0"/>
        </a:xfrm>
      </p:grpSpPr>
      <p:sp>
        <p:nvSpPr>
          <p:cNvPr id="2547" name="Google Shape;2547;p18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8" name="Google Shape;2548;p188"/>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9" name="Google Shape;2549;p188"/>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50" name="Google Shape;2550;p188"/>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51" name="Google Shape;2551;p188"/>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52" name="Google Shape;2552;p188"/>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3" name="Google Shape;2553;p188"/>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4" name="Google Shape;2554;p188"/>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5" name="Google Shape;2555;p188"/>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6" name="Google Shape;2556;p188"/>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7" name="Google Shape;2557;p188"/>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8" name="Google Shape;2558;p188"/>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9" name="Google Shape;2559;p188"/>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0" name="Google Shape;2560;p188"/>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1" name="Google Shape;2561;p188"/>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2" name="Google Shape;2562;p188"/>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3" name="Google Shape;2563;p188"/>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4" name="Google Shape;2564;p188"/>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5" name="Google Shape;2565;p188"/>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6" name="Google Shape;2566;p188"/>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7" name="Google Shape;2567;p188"/>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8" name="Google Shape;2568;p188"/>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9" name="Google Shape;2569;p188"/>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0" name="Google Shape;2570;p188"/>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571" name="Google Shape;2571;p188"/>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2572" name="Google Shape;2572;p188"/>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2573" name="Google Shape;2573;p188"/>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4" name="Google Shape;2574;p188"/>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5" name="Google Shape;2575;p188"/>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6" name="Google Shape;2576;p188"/>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7" name="Google Shape;2577;p188"/>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8" name="Google Shape;2578;p188"/>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9" name="Google Shape;2579;p188"/>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0" name="Google Shape;2580;p188"/>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1" name="Google Shape;2581;p188"/>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2" name="Google Shape;2582;p188"/>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Objectives">
  <p:cSld name="8_Objectives">
    <p:spTree>
      <p:nvGrpSpPr>
        <p:cNvPr id="2583" name="Shape 2583"/>
        <p:cNvGrpSpPr/>
        <p:nvPr/>
      </p:nvGrpSpPr>
      <p:grpSpPr>
        <a:xfrm>
          <a:off x="0" y="0"/>
          <a:ext cx="0" cy="0"/>
          <a:chOff x="0" y="0"/>
          <a:chExt cx="0" cy="0"/>
        </a:xfrm>
      </p:grpSpPr>
      <p:sp>
        <p:nvSpPr>
          <p:cNvPr id="2584" name="Google Shape;2584;p18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5" name="Google Shape;2585;p18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6" name="Google Shape;2586;p189"/>
          <p:cNvSpPr/>
          <p:nvPr/>
        </p:nvSpPr>
        <p:spPr>
          <a:xfrm>
            <a:off x="4063907" y="3314102"/>
            <a:ext cx="7291447"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87" name="Google Shape;2587;p189"/>
          <p:cNvSpPr/>
          <p:nvPr/>
        </p:nvSpPr>
        <p:spPr>
          <a:xfrm>
            <a:off x="3319858" y="5089531"/>
            <a:ext cx="8035496"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88" name="Google Shape;2588;p189"/>
          <p:cNvSpPr/>
          <p:nvPr/>
        </p:nvSpPr>
        <p:spPr>
          <a:xfrm>
            <a:off x="3319858" y="1536102"/>
            <a:ext cx="8035497"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89" name="Google Shape;2589;p189"/>
          <p:cNvSpPr/>
          <p:nvPr/>
        </p:nvSpPr>
        <p:spPr>
          <a:xfrm>
            <a:off x="3122973" y="1174236"/>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0" name="Google Shape;2590;p189"/>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1" name="Google Shape;2591;p189"/>
          <p:cNvSpPr/>
          <p:nvPr/>
        </p:nvSpPr>
        <p:spPr>
          <a:xfrm>
            <a:off x="3115053" y="4767518"/>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2" name="Google Shape;2592;p189"/>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3" name="Google Shape;2593;p189"/>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4" name="Google Shape;2594;p189"/>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5" name="Google Shape;2595;p189"/>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6" name="Google Shape;2596;p189"/>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7" name="Google Shape;2597;p189"/>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8" name="Google Shape;2598;p189"/>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9" name="Google Shape;2599;p189"/>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0" name="Google Shape;2600;p189"/>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1" name="Google Shape;2601;p189"/>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2" name="Google Shape;2602;p189"/>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3" name="Google Shape;2603;p189"/>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4" name="Google Shape;2604;p189"/>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5" name="Google Shape;2605;p189"/>
          <p:cNvSpPr/>
          <p:nvPr/>
        </p:nvSpPr>
        <p:spPr>
          <a:xfrm>
            <a:off x="10789182"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6" name="Google Shape;2606;p189"/>
          <p:cNvSpPr/>
          <p:nvPr/>
        </p:nvSpPr>
        <p:spPr>
          <a:xfrm>
            <a:off x="10835834"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7" name="Google Shape;2607;p189"/>
          <p:cNvSpPr/>
          <p:nvPr/>
        </p:nvSpPr>
        <p:spPr>
          <a:xfrm>
            <a:off x="10807846"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8" name="Google Shape;2608;p189"/>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9" name="Google Shape;2609;p189"/>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0" name="Google Shape;2610;p189"/>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1" name="Google Shape;2611;p189"/>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2" name="Google Shape;2612;p189"/>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3" name="Google Shape;2613;p189"/>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4" name="Google Shape;2614;p189"/>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Objectives">
  <p:cSld name="9_Objectives">
    <p:spTree>
      <p:nvGrpSpPr>
        <p:cNvPr id="2615" name="Shape 2615"/>
        <p:cNvGrpSpPr/>
        <p:nvPr/>
      </p:nvGrpSpPr>
      <p:grpSpPr>
        <a:xfrm>
          <a:off x="0" y="0"/>
          <a:ext cx="0" cy="0"/>
          <a:chOff x="0" y="0"/>
          <a:chExt cx="0" cy="0"/>
        </a:xfrm>
      </p:grpSpPr>
      <p:sp>
        <p:nvSpPr>
          <p:cNvPr id="2616" name="Google Shape;2616;p19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7" name="Google Shape;2617;p19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8" name="Google Shape;2618;p190"/>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9" name="Google Shape;2619;p190"/>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0" name="Google Shape;2620;p190"/>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1" name="Google Shape;2621;p190"/>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2" name="Google Shape;2622;p190"/>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3" name="Google Shape;2623;p190"/>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624" name="Google Shape;2624;p190"/>
          <p:cNvCxnSpPr>
            <a:stCxn id="2619" idx="7"/>
            <a:endCxn id="2621"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2625" name="Google Shape;2625;p190"/>
          <p:cNvCxnSpPr>
            <a:stCxn id="2620" idx="6"/>
            <a:endCxn id="2622"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2626" name="Google Shape;2626;p190"/>
          <p:cNvCxnSpPr>
            <a:stCxn id="2618" idx="5"/>
            <a:endCxn id="2623"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2627" name="Google Shape;2627;p190"/>
          <p:cNvGrpSpPr/>
          <p:nvPr/>
        </p:nvGrpSpPr>
        <p:grpSpPr>
          <a:xfrm>
            <a:off x="5341666" y="2761885"/>
            <a:ext cx="6334396" cy="1721524"/>
            <a:chOff x="4668125" y="3006439"/>
            <a:chExt cx="7007937" cy="1721524"/>
          </a:xfrm>
        </p:grpSpPr>
        <p:cxnSp>
          <p:nvCxnSpPr>
            <p:cNvPr id="2628" name="Google Shape;2628;p190"/>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2629" name="Google Shape;2629;p190"/>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2630" name="Google Shape;2630;p190"/>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631" name="Google Shape;2631;p190"/>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2632" name="Google Shape;2632;p190"/>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2633" name="Google Shape;2633;p190"/>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4" name="Google Shape;2634;p190"/>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5" name="Google Shape;2635;p190"/>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6" name="Google Shape;2636;p190"/>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7" name="Google Shape;2637;p190"/>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8" name="Google Shape;2638;p190"/>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9" name="Google Shape;2639;p190"/>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0" name="Google Shape;2640;p190"/>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1" name="Google Shape;2641;p190"/>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2" name="Google Shape;2642;p190"/>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3" name="Google Shape;2643;p190"/>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4" name="Google Shape;2644;p190"/>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5" name="Google Shape;2645;p190"/>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Objectives">
  <p:cSld name="10_Objectives">
    <p:spTree>
      <p:nvGrpSpPr>
        <p:cNvPr id="2646" name="Shape 2646"/>
        <p:cNvGrpSpPr/>
        <p:nvPr/>
      </p:nvGrpSpPr>
      <p:grpSpPr>
        <a:xfrm>
          <a:off x="0" y="0"/>
          <a:ext cx="0" cy="0"/>
          <a:chOff x="0" y="0"/>
          <a:chExt cx="0" cy="0"/>
        </a:xfrm>
      </p:grpSpPr>
      <p:sp>
        <p:nvSpPr>
          <p:cNvPr id="2647" name="Google Shape;2647;p191"/>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48" name="Google Shape;2648;p191"/>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49" name="Google Shape;2649;p191"/>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0" name="Google Shape;2650;p191"/>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1" name="Google Shape;2651;p19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2" name="Google Shape;2652;p191"/>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3" name="Google Shape;2653;p191"/>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4" name="Google Shape;2654;p191"/>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5" name="Google Shape;2655;p191"/>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6" name="Google Shape;2656;p191"/>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7" name="Google Shape;2657;p191"/>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8" name="Google Shape;2658;p191"/>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9" name="Google Shape;2659;p191"/>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0" name="Google Shape;2660;p191"/>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1" name="Google Shape;2661;p191"/>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2" name="Google Shape;2662;p191"/>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3" name="Google Shape;2663;p191"/>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4" name="Google Shape;2664;p191"/>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5" name="Google Shape;2665;p191"/>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6" name="Google Shape;2666;p191"/>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7" name="Google Shape;2667;p191"/>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8" name="Google Shape;2668;p191"/>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Objectives">
  <p:cSld name="11_Objectives">
    <p:spTree>
      <p:nvGrpSpPr>
        <p:cNvPr id="2669" name="Shape 2669"/>
        <p:cNvGrpSpPr/>
        <p:nvPr/>
      </p:nvGrpSpPr>
      <p:grpSpPr>
        <a:xfrm>
          <a:off x="0" y="0"/>
          <a:ext cx="0" cy="0"/>
          <a:chOff x="0" y="0"/>
          <a:chExt cx="0" cy="0"/>
        </a:xfrm>
      </p:grpSpPr>
      <p:sp>
        <p:nvSpPr>
          <p:cNvPr id="2670" name="Google Shape;2670;p192"/>
          <p:cNvSpPr/>
          <p:nvPr/>
        </p:nvSpPr>
        <p:spPr>
          <a:xfrm>
            <a:off x="8092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1" name="Google Shape;2671;p192"/>
          <p:cNvSpPr/>
          <p:nvPr/>
        </p:nvSpPr>
        <p:spPr>
          <a:xfrm>
            <a:off x="3655371" y="1404574"/>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2" name="Google Shape;2672;p192"/>
          <p:cNvSpPr/>
          <p:nvPr/>
        </p:nvSpPr>
        <p:spPr>
          <a:xfrm>
            <a:off x="64148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3" name="Google Shape;2673;p192"/>
          <p:cNvSpPr/>
          <p:nvPr/>
        </p:nvSpPr>
        <p:spPr>
          <a:xfrm>
            <a:off x="9260971" y="1387177"/>
            <a:ext cx="2077788" cy="2347158"/>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4" name="Google Shape;2674;p19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5" name="Google Shape;2675;p192"/>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6" name="Google Shape;2676;p192"/>
          <p:cNvSpPr/>
          <p:nvPr>
            <p:ph idx="1" type="body"/>
          </p:nvPr>
        </p:nvSpPr>
        <p:spPr>
          <a:xfrm>
            <a:off x="3984686" y="1726520"/>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7" name="Google Shape;2677;p192"/>
          <p:cNvSpPr/>
          <p:nvPr>
            <p:ph idx="2" type="body"/>
          </p:nvPr>
        </p:nvSpPr>
        <p:spPr>
          <a:xfrm>
            <a:off x="3921798" y="1825670"/>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8" name="Google Shape;2678;p192"/>
          <p:cNvSpPr/>
          <p:nvPr>
            <p:ph idx="3" type="body"/>
          </p:nvPr>
        </p:nvSpPr>
        <p:spPr>
          <a:xfrm>
            <a:off x="1133088"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9" name="Google Shape;2679;p192"/>
          <p:cNvSpPr/>
          <p:nvPr>
            <p:ph idx="4" type="body"/>
          </p:nvPr>
        </p:nvSpPr>
        <p:spPr>
          <a:xfrm>
            <a:off x="1078858" y="1808273"/>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0" name="Google Shape;2680;p192"/>
          <p:cNvSpPr/>
          <p:nvPr>
            <p:ph idx="5" type="body"/>
          </p:nvPr>
        </p:nvSpPr>
        <p:spPr>
          <a:xfrm>
            <a:off x="6744190"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1" name="Google Shape;2681;p192"/>
          <p:cNvSpPr/>
          <p:nvPr>
            <p:ph idx="6" type="body"/>
          </p:nvPr>
        </p:nvSpPr>
        <p:spPr>
          <a:xfrm>
            <a:off x="6687355" y="1816987"/>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2" name="Google Shape;2682;p192"/>
          <p:cNvSpPr/>
          <p:nvPr>
            <p:ph idx="7" type="body"/>
          </p:nvPr>
        </p:nvSpPr>
        <p:spPr>
          <a:xfrm>
            <a:off x="9587942"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3" name="Google Shape;2683;p192"/>
          <p:cNvSpPr/>
          <p:nvPr>
            <p:ph idx="8" type="body"/>
          </p:nvPr>
        </p:nvSpPr>
        <p:spPr>
          <a:xfrm>
            <a:off x="9530555" y="1799541"/>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4" name="Google Shape;2684;p192"/>
          <p:cNvSpPr txBox="1"/>
          <p:nvPr>
            <p:ph idx="9" type="body"/>
          </p:nvPr>
        </p:nvSpPr>
        <p:spPr>
          <a:xfrm>
            <a:off x="585355"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5" name="Google Shape;2685;p192"/>
          <p:cNvSpPr txBox="1"/>
          <p:nvPr>
            <p:ph idx="13" type="body"/>
          </p:nvPr>
        </p:nvSpPr>
        <p:spPr>
          <a:xfrm>
            <a:off x="585355"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6" name="Google Shape;2686;p192"/>
          <p:cNvSpPr txBox="1"/>
          <p:nvPr>
            <p:ph idx="14" type="body"/>
          </p:nvPr>
        </p:nvSpPr>
        <p:spPr>
          <a:xfrm>
            <a:off x="3412720"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7" name="Google Shape;2687;p192"/>
          <p:cNvSpPr txBox="1"/>
          <p:nvPr>
            <p:ph idx="15" type="body"/>
          </p:nvPr>
        </p:nvSpPr>
        <p:spPr>
          <a:xfrm>
            <a:off x="3412720"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8" name="Google Shape;2688;p192"/>
          <p:cNvSpPr txBox="1"/>
          <p:nvPr>
            <p:ph idx="16" type="body"/>
          </p:nvPr>
        </p:nvSpPr>
        <p:spPr>
          <a:xfrm>
            <a:off x="6240085"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9" name="Google Shape;2689;p192"/>
          <p:cNvSpPr txBox="1"/>
          <p:nvPr>
            <p:ph idx="17" type="body"/>
          </p:nvPr>
        </p:nvSpPr>
        <p:spPr>
          <a:xfrm>
            <a:off x="6240085"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0" name="Google Shape;2690;p192"/>
          <p:cNvSpPr txBox="1"/>
          <p:nvPr>
            <p:ph idx="18" type="body"/>
          </p:nvPr>
        </p:nvSpPr>
        <p:spPr>
          <a:xfrm>
            <a:off x="9067450"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1" name="Google Shape;2691;p192"/>
          <p:cNvSpPr txBox="1"/>
          <p:nvPr>
            <p:ph idx="19" type="body"/>
          </p:nvPr>
        </p:nvSpPr>
        <p:spPr>
          <a:xfrm>
            <a:off x="9067450"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Objectives">
  <p:cSld name="12_Objectives">
    <p:spTree>
      <p:nvGrpSpPr>
        <p:cNvPr id="2692" name="Shape 2692"/>
        <p:cNvGrpSpPr/>
        <p:nvPr/>
      </p:nvGrpSpPr>
      <p:grpSpPr>
        <a:xfrm>
          <a:off x="0" y="0"/>
          <a:ext cx="0" cy="0"/>
          <a:chOff x="0" y="0"/>
          <a:chExt cx="0" cy="0"/>
        </a:xfrm>
      </p:grpSpPr>
      <p:sp>
        <p:nvSpPr>
          <p:cNvPr id="2693" name="Google Shape;2693;p19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4" name="Google Shape;2694;p19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5" name="Google Shape;2695;p193"/>
          <p:cNvSpPr txBox="1"/>
          <p:nvPr>
            <p:ph idx="1" type="body"/>
          </p:nvPr>
        </p:nvSpPr>
        <p:spPr>
          <a:xfrm>
            <a:off x="585355"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6" name="Google Shape;2696;p193"/>
          <p:cNvSpPr txBox="1"/>
          <p:nvPr>
            <p:ph idx="2" type="body"/>
          </p:nvPr>
        </p:nvSpPr>
        <p:spPr>
          <a:xfrm>
            <a:off x="585355"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7" name="Google Shape;2697;p193"/>
          <p:cNvSpPr txBox="1"/>
          <p:nvPr>
            <p:ph idx="3" type="body"/>
          </p:nvPr>
        </p:nvSpPr>
        <p:spPr>
          <a:xfrm>
            <a:off x="3412720"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8" name="Google Shape;2698;p193"/>
          <p:cNvSpPr txBox="1"/>
          <p:nvPr>
            <p:ph idx="4" type="body"/>
          </p:nvPr>
        </p:nvSpPr>
        <p:spPr>
          <a:xfrm>
            <a:off x="3412720"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9" name="Google Shape;2699;p193"/>
          <p:cNvSpPr txBox="1"/>
          <p:nvPr>
            <p:ph idx="5" type="body"/>
          </p:nvPr>
        </p:nvSpPr>
        <p:spPr>
          <a:xfrm>
            <a:off x="6240085"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0" name="Google Shape;2700;p193"/>
          <p:cNvSpPr txBox="1"/>
          <p:nvPr>
            <p:ph idx="6" type="body"/>
          </p:nvPr>
        </p:nvSpPr>
        <p:spPr>
          <a:xfrm>
            <a:off x="6240085"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1" name="Google Shape;2701;p193"/>
          <p:cNvSpPr txBox="1"/>
          <p:nvPr>
            <p:ph idx="7" type="body"/>
          </p:nvPr>
        </p:nvSpPr>
        <p:spPr>
          <a:xfrm>
            <a:off x="9067450"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2" name="Google Shape;2702;p193"/>
          <p:cNvSpPr txBox="1"/>
          <p:nvPr>
            <p:ph idx="8" type="body"/>
          </p:nvPr>
        </p:nvSpPr>
        <p:spPr>
          <a:xfrm>
            <a:off x="9067450"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atch the following">
  <p:cSld name="1_Match the following">
    <p:spTree>
      <p:nvGrpSpPr>
        <p:cNvPr id="2703" name="Shape 2703"/>
        <p:cNvGrpSpPr/>
        <p:nvPr/>
      </p:nvGrpSpPr>
      <p:grpSpPr>
        <a:xfrm>
          <a:off x="0" y="0"/>
          <a:ext cx="0" cy="0"/>
          <a:chOff x="0" y="0"/>
          <a:chExt cx="0" cy="0"/>
        </a:xfrm>
      </p:grpSpPr>
      <p:sp>
        <p:nvSpPr>
          <p:cNvPr id="2704" name="Google Shape;2704;p19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5" name="Google Shape;2705;p194"/>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6" name="Google Shape;2706;p194"/>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7" name="Google Shape;2707;p194"/>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8" name="Google Shape;2708;p194"/>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9" name="Google Shape;2709;p194"/>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0" name="Google Shape;2710;p194"/>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1" name="Google Shape;2711;p194"/>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2" name="Google Shape;2712;p194"/>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3" name="Google Shape;2713;p194"/>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4" name="Google Shape;2714;p194"/>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5" name="Google Shape;2715;p194"/>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os &amp; Cons">
  <p:cSld name="1_Pros &amp; Cons">
    <p:spTree>
      <p:nvGrpSpPr>
        <p:cNvPr id="2716" name="Shape 2716"/>
        <p:cNvGrpSpPr/>
        <p:nvPr/>
      </p:nvGrpSpPr>
      <p:grpSpPr>
        <a:xfrm>
          <a:off x="0" y="0"/>
          <a:ext cx="0" cy="0"/>
          <a:chOff x="0" y="0"/>
          <a:chExt cx="0" cy="0"/>
        </a:xfrm>
      </p:grpSpPr>
      <p:sp>
        <p:nvSpPr>
          <p:cNvPr id="2717" name="Google Shape;2717;p195"/>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18" name="Google Shape;2718;p195"/>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19" name="Google Shape;2719;p195"/>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20" name="Google Shape;2720;p195"/>
          <p:cNvGrpSpPr/>
          <p:nvPr/>
        </p:nvGrpSpPr>
        <p:grpSpPr>
          <a:xfrm>
            <a:off x="940561" y="2162360"/>
            <a:ext cx="4049937" cy="2542738"/>
            <a:chOff x="940561" y="1812131"/>
            <a:chExt cx="4049937" cy="2542738"/>
          </a:xfrm>
        </p:grpSpPr>
        <p:sp>
          <p:nvSpPr>
            <p:cNvPr id="2721" name="Google Shape;2721;p195"/>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22" name="Google Shape;2722;p195"/>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23" name="Google Shape;2723;p195"/>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2724" name="Google Shape;2724;p195"/>
          <p:cNvGrpSpPr/>
          <p:nvPr/>
        </p:nvGrpSpPr>
        <p:grpSpPr>
          <a:xfrm>
            <a:off x="7204565" y="2162360"/>
            <a:ext cx="4049937" cy="2542738"/>
            <a:chOff x="7204565" y="2322318"/>
            <a:chExt cx="4049937" cy="2542738"/>
          </a:xfrm>
        </p:grpSpPr>
        <p:sp>
          <p:nvSpPr>
            <p:cNvPr id="2725" name="Google Shape;2725;p195"/>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726" name="Google Shape;2726;p195"/>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727" name="Google Shape;2727;p195"/>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2728" name="Google Shape;2728;p195"/>
          <p:cNvSpPr txBox="1"/>
          <p:nvPr/>
        </p:nvSpPr>
        <p:spPr>
          <a:xfrm>
            <a:off x="2811854" y="818937"/>
            <a:ext cx="11366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Pros</a:t>
            </a:r>
            <a:endParaRPr b="1" sz="3600">
              <a:solidFill>
                <a:schemeClr val="lt1"/>
              </a:solidFill>
              <a:latin typeface="Play"/>
              <a:ea typeface="Play"/>
              <a:cs typeface="Play"/>
              <a:sym typeface="Play"/>
            </a:endParaRPr>
          </a:p>
        </p:txBody>
      </p:sp>
      <p:sp>
        <p:nvSpPr>
          <p:cNvPr id="2729" name="Google Shape;2729;p195"/>
          <p:cNvSpPr txBox="1"/>
          <p:nvPr/>
        </p:nvSpPr>
        <p:spPr>
          <a:xfrm>
            <a:off x="8134146" y="992886"/>
            <a:ext cx="12378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Cons</a:t>
            </a:r>
            <a:endParaRPr b="1" sz="3600">
              <a:solidFill>
                <a:schemeClr val="lt1"/>
              </a:solidFill>
              <a:latin typeface="Play"/>
              <a:ea typeface="Play"/>
              <a:cs typeface="Play"/>
              <a:sym typeface="Play"/>
            </a:endParaRPr>
          </a:p>
        </p:txBody>
      </p:sp>
      <p:sp>
        <p:nvSpPr>
          <p:cNvPr id="2730" name="Google Shape;2730;p195"/>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31" name="Google Shape;2731;p195"/>
          <p:cNvGrpSpPr/>
          <p:nvPr/>
        </p:nvGrpSpPr>
        <p:grpSpPr>
          <a:xfrm>
            <a:off x="517952" y="2079340"/>
            <a:ext cx="839091" cy="839091"/>
            <a:chOff x="9277350" y="-850900"/>
            <a:chExt cx="1243118" cy="1243118"/>
          </a:xfrm>
        </p:grpSpPr>
        <p:sp>
          <p:nvSpPr>
            <p:cNvPr id="2732" name="Google Shape;2732;p19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33" name="Google Shape;2733;p195"/>
            <p:cNvGrpSpPr/>
            <p:nvPr/>
          </p:nvGrpSpPr>
          <p:grpSpPr>
            <a:xfrm>
              <a:off x="9499624" y="-628626"/>
              <a:ext cx="798571" cy="798571"/>
              <a:chOff x="8559800" y="-698500"/>
              <a:chExt cx="558800" cy="558800"/>
            </a:xfrm>
          </p:grpSpPr>
          <p:sp>
            <p:nvSpPr>
              <p:cNvPr id="2734" name="Google Shape;2734;p195"/>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35" name="Google Shape;2735;p195"/>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36" name="Google Shape;2736;p195"/>
          <p:cNvGrpSpPr/>
          <p:nvPr/>
        </p:nvGrpSpPr>
        <p:grpSpPr>
          <a:xfrm>
            <a:off x="517952" y="3001484"/>
            <a:ext cx="839091" cy="839091"/>
            <a:chOff x="9277350" y="-850900"/>
            <a:chExt cx="1243118" cy="1243118"/>
          </a:xfrm>
        </p:grpSpPr>
        <p:sp>
          <p:nvSpPr>
            <p:cNvPr id="2737" name="Google Shape;2737;p19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38" name="Google Shape;2738;p195"/>
            <p:cNvGrpSpPr/>
            <p:nvPr/>
          </p:nvGrpSpPr>
          <p:grpSpPr>
            <a:xfrm>
              <a:off x="9499624" y="-628626"/>
              <a:ext cx="798571" cy="798571"/>
              <a:chOff x="8559800" y="-698500"/>
              <a:chExt cx="558800" cy="558800"/>
            </a:xfrm>
          </p:grpSpPr>
          <p:sp>
            <p:nvSpPr>
              <p:cNvPr id="2739" name="Google Shape;2739;p195"/>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0" name="Google Shape;2740;p195"/>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41" name="Google Shape;2741;p195"/>
          <p:cNvGrpSpPr/>
          <p:nvPr/>
        </p:nvGrpSpPr>
        <p:grpSpPr>
          <a:xfrm>
            <a:off x="517952" y="3923628"/>
            <a:ext cx="839091" cy="839091"/>
            <a:chOff x="9277350" y="-850900"/>
            <a:chExt cx="1243118" cy="1243118"/>
          </a:xfrm>
        </p:grpSpPr>
        <p:sp>
          <p:nvSpPr>
            <p:cNvPr id="2742" name="Google Shape;2742;p19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43" name="Google Shape;2743;p195"/>
            <p:cNvGrpSpPr/>
            <p:nvPr/>
          </p:nvGrpSpPr>
          <p:grpSpPr>
            <a:xfrm>
              <a:off x="9499624" y="-628626"/>
              <a:ext cx="798571" cy="798571"/>
              <a:chOff x="8559800" y="-698500"/>
              <a:chExt cx="558800" cy="558800"/>
            </a:xfrm>
          </p:grpSpPr>
          <p:sp>
            <p:nvSpPr>
              <p:cNvPr id="2744" name="Google Shape;2744;p195"/>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5" name="Google Shape;2745;p195"/>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46" name="Google Shape;2746;p195"/>
          <p:cNvGrpSpPr/>
          <p:nvPr/>
        </p:nvGrpSpPr>
        <p:grpSpPr>
          <a:xfrm>
            <a:off x="4985717" y="764067"/>
            <a:ext cx="739740" cy="739740"/>
            <a:chOff x="4276786" y="1375502"/>
            <a:chExt cx="474283" cy="474283"/>
          </a:xfrm>
        </p:grpSpPr>
        <p:sp>
          <p:nvSpPr>
            <p:cNvPr id="2747" name="Google Shape;2747;p195"/>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48" name="Google Shape;2748;p195"/>
            <p:cNvGrpSpPr/>
            <p:nvPr/>
          </p:nvGrpSpPr>
          <p:grpSpPr>
            <a:xfrm>
              <a:off x="4370921" y="1480133"/>
              <a:ext cx="286013" cy="265021"/>
              <a:chOff x="2982913" y="6350"/>
              <a:chExt cx="346075" cy="320675"/>
            </a:xfrm>
          </p:grpSpPr>
          <p:sp>
            <p:nvSpPr>
              <p:cNvPr id="2749" name="Google Shape;2749;p195"/>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0" name="Google Shape;2750;p195"/>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1" name="Google Shape;2751;p195"/>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52" name="Google Shape;2752;p195"/>
          <p:cNvGrpSpPr/>
          <p:nvPr/>
        </p:nvGrpSpPr>
        <p:grpSpPr>
          <a:xfrm>
            <a:off x="6291402" y="970744"/>
            <a:ext cx="739740" cy="739740"/>
            <a:chOff x="7393577" y="1019186"/>
            <a:chExt cx="474283" cy="474283"/>
          </a:xfrm>
        </p:grpSpPr>
        <p:sp>
          <p:nvSpPr>
            <p:cNvPr id="2753" name="Google Shape;2753;p195"/>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54" name="Google Shape;2754;p195"/>
            <p:cNvGrpSpPr/>
            <p:nvPr/>
          </p:nvGrpSpPr>
          <p:grpSpPr>
            <a:xfrm flipH="1" rot="10800000">
              <a:off x="7487712" y="1123817"/>
              <a:ext cx="286013" cy="265021"/>
              <a:chOff x="2982913" y="6350"/>
              <a:chExt cx="346075" cy="320675"/>
            </a:xfrm>
          </p:grpSpPr>
          <p:sp>
            <p:nvSpPr>
              <p:cNvPr id="2755" name="Google Shape;2755;p195"/>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6" name="Google Shape;2756;p195"/>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7" name="Google Shape;2757;p195"/>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58" name="Google Shape;2758;p195"/>
          <p:cNvGrpSpPr/>
          <p:nvPr/>
        </p:nvGrpSpPr>
        <p:grpSpPr>
          <a:xfrm>
            <a:off x="10859614" y="2079340"/>
            <a:ext cx="839091" cy="839091"/>
            <a:chOff x="10859614" y="2160620"/>
            <a:chExt cx="839091" cy="839091"/>
          </a:xfrm>
        </p:grpSpPr>
        <p:grpSp>
          <p:nvGrpSpPr>
            <p:cNvPr id="2759" name="Google Shape;2759;p195"/>
            <p:cNvGrpSpPr/>
            <p:nvPr/>
          </p:nvGrpSpPr>
          <p:grpSpPr>
            <a:xfrm>
              <a:off x="10859614" y="2160620"/>
              <a:ext cx="839091" cy="839091"/>
              <a:chOff x="9277350" y="-850900"/>
              <a:chExt cx="1243118" cy="1243118"/>
            </a:xfrm>
          </p:grpSpPr>
          <p:sp>
            <p:nvSpPr>
              <p:cNvPr id="2760" name="Google Shape;2760;p19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1" name="Google Shape;2761;p195"/>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62" name="Google Shape;2762;p195"/>
            <p:cNvGrpSpPr/>
            <p:nvPr/>
          </p:nvGrpSpPr>
          <p:grpSpPr>
            <a:xfrm>
              <a:off x="11160063" y="2459977"/>
              <a:ext cx="238192" cy="240377"/>
              <a:chOff x="6300788" y="2890838"/>
              <a:chExt cx="346075" cy="349250"/>
            </a:xfrm>
          </p:grpSpPr>
          <p:cxnSp>
            <p:nvCxnSpPr>
              <p:cNvPr id="2763" name="Google Shape;2763;p195"/>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2764" name="Google Shape;2764;p195"/>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2765" name="Google Shape;2765;p195"/>
          <p:cNvGrpSpPr/>
          <p:nvPr/>
        </p:nvGrpSpPr>
        <p:grpSpPr>
          <a:xfrm>
            <a:off x="10859614" y="3001484"/>
            <a:ext cx="839091" cy="839091"/>
            <a:chOff x="10859614" y="3082764"/>
            <a:chExt cx="839091" cy="839091"/>
          </a:xfrm>
        </p:grpSpPr>
        <p:grpSp>
          <p:nvGrpSpPr>
            <p:cNvPr id="2766" name="Google Shape;2766;p195"/>
            <p:cNvGrpSpPr/>
            <p:nvPr/>
          </p:nvGrpSpPr>
          <p:grpSpPr>
            <a:xfrm>
              <a:off x="10859614" y="3082764"/>
              <a:ext cx="839091" cy="839091"/>
              <a:chOff x="9277350" y="-850900"/>
              <a:chExt cx="1243118" cy="1243118"/>
            </a:xfrm>
          </p:grpSpPr>
          <p:sp>
            <p:nvSpPr>
              <p:cNvPr id="2767" name="Google Shape;2767;p19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8" name="Google Shape;2768;p195"/>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69" name="Google Shape;2769;p195"/>
            <p:cNvGrpSpPr/>
            <p:nvPr/>
          </p:nvGrpSpPr>
          <p:grpSpPr>
            <a:xfrm>
              <a:off x="11160063" y="3382121"/>
              <a:ext cx="238192" cy="240377"/>
              <a:chOff x="6300788" y="2890838"/>
              <a:chExt cx="346075" cy="349250"/>
            </a:xfrm>
          </p:grpSpPr>
          <p:cxnSp>
            <p:nvCxnSpPr>
              <p:cNvPr id="2770" name="Google Shape;2770;p195"/>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2771" name="Google Shape;2771;p195"/>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2772" name="Google Shape;2772;p195"/>
          <p:cNvGrpSpPr/>
          <p:nvPr/>
        </p:nvGrpSpPr>
        <p:grpSpPr>
          <a:xfrm>
            <a:off x="10859614" y="3923628"/>
            <a:ext cx="839091" cy="839091"/>
            <a:chOff x="10859614" y="4004908"/>
            <a:chExt cx="839091" cy="839091"/>
          </a:xfrm>
        </p:grpSpPr>
        <p:grpSp>
          <p:nvGrpSpPr>
            <p:cNvPr id="2773" name="Google Shape;2773;p195"/>
            <p:cNvGrpSpPr/>
            <p:nvPr/>
          </p:nvGrpSpPr>
          <p:grpSpPr>
            <a:xfrm>
              <a:off x="10859614" y="4004908"/>
              <a:ext cx="839091" cy="839091"/>
              <a:chOff x="9277350" y="-850900"/>
              <a:chExt cx="1243118" cy="1243118"/>
            </a:xfrm>
          </p:grpSpPr>
          <p:sp>
            <p:nvSpPr>
              <p:cNvPr id="2774" name="Google Shape;2774;p19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75" name="Google Shape;2775;p195"/>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76" name="Google Shape;2776;p195"/>
            <p:cNvGrpSpPr/>
            <p:nvPr/>
          </p:nvGrpSpPr>
          <p:grpSpPr>
            <a:xfrm>
              <a:off x="11160063" y="4304265"/>
              <a:ext cx="238192" cy="240377"/>
              <a:chOff x="6300788" y="2890838"/>
              <a:chExt cx="346075" cy="349250"/>
            </a:xfrm>
          </p:grpSpPr>
          <p:cxnSp>
            <p:nvCxnSpPr>
              <p:cNvPr id="2777" name="Google Shape;2777;p195"/>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2778" name="Google Shape;2778;p195"/>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sp>
        <p:nvSpPr>
          <p:cNvPr id="2779" name="Google Shape;2779;p195"/>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0" name="Google Shape;2780;p195"/>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1" name="Google Shape;2781;p195"/>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2" name="Google Shape;2782;p195"/>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3" name="Google Shape;2783;p195"/>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4" name="Google Shape;2784;p195"/>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5" name="Google Shape;2785;p195"/>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6" name="Google Shape;2786;p195"/>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7" name="Google Shape;2787;p195"/>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Miscellaneous">
  <p:cSld name="11_Miscellaneous">
    <p:spTree>
      <p:nvGrpSpPr>
        <p:cNvPr id="2788" name="Shape 2788"/>
        <p:cNvGrpSpPr/>
        <p:nvPr/>
      </p:nvGrpSpPr>
      <p:grpSpPr>
        <a:xfrm>
          <a:off x="0" y="0"/>
          <a:ext cx="0" cy="0"/>
          <a:chOff x="0" y="0"/>
          <a:chExt cx="0" cy="0"/>
        </a:xfrm>
      </p:grpSpPr>
      <p:sp>
        <p:nvSpPr>
          <p:cNvPr id="2789" name="Google Shape;2789;p196"/>
          <p:cNvSpPr/>
          <p:nvPr>
            <p:ph idx="2" type="pic"/>
          </p:nvPr>
        </p:nvSpPr>
        <p:spPr>
          <a:xfrm>
            <a:off x="0" y="-7067"/>
            <a:ext cx="12192000" cy="3743325"/>
          </a:xfrm>
          <a:prstGeom prst="rect">
            <a:avLst/>
          </a:prstGeom>
          <a:noFill/>
          <a:ln>
            <a:noFill/>
          </a:ln>
        </p:spPr>
      </p:sp>
      <p:sp>
        <p:nvSpPr>
          <p:cNvPr id="2790" name="Google Shape;2790;p196"/>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1" name="Google Shape;2791;p196"/>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2" name="Google Shape;2792;p196"/>
          <p:cNvSpPr/>
          <p:nvPr/>
        </p:nvSpPr>
        <p:spPr>
          <a:xfrm>
            <a:off x="8530349"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793" name="Google Shape;2793;p196"/>
          <p:cNvSpPr/>
          <p:nvPr/>
        </p:nvSpPr>
        <p:spPr>
          <a:xfrm>
            <a:off x="4586515" y="1366010"/>
            <a:ext cx="3018972" cy="3018970"/>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794" name="Google Shape;2794;p196"/>
          <p:cNvSpPr/>
          <p:nvPr/>
        </p:nvSpPr>
        <p:spPr>
          <a:xfrm>
            <a:off x="1174038"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795" name="Google Shape;2795;p196"/>
          <p:cNvSpPr/>
          <p:nvPr>
            <p:ph idx="3" type="pic"/>
          </p:nvPr>
        </p:nvSpPr>
        <p:spPr>
          <a:xfrm>
            <a:off x="1612900" y="2468563"/>
            <a:ext cx="1612900" cy="1611312"/>
          </a:xfrm>
          <a:prstGeom prst="ellipse">
            <a:avLst/>
          </a:prstGeom>
          <a:noFill/>
          <a:ln>
            <a:noFill/>
          </a:ln>
        </p:spPr>
      </p:sp>
      <p:sp>
        <p:nvSpPr>
          <p:cNvPr id="2796" name="Google Shape;2796;p196"/>
          <p:cNvSpPr/>
          <p:nvPr>
            <p:ph idx="4" type="pic"/>
          </p:nvPr>
        </p:nvSpPr>
        <p:spPr>
          <a:xfrm>
            <a:off x="5067302" y="1846150"/>
            <a:ext cx="2057398" cy="2055372"/>
          </a:xfrm>
          <a:prstGeom prst="ellipse">
            <a:avLst/>
          </a:prstGeom>
          <a:noFill/>
          <a:ln>
            <a:noFill/>
          </a:ln>
        </p:spPr>
      </p:sp>
      <p:sp>
        <p:nvSpPr>
          <p:cNvPr id="2797" name="Google Shape;2797;p196"/>
          <p:cNvSpPr/>
          <p:nvPr>
            <p:ph idx="5" type="pic"/>
          </p:nvPr>
        </p:nvSpPr>
        <p:spPr>
          <a:xfrm>
            <a:off x="8966200" y="2468264"/>
            <a:ext cx="1612900" cy="1611312"/>
          </a:xfrm>
          <a:prstGeom prst="ellipse">
            <a:avLst/>
          </a:prstGeom>
          <a:noFill/>
          <a:ln>
            <a:noFill/>
          </a:ln>
        </p:spPr>
      </p:sp>
      <p:sp>
        <p:nvSpPr>
          <p:cNvPr id="2798" name="Google Shape;2798;p196"/>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9" name="Google Shape;2799;p196"/>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0" name="Google Shape;2800;p196"/>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1" name="Google Shape;2801;p196"/>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2" name="Google Shape;2802;p196"/>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3" name="Google Shape;2803;p196"/>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Miscellaneous">
  <p:cSld name="13_Miscellaneous">
    <p:spTree>
      <p:nvGrpSpPr>
        <p:cNvPr id="2804" name="Shape 2804"/>
        <p:cNvGrpSpPr/>
        <p:nvPr/>
      </p:nvGrpSpPr>
      <p:grpSpPr>
        <a:xfrm>
          <a:off x="0" y="0"/>
          <a:ext cx="0" cy="0"/>
          <a:chOff x="0" y="0"/>
          <a:chExt cx="0" cy="0"/>
        </a:xfrm>
      </p:grpSpPr>
      <p:pic>
        <p:nvPicPr>
          <p:cNvPr id="2805" name="Google Shape;2805;p197"/>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2806" name="Google Shape;2806;p19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7" name="Google Shape;2807;p197"/>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8" name="Google Shape;2808;p197"/>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9" name="Google Shape;2809;p197"/>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0" name="Google Shape;2810;p197"/>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1" name="Google Shape;2811;p197"/>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2" name="Google Shape;2812;p197"/>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3" name="Google Shape;2813;p197"/>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4" name="Google Shape;2814;p197"/>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5" name="Google Shape;2815;p197"/>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6" name="Google Shape;2816;p197"/>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7" name="Google Shape;2817;p197"/>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8" name="Google Shape;2818;p197"/>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9" name="Google Shape;2819;p197"/>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0" name="Google Shape;2820;p197"/>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1" name="Google Shape;2821;p197"/>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2" name="Google Shape;2822;p197"/>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3" name="Google Shape;2823;p197"/>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4" name="Google Shape;2824;p197"/>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5" name="Google Shape;2825;p197"/>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6" name="Google Shape;2826;p197"/>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7" name="Google Shape;2827;p197"/>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828" name="Google Shape;2828;p197"/>
          <p:cNvSpPr/>
          <p:nvPr>
            <p:ph idx="17" type="pic"/>
          </p:nvPr>
        </p:nvSpPr>
        <p:spPr>
          <a:xfrm>
            <a:off x="4918662" y="2520431"/>
            <a:ext cx="2382838" cy="2382838"/>
          </a:xfrm>
          <a:prstGeom prst="ellipse">
            <a:avLst/>
          </a:prstGeom>
          <a:noFill/>
          <a:ln>
            <a:noFill/>
          </a:ln>
        </p:spPr>
      </p:sp>
      <p:sp>
        <p:nvSpPr>
          <p:cNvPr id="2829" name="Google Shape;2829;p197"/>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30" name="Google Shape;2830;p197"/>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1" name="Google Shape;2831;p197"/>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Miscellaneous">
  <p:cSld name="14_Miscellaneous">
    <p:spTree>
      <p:nvGrpSpPr>
        <p:cNvPr id="2832" name="Shape 2832"/>
        <p:cNvGrpSpPr/>
        <p:nvPr/>
      </p:nvGrpSpPr>
      <p:grpSpPr>
        <a:xfrm>
          <a:off x="0" y="0"/>
          <a:ext cx="0" cy="0"/>
          <a:chOff x="0" y="0"/>
          <a:chExt cx="0" cy="0"/>
        </a:xfrm>
      </p:grpSpPr>
      <p:sp>
        <p:nvSpPr>
          <p:cNvPr id="2833" name="Google Shape;2833;p198"/>
          <p:cNvSpPr/>
          <p:nvPr/>
        </p:nvSpPr>
        <p:spPr>
          <a:xfrm>
            <a:off x="6117716" y="2109011"/>
            <a:ext cx="3677724" cy="3677724"/>
          </a:xfrm>
          <a:prstGeom prst="ellipse">
            <a:avLst/>
          </a:prstGeom>
          <a:gradFill>
            <a:gsLst>
              <a:gs pos="0">
                <a:srgbClr val="FFE7E8"/>
              </a:gs>
              <a:gs pos="100000">
                <a:srgbClr val="FFE7E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4" name="Google Shape;2834;p198"/>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5" name="Google Shape;2835;p198"/>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6" name="Google Shape;2836;p198"/>
          <p:cNvSpPr/>
          <p:nvPr/>
        </p:nvSpPr>
        <p:spPr>
          <a:xfrm>
            <a:off x="4751220" y="-1407341"/>
            <a:ext cx="5536427" cy="5536427"/>
          </a:xfrm>
          <a:prstGeom prst="ellipse">
            <a:avLst/>
          </a:prstGeom>
          <a:gradFill>
            <a:gsLst>
              <a:gs pos="0">
                <a:srgbClr val="FCDFD3"/>
              </a:gs>
              <a:gs pos="100000">
                <a:srgbClr val="FCDFD3">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7" name="Google Shape;2837;p198"/>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8" name="Google Shape;2838;p198"/>
          <p:cNvSpPr/>
          <p:nvPr/>
        </p:nvSpPr>
        <p:spPr>
          <a:xfrm>
            <a:off x="5285099" y="-873462"/>
            <a:ext cx="4468669" cy="4468669"/>
          </a:xfrm>
          <a:prstGeom prst="ellipse">
            <a:avLst/>
          </a:prstGeom>
          <a:gradFill>
            <a:gsLst>
              <a:gs pos="0">
                <a:srgbClr val="F7A27D"/>
              </a:gs>
              <a:gs pos="100000">
                <a:srgbClr val="F7A27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9" name="Google Shape;2839;p198"/>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0" name="Google Shape;2840;p198"/>
          <p:cNvSpPr/>
          <p:nvPr/>
        </p:nvSpPr>
        <p:spPr>
          <a:xfrm>
            <a:off x="6472360" y="2463655"/>
            <a:ext cx="2968436" cy="2968436"/>
          </a:xfrm>
          <a:prstGeom prst="ellipse">
            <a:avLst/>
          </a:prstGeom>
          <a:gradFill>
            <a:gsLst>
              <a:gs pos="0">
                <a:srgbClr val="FFB7BB"/>
              </a:gs>
              <a:gs pos="100000">
                <a:srgbClr val="FFB7BB">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1" name="Google Shape;2841;p198"/>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2" name="Google Shape;2842;p198"/>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3" name="Google Shape;2843;p198"/>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4" name="Google Shape;2844;p198"/>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5" name="Google Shape;2845;p198"/>
          <p:cNvSpPr/>
          <p:nvPr/>
        </p:nvSpPr>
        <p:spPr>
          <a:xfrm>
            <a:off x="5818974" y="-339586"/>
            <a:ext cx="3400918" cy="3400918"/>
          </a:xfrm>
          <a:prstGeom prst="ellipse">
            <a:avLst/>
          </a:prstGeom>
          <a:gradFill>
            <a:gsLst>
              <a:gs pos="0">
                <a:schemeClr val="accent1"/>
              </a:gs>
              <a:gs pos="100000">
                <a:srgbClr val="F2672A">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6" name="Google Shape;2846;p198"/>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7" name="Google Shape;2847;p198"/>
          <p:cNvSpPr/>
          <p:nvPr/>
        </p:nvSpPr>
        <p:spPr>
          <a:xfrm>
            <a:off x="6827000" y="2818297"/>
            <a:ext cx="2259154" cy="2259154"/>
          </a:xfrm>
          <a:prstGeom prst="ellipse">
            <a:avLst/>
          </a:prstGeom>
          <a:gradFill>
            <a:gsLst>
              <a:gs pos="0">
                <a:srgbClr val="FF878F"/>
              </a:gs>
              <a:gs pos="100000">
                <a:srgbClr val="FF878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8" name="Google Shape;2848;p198"/>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9" name="Google Shape;2849;p198"/>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0" name="Google Shape;2850;p198"/>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1" name="Google Shape;2851;p198"/>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2" name="Google Shape;2852;p198"/>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3" name="Google Shape;2853;p198"/>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4" name="Google Shape;2854;p198"/>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Miscellaneous">
  <p:cSld name="17_Miscellaneous">
    <p:spTree>
      <p:nvGrpSpPr>
        <p:cNvPr id="2855" name="Shape 2855"/>
        <p:cNvGrpSpPr/>
        <p:nvPr/>
      </p:nvGrpSpPr>
      <p:grpSpPr>
        <a:xfrm>
          <a:off x="0" y="0"/>
          <a:ext cx="0" cy="0"/>
          <a:chOff x="0" y="0"/>
          <a:chExt cx="0" cy="0"/>
        </a:xfrm>
      </p:grpSpPr>
      <p:sp>
        <p:nvSpPr>
          <p:cNvPr id="2856" name="Google Shape;2856;p199"/>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7" name="Google Shape;2857;p19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8" name="Google Shape;2858;p19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9" name="Google Shape;2859;p199"/>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0" name="Google Shape;2860;p199"/>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1" name="Google Shape;2861;p199"/>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2" name="Google Shape;2862;p199"/>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3" name="Google Shape;2863;p199"/>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4" name="Google Shape;2864;p199"/>
          <p:cNvSpPr/>
          <p:nvPr/>
        </p:nvSpPr>
        <p:spPr>
          <a:xfrm>
            <a:off x="6257843" y="3950017"/>
            <a:ext cx="5431674" cy="2249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5" name="Google Shape;2865;p199"/>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66" name="Google Shape;2866;p199"/>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2867" name="Google Shape;2867;p199"/>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8" name="Google Shape;2868;p199"/>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9" name="Google Shape;2869;p199"/>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0" name="Google Shape;2870;p199"/>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1" name="Google Shape;2871;p199"/>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2" name="Google Shape;2872;p199"/>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3" name="Google Shape;2873;p199"/>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4" name="Google Shape;2874;p199"/>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5" name="Google Shape;2875;p199"/>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6" name="Google Shape;2876;p199"/>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7" name="Google Shape;2877;p199"/>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8" name="Google Shape;2878;p199"/>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9" name="Google Shape;2879;p199"/>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0" name="Google Shape;2880;p199"/>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1" name="Google Shape;2881;p199"/>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82" name="Shape 2882"/>
        <p:cNvGrpSpPr/>
        <p:nvPr/>
      </p:nvGrpSpPr>
      <p:grpSpPr>
        <a:xfrm>
          <a:off x="0" y="0"/>
          <a:ext cx="0" cy="0"/>
          <a:chOff x="0" y="0"/>
          <a:chExt cx="0" cy="0"/>
        </a:xfrm>
      </p:grpSpPr>
      <p:sp>
        <p:nvSpPr>
          <p:cNvPr id="2883" name="Google Shape;2883;p2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4" name="Google Shape;2884;p20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5" name="Google Shape;2885;p20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86" name="Google Shape;2886;p20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87" name="Google Shape;2887;p20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2888" name="Google Shape;2888;p200"/>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2">
    <p:spTree>
      <p:nvGrpSpPr>
        <p:cNvPr id="2889" name="Shape 2889"/>
        <p:cNvGrpSpPr/>
        <p:nvPr/>
      </p:nvGrpSpPr>
      <p:grpSpPr>
        <a:xfrm>
          <a:off x="0" y="0"/>
          <a:ext cx="0" cy="0"/>
          <a:chOff x="0" y="0"/>
          <a:chExt cx="0" cy="0"/>
        </a:xfrm>
      </p:grpSpPr>
      <p:sp>
        <p:nvSpPr>
          <p:cNvPr id="2890" name="Google Shape;2890;p20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1" name="Google Shape;2891;p201"/>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92" name="Google Shape;2892;p201"/>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893" name="Google Shape;2893;p201"/>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894" name="Google Shape;2894;p201"/>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2895" name="Google Shape;2895;p201"/>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6" name="Google Shape;2896;p201"/>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7" name="Google Shape;2897;p201"/>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8" name="Google Shape;2898;p201"/>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9" name="Google Shape;2899;p201"/>
          <p:cNvSpPr txBox="1"/>
          <p:nvPr>
            <p:ph idx="5"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0" name="Google Shape;2900;p201"/>
          <p:cNvSpPr txBox="1"/>
          <p:nvPr>
            <p:ph idx="6"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1" name="Google Shape;2901;p201"/>
          <p:cNvSpPr txBox="1"/>
          <p:nvPr>
            <p:ph idx="7"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2" name="Google Shape;2902;p201"/>
          <p:cNvSpPr txBox="1"/>
          <p:nvPr>
            <p:ph idx="8"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3" name="Google Shape;2903;p201"/>
          <p:cNvSpPr txBox="1"/>
          <p:nvPr>
            <p:ph idx="9"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904" name="Google Shape;2904;p201"/>
          <p:cNvGrpSpPr/>
          <p:nvPr/>
        </p:nvGrpSpPr>
        <p:grpSpPr>
          <a:xfrm>
            <a:off x="6619216" y="-3511670"/>
            <a:ext cx="8382412" cy="8479506"/>
            <a:chOff x="2558536" y="1849120"/>
            <a:chExt cx="4510410" cy="4510408"/>
          </a:xfrm>
        </p:grpSpPr>
        <p:sp>
          <p:nvSpPr>
            <p:cNvPr id="2905" name="Google Shape;2905;p201"/>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06" name="Google Shape;2906;p201"/>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07" name="Google Shape;2907;p201"/>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08" name="Google Shape;2908;p201"/>
            <p:cNvSpPr/>
            <p:nvPr/>
          </p:nvSpPr>
          <p:spPr>
            <a:xfrm>
              <a:off x="3648615" y="2939199"/>
              <a:ext cx="2330248" cy="2330248"/>
            </a:xfrm>
            <a:prstGeom prst="ellipse">
              <a:avLst/>
            </a:prstGeom>
            <a:solidFill>
              <a:schemeClr val="accent2">
                <a:alpha val="47450"/>
              </a:schemeClr>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bg>
      <p:bgPr>
        <a:gradFill>
          <a:gsLst>
            <a:gs pos="0">
              <a:srgbClr val="BF2026"/>
            </a:gs>
            <a:gs pos="100000">
              <a:srgbClr val="F2672A"/>
            </a:gs>
          </a:gsLst>
          <a:lin ang="16200000" scaled="0"/>
        </a:gradFill>
      </p:bgPr>
    </p:bg>
    <p:spTree>
      <p:nvGrpSpPr>
        <p:cNvPr id="2909" name="Shape 2909"/>
        <p:cNvGrpSpPr/>
        <p:nvPr/>
      </p:nvGrpSpPr>
      <p:grpSpPr>
        <a:xfrm>
          <a:off x="0" y="0"/>
          <a:ext cx="0" cy="0"/>
          <a:chOff x="0" y="0"/>
          <a:chExt cx="0" cy="0"/>
        </a:xfrm>
      </p:grpSpPr>
      <p:sp>
        <p:nvSpPr>
          <p:cNvPr id="2910" name="Google Shape;2910;p202"/>
          <p:cNvSpPr txBox="1"/>
          <p:nvPr>
            <p:ph type="title"/>
          </p:nvPr>
        </p:nvSpPr>
        <p:spPr>
          <a:xfrm>
            <a:off x="695324" y="376339"/>
            <a:ext cx="10515600" cy="86353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000"/>
              <a:buFont typeface="Barlow"/>
              <a:buNone/>
              <a:defRPr b="0" i="0" sz="4000" u="none" cap="none" strike="noStrike">
                <a:solidFill>
                  <a:srgbClr val="FFFFFF"/>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11" name="Google Shape;2911;p202"/>
          <p:cNvSpPr/>
          <p:nvPr/>
        </p:nvSpPr>
        <p:spPr>
          <a:xfrm>
            <a:off x="4627900" y="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1"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00.xml"/><Relationship Id="rId42" Type="http://schemas.openxmlformats.org/officeDocument/2006/relationships/slideLayout" Target="../slideLayouts/slideLayout102.xml"/><Relationship Id="rId41" Type="http://schemas.openxmlformats.org/officeDocument/2006/relationships/slideLayout" Target="../slideLayouts/slideLayout101.xml"/><Relationship Id="rId44" Type="http://schemas.openxmlformats.org/officeDocument/2006/relationships/slideLayout" Target="../slideLayouts/slideLayout104.xml"/><Relationship Id="rId43" Type="http://schemas.openxmlformats.org/officeDocument/2006/relationships/slideLayout" Target="../slideLayouts/slideLayout103.xml"/><Relationship Id="rId46" Type="http://schemas.openxmlformats.org/officeDocument/2006/relationships/slideLayout" Target="../slideLayouts/slideLayout106.xml"/><Relationship Id="rId45" Type="http://schemas.openxmlformats.org/officeDocument/2006/relationships/slideLayout" Target="../slideLayouts/slideLayout105.xml"/><Relationship Id="rId48" Type="http://schemas.openxmlformats.org/officeDocument/2006/relationships/slideLayout" Target="../slideLayouts/slideLayout108.xml"/><Relationship Id="rId47" Type="http://schemas.openxmlformats.org/officeDocument/2006/relationships/slideLayout" Target="../slideLayouts/slideLayout107.xml"/><Relationship Id="rId49" Type="http://schemas.openxmlformats.org/officeDocument/2006/relationships/slideLayout" Target="../slideLayouts/slideLayout109.xml"/><Relationship Id="rId101" Type="http://schemas.openxmlformats.org/officeDocument/2006/relationships/theme" Target="../theme/theme2.xml"/><Relationship Id="rId100" Type="http://schemas.openxmlformats.org/officeDocument/2006/relationships/slideLayout" Target="../slideLayouts/slideLayout160.xml"/><Relationship Id="rId31" Type="http://schemas.openxmlformats.org/officeDocument/2006/relationships/slideLayout" Target="../slideLayouts/slideLayout91.xml"/><Relationship Id="rId30" Type="http://schemas.openxmlformats.org/officeDocument/2006/relationships/slideLayout" Target="../slideLayouts/slideLayout90.xml"/><Relationship Id="rId33" Type="http://schemas.openxmlformats.org/officeDocument/2006/relationships/slideLayout" Target="../slideLayouts/slideLayout93.xml"/><Relationship Id="rId32" Type="http://schemas.openxmlformats.org/officeDocument/2006/relationships/slideLayout" Target="../slideLayouts/slideLayout92.xml"/><Relationship Id="rId35" Type="http://schemas.openxmlformats.org/officeDocument/2006/relationships/slideLayout" Target="../slideLayouts/slideLayout95.xml"/><Relationship Id="rId34" Type="http://schemas.openxmlformats.org/officeDocument/2006/relationships/slideLayout" Target="../slideLayouts/slideLayout94.xml"/><Relationship Id="rId37" Type="http://schemas.openxmlformats.org/officeDocument/2006/relationships/slideLayout" Target="../slideLayouts/slideLayout97.xml"/><Relationship Id="rId36" Type="http://schemas.openxmlformats.org/officeDocument/2006/relationships/slideLayout" Target="../slideLayouts/slideLayout96.xml"/><Relationship Id="rId39" Type="http://schemas.openxmlformats.org/officeDocument/2006/relationships/slideLayout" Target="../slideLayouts/slideLayout99.xml"/><Relationship Id="rId38" Type="http://schemas.openxmlformats.org/officeDocument/2006/relationships/slideLayout" Target="../slideLayouts/slideLayout98.xml"/><Relationship Id="rId20" Type="http://schemas.openxmlformats.org/officeDocument/2006/relationships/slideLayout" Target="../slideLayouts/slideLayout80.xml"/><Relationship Id="rId22" Type="http://schemas.openxmlformats.org/officeDocument/2006/relationships/slideLayout" Target="../slideLayouts/slideLayout82.xml"/><Relationship Id="rId21" Type="http://schemas.openxmlformats.org/officeDocument/2006/relationships/slideLayout" Target="../slideLayouts/slideLayout81.xml"/><Relationship Id="rId24" Type="http://schemas.openxmlformats.org/officeDocument/2006/relationships/slideLayout" Target="../slideLayouts/slideLayout84.xml"/><Relationship Id="rId23" Type="http://schemas.openxmlformats.org/officeDocument/2006/relationships/slideLayout" Target="../slideLayouts/slideLayout83.xml"/><Relationship Id="rId26" Type="http://schemas.openxmlformats.org/officeDocument/2006/relationships/slideLayout" Target="../slideLayouts/slideLayout86.xml"/><Relationship Id="rId25" Type="http://schemas.openxmlformats.org/officeDocument/2006/relationships/slideLayout" Target="../slideLayouts/slideLayout85.xml"/><Relationship Id="rId28" Type="http://schemas.openxmlformats.org/officeDocument/2006/relationships/slideLayout" Target="../slideLayouts/slideLayout88.xml"/><Relationship Id="rId27" Type="http://schemas.openxmlformats.org/officeDocument/2006/relationships/slideLayout" Target="../slideLayouts/slideLayout87.xml"/><Relationship Id="rId29" Type="http://schemas.openxmlformats.org/officeDocument/2006/relationships/slideLayout" Target="../slideLayouts/slideLayout89.xml"/><Relationship Id="rId95" Type="http://schemas.openxmlformats.org/officeDocument/2006/relationships/slideLayout" Target="../slideLayouts/slideLayout155.xml"/><Relationship Id="rId94" Type="http://schemas.openxmlformats.org/officeDocument/2006/relationships/slideLayout" Target="../slideLayouts/slideLayout154.xml"/><Relationship Id="rId97" Type="http://schemas.openxmlformats.org/officeDocument/2006/relationships/slideLayout" Target="../slideLayouts/slideLayout157.xml"/><Relationship Id="rId96" Type="http://schemas.openxmlformats.org/officeDocument/2006/relationships/slideLayout" Target="../slideLayouts/slideLayout156.xml"/><Relationship Id="rId11" Type="http://schemas.openxmlformats.org/officeDocument/2006/relationships/slideLayout" Target="../slideLayouts/slideLayout71.xml"/><Relationship Id="rId99" Type="http://schemas.openxmlformats.org/officeDocument/2006/relationships/slideLayout" Target="../slideLayouts/slideLayout159.xml"/><Relationship Id="rId10" Type="http://schemas.openxmlformats.org/officeDocument/2006/relationships/slideLayout" Target="../slideLayouts/slideLayout70.xml"/><Relationship Id="rId98" Type="http://schemas.openxmlformats.org/officeDocument/2006/relationships/slideLayout" Target="../slideLayouts/slideLayout158.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91" Type="http://schemas.openxmlformats.org/officeDocument/2006/relationships/slideLayout" Target="../slideLayouts/slideLayout151.xml"/><Relationship Id="rId90" Type="http://schemas.openxmlformats.org/officeDocument/2006/relationships/slideLayout" Target="../slideLayouts/slideLayout150.xml"/><Relationship Id="rId93" Type="http://schemas.openxmlformats.org/officeDocument/2006/relationships/slideLayout" Target="../slideLayouts/slideLayout153.xml"/><Relationship Id="rId92" Type="http://schemas.openxmlformats.org/officeDocument/2006/relationships/slideLayout" Target="../slideLayouts/slideLayout152.xml"/><Relationship Id="rId15" Type="http://schemas.openxmlformats.org/officeDocument/2006/relationships/slideLayout" Target="../slideLayouts/slideLayout75.xml"/><Relationship Id="rId14" Type="http://schemas.openxmlformats.org/officeDocument/2006/relationships/slideLayout" Target="../slideLayouts/slideLayout74.xml"/><Relationship Id="rId17" Type="http://schemas.openxmlformats.org/officeDocument/2006/relationships/slideLayout" Target="../slideLayouts/slideLayout77.xml"/><Relationship Id="rId16" Type="http://schemas.openxmlformats.org/officeDocument/2006/relationships/slideLayout" Target="../slideLayouts/slideLayout76.xml"/><Relationship Id="rId19" Type="http://schemas.openxmlformats.org/officeDocument/2006/relationships/slideLayout" Target="../slideLayouts/slideLayout79.xml"/><Relationship Id="rId18" Type="http://schemas.openxmlformats.org/officeDocument/2006/relationships/slideLayout" Target="../slideLayouts/slideLayout78.xml"/><Relationship Id="rId84" Type="http://schemas.openxmlformats.org/officeDocument/2006/relationships/slideLayout" Target="../slideLayouts/slideLayout144.xml"/><Relationship Id="rId83" Type="http://schemas.openxmlformats.org/officeDocument/2006/relationships/slideLayout" Target="../slideLayouts/slideLayout143.xml"/><Relationship Id="rId86" Type="http://schemas.openxmlformats.org/officeDocument/2006/relationships/slideLayout" Target="../slideLayouts/slideLayout146.xml"/><Relationship Id="rId85" Type="http://schemas.openxmlformats.org/officeDocument/2006/relationships/slideLayout" Target="../slideLayouts/slideLayout145.xml"/><Relationship Id="rId88" Type="http://schemas.openxmlformats.org/officeDocument/2006/relationships/slideLayout" Target="../slideLayouts/slideLayout148.xml"/><Relationship Id="rId87" Type="http://schemas.openxmlformats.org/officeDocument/2006/relationships/slideLayout" Target="../slideLayouts/slideLayout147.xml"/><Relationship Id="rId89" Type="http://schemas.openxmlformats.org/officeDocument/2006/relationships/slideLayout" Target="../slideLayouts/slideLayout149.xml"/><Relationship Id="rId80" Type="http://schemas.openxmlformats.org/officeDocument/2006/relationships/slideLayout" Target="../slideLayouts/slideLayout140.xml"/><Relationship Id="rId82" Type="http://schemas.openxmlformats.org/officeDocument/2006/relationships/slideLayout" Target="../slideLayouts/slideLayout142.xml"/><Relationship Id="rId81" Type="http://schemas.openxmlformats.org/officeDocument/2006/relationships/slideLayout" Target="../slideLayouts/slideLayout141.xml"/><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73" Type="http://schemas.openxmlformats.org/officeDocument/2006/relationships/slideLayout" Target="../slideLayouts/slideLayout133.xml"/><Relationship Id="rId72" Type="http://schemas.openxmlformats.org/officeDocument/2006/relationships/slideLayout" Target="../slideLayouts/slideLayout132.xml"/><Relationship Id="rId75" Type="http://schemas.openxmlformats.org/officeDocument/2006/relationships/slideLayout" Target="../slideLayouts/slideLayout135.xml"/><Relationship Id="rId74" Type="http://schemas.openxmlformats.org/officeDocument/2006/relationships/slideLayout" Target="../slideLayouts/slideLayout134.xml"/><Relationship Id="rId77" Type="http://schemas.openxmlformats.org/officeDocument/2006/relationships/slideLayout" Target="../slideLayouts/slideLayout137.xml"/><Relationship Id="rId76" Type="http://schemas.openxmlformats.org/officeDocument/2006/relationships/slideLayout" Target="../slideLayouts/slideLayout136.xml"/><Relationship Id="rId79" Type="http://schemas.openxmlformats.org/officeDocument/2006/relationships/slideLayout" Target="../slideLayouts/slideLayout139.xml"/><Relationship Id="rId78" Type="http://schemas.openxmlformats.org/officeDocument/2006/relationships/slideLayout" Target="../slideLayouts/slideLayout138.xml"/><Relationship Id="rId71" Type="http://schemas.openxmlformats.org/officeDocument/2006/relationships/slideLayout" Target="../slideLayouts/slideLayout131.xml"/><Relationship Id="rId70" Type="http://schemas.openxmlformats.org/officeDocument/2006/relationships/slideLayout" Target="../slideLayouts/slideLayout130.xml"/><Relationship Id="rId62" Type="http://schemas.openxmlformats.org/officeDocument/2006/relationships/slideLayout" Target="../slideLayouts/slideLayout122.xml"/><Relationship Id="rId61" Type="http://schemas.openxmlformats.org/officeDocument/2006/relationships/slideLayout" Target="../slideLayouts/slideLayout121.xml"/><Relationship Id="rId64" Type="http://schemas.openxmlformats.org/officeDocument/2006/relationships/slideLayout" Target="../slideLayouts/slideLayout124.xml"/><Relationship Id="rId63" Type="http://schemas.openxmlformats.org/officeDocument/2006/relationships/slideLayout" Target="../slideLayouts/slideLayout123.xml"/><Relationship Id="rId66" Type="http://schemas.openxmlformats.org/officeDocument/2006/relationships/slideLayout" Target="../slideLayouts/slideLayout126.xml"/><Relationship Id="rId65" Type="http://schemas.openxmlformats.org/officeDocument/2006/relationships/slideLayout" Target="../slideLayouts/slideLayout125.xml"/><Relationship Id="rId68" Type="http://schemas.openxmlformats.org/officeDocument/2006/relationships/slideLayout" Target="../slideLayouts/slideLayout128.xml"/><Relationship Id="rId67" Type="http://schemas.openxmlformats.org/officeDocument/2006/relationships/slideLayout" Target="../slideLayouts/slideLayout127.xml"/><Relationship Id="rId60" Type="http://schemas.openxmlformats.org/officeDocument/2006/relationships/slideLayout" Target="../slideLayouts/slideLayout120.xml"/><Relationship Id="rId69" Type="http://schemas.openxmlformats.org/officeDocument/2006/relationships/slideLayout" Target="../slideLayouts/slideLayout129.xml"/><Relationship Id="rId51" Type="http://schemas.openxmlformats.org/officeDocument/2006/relationships/slideLayout" Target="../slideLayouts/slideLayout111.xml"/><Relationship Id="rId50" Type="http://schemas.openxmlformats.org/officeDocument/2006/relationships/slideLayout" Target="../slideLayouts/slideLayout110.xml"/><Relationship Id="rId53" Type="http://schemas.openxmlformats.org/officeDocument/2006/relationships/slideLayout" Target="../slideLayouts/slideLayout113.xml"/><Relationship Id="rId52" Type="http://schemas.openxmlformats.org/officeDocument/2006/relationships/slideLayout" Target="../slideLayouts/slideLayout112.xml"/><Relationship Id="rId55" Type="http://schemas.openxmlformats.org/officeDocument/2006/relationships/slideLayout" Target="../slideLayouts/slideLayout115.xml"/><Relationship Id="rId54" Type="http://schemas.openxmlformats.org/officeDocument/2006/relationships/slideLayout" Target="../slideLayouts/slideLayout114.xml"/><Relationship Id="rId57" Type="http://schemas.openxmlformats.org/officeDocument/2006/relationships/slideLayout" Target="../slideLayouts/slideLayout117.xml"/><Relationship Id="rId56" Type="http://schemas.openxmlformats.org/officeDocument/2006/relationships/slideLayout" Target="../slideLayouts/slideLayout116.xml"/><Relationship Id="rId59" Type="http://schemas.openxmlformats.org/officeDocument/2006/relationships/slideLayout" Target="../slideLayouts/slideLayout119.xml"/><Relationship Id="rId58" Type="http://schemas.openxmlformats.org/officeDocument/2006/relationships/slideLayout" Target="../slideLayouts/slideLayout1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4" name="Shape 1064"/>
        <p:cNvGrpSpPr/>
        <p:nvPr/>
      </p:nvGrpSpPr>
      <p:grpSpPr>
        <a:xfrm>
          <a:off x="0" y="0"/>
          <a:ext cx="0" cy="0"/>
          <a:chOff x="0" y="0"/>
          <a:chExt cx="0" cy="0"/>
        </a:xfrm>
      </p:grpSpPr>
      <p:sp>
        <p:nvSpPr>
          <p:cNvPr id="1065" name="Google Shape;1065;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66" name="Google Shape;1066;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 id="2147483766" r:id="rId57"/>
    <p:sldLayoutId id="2147483767" r:id="rId58"/>
    <p:sldLayoutId id="2147483768" r:id="rId59"/>
    <p:sldLayoutId id="2147483769" r:id="rId60"/>
    <p:sldLayoutId id="2147483770" r:id="rId61"/>
    <p:sldLayoutId id="2147483771" r:id="rId62"/>
    <p:sldLayoutId id="2147483772" r:id="rId63"/>
    <p:sldLayoutId id="2147483773" r:id="rId64"/>
    <p:sldLayoutId id="2147483774" r:id="rId65"/>
    <p:sldLayoutId id="2147483775" r:id="rId66"/>
    <p:sldLayoutId id="2147483776" r:id="rId67"/>
    <p:sldLayoutId id="2147483777" r:id="rId68"/>
    <p:sldLayoutId id="2147483778" r:id="rId69"/>
    <p:sldLayoutId id="2147483779" r:id="rId70"/>
    <p:sldLayoutId id="2147483780" r:id="rId71"/>
    <p:sldLayoutId id="2147483781" r:id="rId72"/>
    <p:sldLayoutId id="2147483782" r:id="rId73"/>
    <p:sldLayoutId id="2147483783" r:id="rId74"/>
    <p:sldLayoutId id="2147483784" r:id="rId75"/>
    <p:sldLayoutId id="2147483785" r:id="rId76"/>
    <p:sldLayoutId id="2147483786" r:id="rId77"/>
    <p:sldLayoutId id="2147483787" r:id="rId78"/>
    <p:sldLayoutId id="2147483788" r:id="rId79"/>
    <p:sldLayoutId id="2147483789" r:id="rId80"/>
    <p:sldLayoutId id="2147483790" r:id="rId81"/>
    <p:sldLayoutId id="2147483791" r:id="rId82"/>
    <p:sldLayoutId id="2147483792" r:id="rId83"/>
    <p:sldLayoutId id="2147483793" r:id="rId84"/>
    <p:sldLayoutId id="2147483794" r:id="rId85"/>
    <p:sldLayoutId id="2147483795" r:id="rId86"/>
    <p:sldLayoutId id="2147483796" r:id="rId87"/>
    <p:sldLayoutId id="2147483797" r:id="rId88"/>
    <p:sldLayoutId id="2147483798" r:id="rId89"/>
    <p:sldLayoutId id="2147483799" r:id="rId90"/>
    <p:sldLayoutId id="2147483800" r:id="rId91"/>
    <p:sldLayoutId id="2147483801" r:id="rId92"/>
    <p:sldLayoutId id="2147483802" r:id="rId93"/>
    <p:sldLayoutId id="2147483803" r:id="rId94"/>
    <p:sldLayoutId id="2147483804" r:id="rId95"/>
    <p:sldLayoutId id="2147483805" r:id="rId96"/>
    <p:sldLayoutId id="2147483806" r:id="rId97"/>
    <p:sldLayoutId id="2147483807" r:id="rId98"/>
    <p:sldLayoutId id="2147483808" r:id="rId99"/>
    <p:sldLayoutId id="2147483809" r:id="rId10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37.png"/><Relationship Id="rId6"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9.xml"/><Relationship Id="rId3"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5.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3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6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41.gif"/><Relationship Id="rId4" Type="http://schemas.openxmlformats.org/officeDocument/2006/relationships/image" Target="../media/image49.gif"/><Relationship Id="rId5" Type="http://schemas.openxmlformats.org/officeDocument/2006/relationships/image" Target="../media/image4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7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7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6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7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5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5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48.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52.png"/><Relationship Id="rId5" Type="http://schemas.openxmlformats.org/officeDocument/2006/relationships/image" Target="../media/image4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51.png"/><Relationship Id="rId4" Type="http://schemas.openxmlformats.org/officeDocument/2006/relationships/image" Target="../media/image70.png"/><Relationship Id="rId5" Type="http://schemas.openxmlformats.org/officeDocument/2006/relationships/image" Target="../media/image59.png"/><Relationship Id="rId6" Type="http://schemas.openxmlformats.org/officeDocument/2006/relationships/image" Target="../media/image65.png"/><Relationship Id="rId7" Type="http://schemas.openxmlformats.org/officeDocument/2006/relationships/image" Target="../media/image62.png"/><Relationship Id="rId8"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5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53.png"/><Relationship Id="rId4" Type="http://schemas.openxmlformats.org/officeDocument/2006/relationships/hyperlink" Target="https://view.genial.ly/65eff41ad9ce5a0013706cb2" TargetMode="External"/><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6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comments" Target="../comments/comment1.xml"/><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6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7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5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image" Target="../media/image60.png"/><Relationship Id="rId4" Type="http://schemas.openxmlformats.org/officeDocument/2006/relationships/image" Target="../media/image73.png"/><Relationship Id="rId5" Type="http://schemas.openxmlformats.org/officeDocument/2006/relationships/image" Target="../media/image6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75.jpg"/><Relationship Id="rId4" Type="http://schemas.openxmlformats.org/officeDocument/2006/relationships/image" Target="../media/image6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6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0.xml"/><Relationship Id="rId3" Type="http://schemas.openxmlformats.org/officeDocument/2006/relationships/hyperlink" Target="mailto:legal@wadhwanifoundation.orgwit" TargetMode="External"/><Relationship Id="rId4" Type="http://schemas.openxmlformats.org/officeDocument/2006/relationships/hyperlink" Target="mailto:legal@wadhwanifoundation.orgw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6" name="Shape 2916"/>
        <p:cNvGrpSpPr/>
        <p:nvPr/>
      </p:nvGrpSpPr>
      <p:grpSpPr>
        <a:xfrm>
          <a:off x="0" y="0"/>
          <a:ext cx="0" cy="0"/>
          <a:chOff x="0" y="0"/>
          <a:chExt cx="0" cy="0"/>
        </a:xfrm>
      </p:grpSpPr>
      <p:pic>
        <p:nvPicPr>
          <p:cNvPr id="2917" name="Google Shape;2917;p1"/>
          <p:cNvPicPr preferRelativeResize="0"/>
          <p:nvPr/>
        </p:nvPicPr>
        <p:blipFill rotWithShape="1">
          <a:blip r:embed="rId3">
            <a:alphaModFix/>
          </a:blip>
          <a:srcRect b="0" l="0" r="0" t="0"/>
          <a:stretch/>
        </p:blipFill>
        <p:spPr>
          <a:xfrm>
            <a:off x="6919439" y="0"/>
            <a:ext cx="10055625" cy="6857999"/>
          </a:xfrm>
          <a:prstGeom prst="rect">
            <a:avLst/>
          </a:prstGeom>
          <a:noFill/>
          <a:ln>
            <a:noFill/>
          </a:ln>
        </p:spPr>
      </p:pic>
      <p:sp>
        <p:nvSpPr>
          <p:cNvPr id="2918" name="Google Shape;2918;p1"/>
          <p:cNvSpPr txBox="1"/>
          <p:nvPr/>
        </p:nvSpPr>
        <p:spPr>
          <a:xfrm>
            <a:off x="436106" y="4382297"/>
            <a:ext cx="5865140" cy="127298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2400"/>
              <a:buFont typeface="Arial"/>
              <a:buNone/>
            </a:pPr>
            <a:r>
              <a:rPr b="1" lang="en-US" sz="2400">
                <a:solidFill>
                  <a:schemeClr val="lt1"/>
                </a:solidFill>
                <a:latin typeface="Barlow Medium"/>
                <a:ea typeface="Barlow Medium"/>
                <a:cs typeface="Barlow Medium"/>
                <a:sym typeface="Barlow Medium"/>
              </a:rPr>
              <a:t>Lesson 2.2:  Assess ’Jobs-To-Be-Done’  (JTBD)</a:t>
            </a:r>
            <a:endParaRPr b="1" sz="2400">
              <a:solidFill>
                <a:schemeClr val="lt1"/>
              </a:solidFill>
              <a:latin typeface="Barlow Medium"/>
              <a:ea typeface="Barlow Medium"/>
              <a:cs typeface="Barlow Medium"/>
              <a:sym typeface="Barlow Medium"/>
            </a:endParaRPr>
          </a:p>
        </p:txBody>
      </p:sp>
      <p:sp>
        <p:nvSpPr>
          <p:cNvPr id="2919" name="Google Shape;2919;p1"/>
          <p:cNvSpPr txBox="1"/>
          <p:nvPr/>
        </p:nvSpPr>
        <p:spPr>
          <a:xfrm>
            <a:off x="2528381" y="1308709"/>
            <a:ext cx="5302200" cy="16839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2400"/>
              <a:buFont typeface="Arial"/>
              <a:buNone/>
            </a:pPr>
            <a:r>
              <a:t/>
            </a:r>
            <a:endParaRPr b="1" sz="2400">
              <a:solidFill>
                <a:schemeClr val="lt1"/>
              </a:solidFill>
              <a:latin typeface="Barlow Medium"/>
              <a:ea typeface="Barlow Medium"/>
              <a:cs typeface="Barlow Medium"/>
              <a:sym typeface="Barlow Medium"/>
            </a:endParaRPr>
          </a:p>
        </p:txBody>
      </p:sp>
      <p:sp>
        <p:nvSpPr>
          <p:cNvPr id="2920" name="Google Shape;2920;p1"/>
          <p:cNvSpPr txBox="1"/>
          <p:nvPr/>
        </p:nvSpPr>
        <p:spPr>
          <a:xfrm>
            <a:off x="436106" y="5316732"/>
            <a:ext cx="7031620" cy="3371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Barlow Medium"/>
                <a:ea typeface="Barlow Medium"/>
                <a:cs typeface="Barlow Medium"/>
                <a:sym typeface="Barlow Medium"/>
              </a:rPr>
              <a:t>Module 2:  Mengidentifikasikan Customer </a:t>
            </a:r>
            <a:endParaRPr sz="1600">
              <a:solidFill>
                <a:schemeClr val="lt1"/>
              </a:solidFill>
              <a:latin typeface="Barlow Medium"/>
              <a:ea typeface="Barlow Medium"/>
              <a:cs typeface="Barlow Medium"/>
              <a:sym typeface="Barlow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4" name="Shape 2924"/>
        <p:cNvGrpSpPr/>
        <p:nvPr/>
      </p:nvGrpSpPr>
      <p:grpSpPr>
        <a:xfrm>
          <a:off x="0" y="0"/>
          <a:ext cx="0" cy="0"/>
          <a:chOff x="0" y="0"/>
          <a:chExt cx="0" cy="0"/>
        </a:xfrm>
      </p:grpSpPr>
      <p:sp>
        <p:nvSpPr>
          <p:cNvPr id="2925" name="Google Shape;2925;p2"/>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latin typeface="Barlow Medium"/>
                <a:ea typeface="Barlow Medium"/>
                <a:cs typeface="Barlow Medium"/>
                <a:sym typeface="Barlow Medium"/>
              </a:rPr>
              <a:t>SESI </a:t>
            </a:r>
            <a:br>
              <a:rPr lang="en-US">
                <a:latin typeface="Barlow Medium"/>
                <a:ea typeface="Barlow Medium"/>
                <a:cs typeface="Barlow Medium"/>
                <a:sym typeface="Barlow Medium"/>
              </a:rPr>
            </a:br>
            <a:r>
              <a:rPr lang="en-US">
                <a:latin typeface="Barlow Medium"/>
                <a:ea typeface="Barlow Medium"/>
                <a:cs typeface="Barlow Medium"/>
                <a:sym typeface="Barlow Medium"/>
              </a:rPr>
              <a:t>KULIAH INTERAKTIF </a:t>
            </a:r>
            <a:endParaRPr>
              <a:latin typeface="Barlow Medium"/>
              <a:ea typeface="Barlow Medium"/>
              <a:cs typeface="Barlow Medium"/>
              <a:sym typeface="Barlow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30" name="Shape 2930"/>
        <p:cNvGrpSpPr/>
        <p:nvPr/>
      </p:nvGrpSpPr>
      <p:grpSpPr>
        <a:xfrm>
          <a:off x="0" y="0"/>
          <a:ext cx="0" cy="0"/>
          <a:chOff x="0" y="0"/>
          <a:chExt cx="0" cy="0"/>
        </a:xfrm>
      </p:grpSpPr>
      <p:sp>
        <p:nvSpPr>
          <p:cNvPr id="2931" name="Google Shape;2931;p3"/>
          <p:cNvSpPr txBox="1"/>
          <p:nvPr>
            <p:ph idx="1" type="subTitle"/>
          </p:nvPr>
        </p:nvSpPr>
        <p:spPr>
          <a:xfrm>
            <a:off x="278925" y="830696"/>
            <a:ext cx="11634149" cy="829945"/>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dk1"/>
              </a:buClr>
              <a:buSzPts val="2400"/>
              <a:buNone/>
            </a:pPr>
            <a:r>
              <a:rPr lang="en-US">
                <a:solidFill>
                  <a:schemeClr val="dk1"/>
                </a:solidFill>
                <a:latin typeface="Barlow Medium"/>
                <a:ea typeface="Barlow Medium"/>
                <a:cs typeface="Barlow Medium"/>
                <a:sym typeface="Barlow Medium"/>
              </a:rPr>
              <a:t>Q 1  Apa yang dimaksud Customer Segment?</a:t>
            </a:r>
            <a:endParaRPr>
              <a:latin typeface="Barlow Medium"/>
              <a:ea typeface="Barlow Medium"/>
              <a:cs typeface="Barlow Medium"/>
              <a:sym typeface="Barlow Medium"/>
            </a:endParaRPr>
          </a:p>
          <a:p>
            <a:pPr indent="0" lvl="0" marL="0" rtl="0" algn="r">
              <a:lnSpc>
                <a:spcPct val="100000"/>
              </a:lnSpc>
              <a:spcBef>
                <a:spcPts val="0"/>
              </a:spcBef>
              <a:spcAft>
                <a:spcPts val="0"/>
              </a:spcAft>
              <a:buClr>
                <a:schemeClr val="accent1"/>
              </a:buClr>
              <a:buSzPts val="2400"/>
              <a:buNone/>
            </a:pPr>
            <a:r>
              <a:t/>
            </a:r>
            <a:endParaRPr/>
          </a:p>
        </p:txBody>
      </p:sp>
      <p:sp>
        <p:nvSpPr>
          <p:cNvPr id="2932" name="Google Shape;2932;p3"/>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33" name="Google Shape;2933;p3"/>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34" name="Google Shape;2934;p3"/>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35" name="Google Shape;2935;p3"/>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36" name="Google Shape;2936;p3"/>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Recap Quiz</a:t>
            </a:r>
            <a:endParaRPr/>
          </a:p>
        </p:txBody>
      </p:sp>
      <p:sp>
        <p:nvSpPr>
          <p:cNvPr id="2937" name="Google Shape;2937;p3"/>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2938" name="Google Shape;2938;p3"/>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39" name="Google Shape;2939;p3"/>
          <p:cNvGraphicFramePr/>
          <p:nvPr/>
        </p:nvGraphicFramePr>
        <p:xfrm>
          <a:off x="1074718" y="3742884"/>
          <a:ext cx="3000000" cy="3000000"/>
        </p:xfrm>
        <a:graphic>
          <a:graphicData uri="http://schemas.openxmlformats.org/drawingml/2006/table">
            <a:tbl>
              <a:tblPr>
                <a:noFill/>
                <a:tableStyleId>{22474438-E7FA-40A7-8C3D-13B82400A8D1}</a:tableStyleId>
              </a:tblPr>
              <a:tblGrid>
                <a:gridCol w="1746875"/>
              </a:tblGrid>
              <a:tr h="1015825">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Sekelompok bisnis yang membeli produk</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40" name="Google Shape;2940;p3"/>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41" name="Google Shape;2941;p3"/>
          <p:cNvGraphicFramePr/>
          <p:nvPr/>
        </p:nvGraphicFramePr>
        <p:xfrm>
          <a:off x="3703320" y="3618230"/>
          <a:ext cx="3000000" cy="3000000"/>
        </p:xfrm>
        <a:graphic>
          <a:graphicData uri="http://schemas.openxmlformats.org/drawingml/2006/table">
            <a:tbl>
              <a:tblPr>
                <a:noFill/>
                <a:tableStyleId>{22474438-E7FA-40A7-8C3D-13B82400A8D1}</a:tableStyleId>
              </a:tblPr>
              <a:tblGrid>
                <a:gridCol w="2096775"/>
              </a:tblGrid>
              <a:tr h="1446325">
                <a:tc>
                  <a:txBody>
                    <a:bodyPr/>
                    <a:lstStyle/>
                    <a:p>
                      <a:pPr indent="0" lvl="0" marL="0" marR="0" rtl="0" algn="l">
                        <a:spcBef>
                          <a:spcPts val="0"/>
                        </a:spcBef>
                        <a:spcAft>
                          <a:spcPts val="0"/>
                        </a:spcAft>
                        <a:buNone/>
                      </a:pPr>
                      <a:r>
                        <a:rPr lang="en-US" sz="1800">
                          <a:latin typeface="Barlow"/>
                          <a:ea typeface="Barlow"/>
                          <a:cs typeface="Barlow"/>
                          <a:sym typeface="Barlow"/>
                        </a:rPr>
                        <a:t>Sekelompok orang atau entitas yang berbeda yang memiliki sifat dan kebutuhan yang sama</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42" name="Google Shape;2942;p3"/>
          <p:cNvSpPr/>
          <p:nvPr/>
        </p:nvSpPr>
        <p:spPr>
          <a:xfrm>
            <a:off x="838200" y="4358640"/>
            <a:ext cx="2682875" cy="3683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43" name="Google Shape;2943;p3"/>
          <p:cNvGraphicFramePr/>
          <p:nvPr/>
        </p:nvGraphicFramePr>
        <p:xfrm>
          <a:off x="6343650" y="3569335"/>
          <a:ext cx="3000000" cy="3000000"/>
        </p:xfrm>
        <a:graphic>
          <a:graphicData uri="http://schemas.openxmlformats.org/drawingml/2006/table">
            <a:tbl>
              <a:tblPr>
                <a:noFill/>
                <a:tableStyleId>{22474438-E7FA-40A7-8C3D-13B82400A8D1}</a:tableStyleId>
              </a:tblPr>
              <a:tblGrid>
                <a:gridCol w="2206000"/>
              </a:tblGrid>
              <a:tr h="1371250">
                <a:tc>
                  <a:txBody>
                    <a:bodyPr/>
                    <a:lstStyle/>
                    <a:p>
                      <a:pPr indent="0" lvl="0" marL="0" marR="0" rtl="0" algn="l">
                        <a:spcBef>
                          <a:spcPts val="0"/>
                        </a:spcBef>
                        <a:spcAft>
                          <a:spcPts val="0"/>
                        </a:spcAft>
                        <a:buNone/>
                      </a:pPr>
                      <a:r>
                        <a:rPr lang="en-US" sz="1800">
                          <a:latin typeface="Barlow"/>
                          <a:ea typeface="Barlow"/>
                          <a:cs typeface="Barlow"/>
                          <a:sym typeface="Barlow"/>
                        </a:rPr>
                        <a:t>Strategi penjualan khusus yang dipakai oleh beberapa perusahaan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44" name="Google Shape;2944;p3"/>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45" name="Google Shape;2945;p3"/>
          <p:cNvGraphicFramePr/>
          <p:nvPr/>
        </p:nvGraphicFramePr>
        <p:xfrm>
          <a:off x="8949298" y="3617953"/>
          <a:ext cx="3000000" cy="3000000"/>
        </p:xfrm>
        <a:graphic>
          <a:graphicData uri="http://schemas.openxmlformats.org/drawingml/2006/table">
            <a:tbl>
              <a:tblPr>
                <a:noFill/>
                <a:tableStyleId>{22474438-E7FA-40A7-8C3D-13B82400A8D1}</a:tableStyleId>
              </a:tblPr>
              <a:tblGrid>
                <a:gridCol w="1854075"/>
              </a:tblGrid>
              <a:tr h="1319350">
                <a:tc>
                  <a:txBody>
                    <a:bodyPr/>
                    <a:lstStyle/>
                    <a:p>
                      <a:pPr indent="0" lvl="0" marL="0" marR="0" rtl="0" algn="l">
                        <a:spcBef>
                          <a:spcPts val="0"/>
                        </a:spcBef>
                        <a:spcAft>
                          <a:spcPts val="0"/>
                        </a:spcAft>
                        <a:buNone/>
                      </a:pPr>
                      <a:r>
                        <a:rPr lang="en-US" sz="1800">
                          <a:latin typeface="Barlow"/>
                          <a:ea typeface="Barlow"/>
                          <a:cs typeface="Barlow"/>
                          <a:sym typeface="Barlow"/>
                        </a:rPr>
                        <a:t>Salah satu jenis metodologi Market research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46" name="Google Shape;2946;p3"/>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1" name="Shape 2951"/>
        <p:cNvGrpSpPr/>
        <p:nvPr/>
      </p:nvGrpSpPr>
      <p:grpSpPr>
        <a:xfrm>
          <a:off x="0" y="0"/>
          <a:ext cx="0" cy="0"/>
          <a:chOff x="0" y="0"/>
          <a:chExt cx="0" cy="0"/>
        </a:xfrm>
      </p:grpSpPr>
      <p:sp>
        <p:nvSpPr>
          <p:cNvPr id="2952" name="Google Shape;2952;p4"/>
          <p:cNvSpPr txBox="1"/>
          <p:nvPr>
            <p:ph idx="1" type="subTitle"/>
          </p:nvPr>
        </p:nvSpPr>
        <p:spPr>
          <a:xfrm>
            <a:off x="278925" y="939298"/>
            <a:ext cx="11634149" cy="398780"/>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accent1"/>
              </a:buClr>
              <a:buSzPts val="2000"/>
              <a:buNone/>
            </a:pPr>
            <a:r>
              <a:rPr lang="en-US" sz="2000"/>
              <a:t>Q 2  Bagaimana Transaksi  "B2B" dapat berbeda dari Type Transaksi yang lain ?</a:t>
            </a:r>
            <a:endParaRPr sz="2000"/>
          </a:p>
        </p:txBody>
      </p:sp>
      <p:sp>
        <p:nvSpPr>
          <p:cNvPr id="2953" name="Google Shape;2953;p4"/>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54" name="Google Shape;2954;p4"/>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55" name="Google Shape;2955;p4"/>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56" name="Google Shape;2956;p4"/>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57" name="Google Shape;2957;p4"/>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Recap Quiz</a:t>
            </a:r>
            <a:endParaRPr/>
          </a:p>
        </p:txBody>
      </p:sp>
      <p:sp>
        <p:nvSpPr>
          <p:cNvPr id="2958" name="Google Shape;2958;p4"/>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2959" name="Google Shape;2959;p4"/>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60" name="Google Shape;2960;p4"/>
          <p:cNvGraphicFramePr/>
          <p:nvPr/>
        </p:nvGraphicFramePr>
        <p:xfrm>
          <a:off x="1087120" y="3731895"/>
          <a:ext cx="3000000" cy="3000000"/>
        </p:xfrm>
        <a:graphic>
          <a:graphicData uri="http://schemas.openxmlformats.org/drawingml/2006/table">
            <a:tbl>
              <a:tblPr>
                <a:noFill/>
                <a:tableStyleId>{22474438-E7FA-40A7-8C3D-13B82400A8D1}</a:tableStyleId>
              </a:tblPr>
              <a:tblGrid>
                <a:gridCol w="1668150"/>
              </a:tblGrid>
              <a:tr h="1015825">
                <a:tc>
                  <a:txBody>
                    <a:bodyPr/>
                    <a:lstStyle/>
                    <a:p>
                      <a:pPr indent="0" lvl="0" marL="0" marR="0" rtl="0" algn="l">
                        <a:lnSpc>
                          <a:spcPct val="100000"/>
                        </a:lnSpc>
                        <a:spcBef>
                          <a:spcPts val="0"/>
                        </a:spcBef>
                        <a:spcAft>
                          <a:spcPts val="0"/>
                        </a:spcAft>
                        <a:buClr>
                          <a:schemeClr val="dk1"/>
                        </a:buClr>
                        <a:buSzPts val="1800"/>
                        <a:buFont typeface="Barlow"/>
                        <a:buNone/>
                      </a:pPr>
                      <a:r>
                        <a:rPr lang="en-US" sz="1800">
                          <a:latin typeface="Barlow"/>
                          <a:ea typeface="Barlow"/>
                          <a:cs typeface="Barlow"/>
                          <a:sym typeface="Barlow"/>
                        </a:rPr>
                        <a:t>melibatkan  penjualan produk langsung ke customer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61" name="Google Shape;2961;p4"/>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62" name="Google Shape;2962;p4"/>
          <p:cNvGraphicFramePr/>
          <p:nvPr/>
        </p:nvGraphicFramePr>
        <p:xfrm>
          <a:off x="3929743" y="3611650"/>
          <a:ext cx="3000000" cy="3000000"/>
        </p:xfrm>
        <a:graphic>
          <a:graphicData uri="http://schemas.openxmlformats.org/drawingml/2006/table">
            <a:tbl>
              <a:tblPr>
                <a:noFill/>
                <a:tableStyleId>{22474438-E7FA-40A7-8C3D-13B82400A8D1}</a:tableStyleId>
              </a:tblPr>
              <a:tblGrid>
                <a:gridCol w="1903425"/>
              </a:tblGrid>
              <a:tr h="1446325">
                <a:tc>
                  <a:txBody>
                    <a:bodyPr/>
                    <a:lstStyle/>
                    <a:p>
                      <a:pPr indent="0" lvl="0" marL="0" marR="0" rtl="0" algn="l">
                        <a:spcBef>
                          <a:spcPts val="0"/>
                        </a:spcBef>
                        <a:spcAft>
                          <a:spcPts val="0"/>
                        </a:spcAft>
                        <a:buNone/>
                      </a:pPr>
                      <a:r>
                        <a:rPr lang="en-US" sz="1800">
                          <a:latin typeface="Barlow"/>
                          <a:ea typeface="Barlow"/>
                          <a:cs typeface="Barlow"/>
                          <a:sym typeface="Barlow"/>
                        </a:rPr>
                        <a:t>Fokus pada transaksi antar bisnis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63" name="Google Shape;2963;p4"/>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64" name="Google Shape;2964;p4"/>
          <p:cNvGraphicFramePr/>
          <p:nvPr/>
        </p:nvGraphicFramePr>
        <p:xfrm>
          <a:off x="6468745" y="3859530"/>
          <a:ext cx="3000000" cy="3000000"/>
        </p:xfrm>
        <a:graphic>
          <a:graphicData uri="http://schemas.openxmlformats.org/drawingml/2006/table">
            <a:tbl>
              <a:tblPr>
                <a:noFill/>
                <a:tableStyleId>{22474438-E7FA-40A7-8C3D-13B82400A8D1}</a:tableStyleId>
              </a:tblPr>
              <a:tblGrid>
                <a:gridCol w="2004050"/>
              </a:tblGrid>
              <a:tr h="1371250">
                <a:tc>
                  <a:txBody>
                    <a:bodyPr/>
                    <a:lstStyle/>
                    <a:p>
                      <a:pPr indent="0" lvl="0" marL="0" marR="0" rtl="0" algn="l">
                        <a:spcBef>
                          <a:spcPts val="0"/>
                        </a:spcBef>
                        <a:spcAft>
                          <a:spcPts val="0"/>
                        </a:spcAft>
                        <a:buNone/>
                      </a:pPr>
                      <a:r>
                        <a:rPr lang="en-US" sz="1800">
                          <a:latin typeface="Barlow"/>
                          <a:ea typeface="Barlow"/>
                          <a:cs typeface="Barlow"/>
                          <a:sym typeface="Barlow"/>
                        </a:rPr>
                        <a:t>melibatkan transaksi komersial dengan entitas pemerintah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65" name="Google Shape;2965;p4"/>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66" name="Google Shape;2966;p4"/>
          <p:cNvGraphicFramePr/>
          <p:nvPr/>
        </p:nvGraphicFramePr>
        <p:xfrm>
          <a:off x="9126855" y="3731895"/>
          <a:ext cx="3000000" cy="3000000"/>
        </p:xfrm>
        <a:graphic>
          <a:graphicData uri="http://schemas.openxmlformats.org/drawingml/2006/table">
            <a:tbl>
              <a:tblPr>
                <a:noFill/>
                <a:tableStyleId>{22474438-E7FA-40A7-8C3D-13B82400A8D1}</a:tableStyleId>
              </a:tblPr>
              <a:tblGrid>
                <a:gridCol w="1937375"/>
              </a:tblGrid>
              <a:tr h="1535175">
                <a:tc>
                  <a:txBody>
                    <a:bodyPr/>
                    <a:lstStyle/>
                    <a:p>
                      <a:pPr indent="0" lvl="0" marL="0" marR="0" rtl="0" algn="l">
                        <a:spcBef>
                          <a:spcPts val="0"/>
                        </a:spcBef>
                        <a:spcAft>
                          <a:spcPts val="0"/>
                        </a:spcAft>
                        <a:buNone/>
                      </a:pPr>
                      <a:r>
                        <a:rPr lang="en-US" sz="1800">
                          <a:latin typeface="Barlow"/>
                          <a:ea typeface="Barlow"/>
                          <a:cs typeface="Barlow"/>
                          <a:sym typeface="Barlow"/>
                        </a:rPr>
                        <a:t>targetnya adalah kebutuhan dan kesukaan customer individu</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67" name="Google Shape;2967;p4"/>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2" name="Shape 2972"/>
        <p:cNvGrpSpPr/>
        <p:nvPr/>
      </p:nvGrpSpPr>
      <p:grpSpPr>
        <a:xfrm>
          <a:off x="0" y="0"/>
          <a:ext cx="0" cy="0"/>
          <a:chOff x="0" y="0"/>
          <a:chExt cx="0" cy="0"/>
        </a:xfrm>
      </p:grpSpPr>
      <p:sp>
        <p:nvSpPr>
          <p:cNvPr id="2973" name="Google Shape;2973;p5"/>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74" name="Google Shape;2974;p5"/>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75" name="Google Shape;2975;p5"/>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76" name="Google Shape;2976;p5"/>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77" name="Google Shape;2977;p5"/>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Recap Quiz</a:t>
            </a:r>
            <a:endParaRPr/>
          </a:p>
        </p:txBody>
      </p:sp>
      <p:sp>
        <p:nvSpPr>
          <p:cNvPr id="2978" name="Google Shape;2978;p5"/>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2979" name="Google Shape;2979;p5"/>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80" name="Google Shape;2980;p5"/>
          <p:cNvGraphicFramePr/>
          <p:nvPr/>
        </p:nvGraphicFramePr>
        <p:xfrm>
          <a:off x="889326" y="3846472"/>
          <a:ext cx="3000000" cy="3000000"/>
        </p:xfrm>
        <a:graphic>
          <a:graphicData uri="http://schemas.openxmlformats.org/drawingml/2006/table">
            <a:tbl>
              <a:tblPr>
                <a:noFill/>
                <a:tableStyleId>{22474438-E7FA-40A7-8C3D-13B82400A8D1}</a:tableStyleId>
              </a:tblPr>
              <a:tblGrid>
                <a:gridCol w="1903400"/>
              </a:tblGrid>
              <a:tr h="1015825">
                <a:tc>
                  <a:txBody>
                    <a:bodyPr/>
                    <a:lstStyle/>
                    <a:p>
                      <a:pPr indent="0" lvl="0" marL="0" marR="0" rtl="0" algn="l">
                        <a:lnSpc>
                          <a:spcPct val="100000"/>
                        </a:lnSpc>
                        <a:spcBef>
                          <a:spcPts val="0"/>
                        </a:spcBef>
                        <a:spcAft>
                          <a:spcPts val="0"/>
                        </a:spcAft>
                        <a:buClr>
                          <a:schemeClr val="dk1"/>
                        </a:buClr>
                        <a:buSzPts val="1800"/>
                        <a:buFont typeface="Barlow"/>
                        <a:buNone/>
                      </a:pPr>
                      <a:r>
                        <a:rPr lang="en-US" sz="1800">
                          <a:latin typeface="Barlow"/>
                          <a:ea typeface="Barlow"/>
                          <a:cs typeface="Barlow"/>
                          <a:sym typeface="Barlow"/>
                        </a:rPr>
                        <a:t>The Software Developer</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2981" name="Google Shape;2981;p5"/>
          <p:cNvGraphicFramePr/>
          <p:nvPr/>
        </p:nvGraphicFramePr>
        <p:xfrm>
          <a:off x="3819956" y="3498659"/>
          <a:ext cx="3000000" cy="3000000"/>
        </p:xfrm>
        <a:graphic>
          <a:graphicData uri="http://schemas.openxmlformats.org/drawingml/2006/table">
            <a:tbl>
              <a:tblPr>
                <a:noFill/>
                <a:tableStyleId>{22474438-E7FA-40A7-8C3D-13B82400A8D1}</a:tableStyleId>
              </a:tblPr>
              <a:tblGrid>
                <a:gridCol w="1903425"/>
              </a:tblGrid>
              <a:tr h="1446325">
                <a:tc>
                  <a:txBody>
                    <a:bodyPr/>
                    <a:lstStyle/>
                    <a:p>
                      <a:pPr indent="0" lvl="0" marL="0" marR="0" rtl="0" algn="l">
                        <a:spcBef>
                          <a:spcPts val="0"/>
                        </a:spcBef>
                        <a:spcAft>
                          <a:spcPts val="0"/>
                        </a:spcAft>
                        <a:buNone/>
                      </a:pPr>
                      <a:r>
                        <a:rPr lang="en-US" sz="1800">
                          <a:latin typeface="Barlow"/>
                          <a:ea typeface="Barlow"/>
                          <a:cs typeface="Barlow"/>
                          <a:sym typeface="Barlow"/>
                        </a:rPr>
                        <a:t>The Company</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82" name="Google Shape;2982;p5"/>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83" name="Google Shape;2983;p5"/>
          <p:cNvGraphicFramePr/>
          <p:nvPr/>
        </p:nvGraphicFramePr>
        <p:xfrm>
          <a:off x="6487297" y="3569372"/>
          <a:ext cx="3000000" cy="3000000"/>
        </p:xfrm>
        <a:graphic>
          <a:graphicData uri="http://schemas.openxmlformats.org/drawingml/2006/table">
            <a:tbl>
              <a:tblPr>
                <a:noFill/>
                <a:tableStyleId>{22474438-E7FA-40A7-8C3D-13B82400A8D1}</a:tableStyleId>
              </a:tblPr>
              <a:tblGrid>
                <a:gridCol w="2447925"/>
              </a:tblGrid>
              <a:tr h="1371250">
                <a:tc>
                  <a:txBody>
                    <a:bodyPr/>
                    <a:lstStyle/>
                    <a:p>
                      <a:pPr indent="0" lvl="0" marL="0" marR="0" rtl="0" algn="l">
                        <a:spcBef>
                          <a:spcPts val="0"/>
                        </a:spcBef>
                        <a:spcAft>
                          <a:spcPts val="0"/>
                        </a:spcAft>
                        <a:buNone/>
                      </a:pPr>
                      <a:r>
                        <a:rPr lang="en-US" sz="1800">
                          <a:latin typeface="Barlow"/>
                          <a:ea typeface="Barlow"/>
                          <a:cs typeface="Barlow"/>
                          <a:sym typeface="Barlow"/>
                        </a:rPr>
                        <a:t>The Employees</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84" name="Google Shape;2984;p5"/>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985" name="Google Shape;2985;p5"/>
          <p:cNvGraphicFramePr/>
          <p:nvPr/>
        </p:nvGraphicFramePr>
        <p:xfrm>
          <a:off x="9232144" y="3742884"/>
          <a:ext cx="3000000" cy="3000000"/>
        </p:xfrm>
        <a:graphic>
          <a:graphicData uri="http://schemas.openxmlformats.org/drawingml/2006/table">
            <a:tbl>
              <a:tblPr>
                <a:noFill/>
                <a:tableStyleId>{22474438-E7FA-40A7-8C3D-13B82400A8D1}</a:tableStyleId>
              </a:tblPr>
              <a:tblGrid>
                <a:gridCol w="1854075"/>
              </a:tblGrid>
              <a:tr h="1319350">
                <a:tc>
                  <a:txBody>
                    <a:bodyPr/>
                    <a:lstStyle/>
                    <a:p>
                      <a:pPr indent="0" lvl="0" marL="0" marR="0" rtl="0" algn="l">
                        <a:spcBef>
                          <a:spcPts val="0"/>
                        </a:spcBef>
                        <a:spcAft>
                          <a:spcPts val="0"/>
                        </a:spcAft>
                        <a:buNone/>
                      </a:pPr>
                      <a:r>
                        <a:rPr lang="en-US" sz="1800">
                          <a:latin typeface="Barlow"/>
                          <a:ea typeface="Barlow"/>
                          <a:cs typeface="Barlow"/>
                          <a:sym typeface="Barlow"/>
                        </a:rPr>
                        <a:t>The IT Department</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86" name="Google Shape;2986;p5"/>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7" name="Google Shape;2987;p5"/>
          <p:cNvSpPr txBox="1"/>
          <p:nvPr/>
        </p:nvSpPr>
        <p:spPr>
          <a:xfrm>
            <a:off x="-1339702" y="6858000"/>
            <a:ext cx="13705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Ans: Psychographics</a:t>
            </a:r>
            <a:endParaRPr sz="1800">
              <a:solidFill>
                <a:schemeClr val="dk1"/>
              </a:solidFill>
              <a:latin typeface="Arial"/>
              <a:ea typeface="Arial"/>
              <a:cs typeface="Arial"/>
              <a:sym typeface="Arial"/>
            </a:endParaRPr>
          </a:p>
        </p:txBody>
      </p:sp>
      <p:sp>
        <p:nvSpPr>
          <p:cNvPr id="2988" name="Google Shape;2988;p5"/>
          <p:cNvSpPr txBox="1"/>
          <p:nvPr>
            <p:ph idx="1" type="subTitle"/>
          </p:nvPr>
        </p:nvSpPr>
        <p:spPr>
          <a:xfrm>
            <a:off x="278925" y="846703"/>
            <a:ext cx="11634149" cy="706755"/>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accent1"/>
              </a:buClr>
              <a:buSzPts val="2000"/>
              <a:buNone/>
            </a:pPr>
            <a:r>
              <a:rPr lang="en-US" sz="2000"/>
              <a:t>Q.3. Siapakah “Customer” bila pembeli sofware adalah perusahaan untuk dipakai karyawannya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3" name="Shape 2993"/>
        <p:cNvGrpSpPr/>
        <p:nvPr/>
      </p:nvGrpSpPr>
      <p:grpSpPr>
        <a:xfrm>
          <a:off x="0" y="0"/>
          <a:ext cx="0" cy="0"/>
          <a:chOff x="0" y="0"/>
          <a:chExt cx="0" cy="0"/>
        </a:xfrm>
      </p:grpSpPr>
      <p:sp>
        <p:nvSpPr>
          <p:cNvPr id="2994" name="Google Shape;2994;p6"/>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95" name="Google Shape;2995;p6"/>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96" name="Google Shape;2996;p6"/>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97" name="Google Shape;2997;p6"/>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98" name="Google Shape;2998;p6"/>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Platform Quiz</a:t>
            </a:r>
            <a:endParaRPr/>
          </a:p>
        </p:txBody>
      </p:sp>
      <p:sp>
        <p:nvSpPr>
          <p:cNvPr id="2999" name="Google Shape;2999;p6"/>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000" name="Google Shape;3000;p6"/>
          <p:cNvGraphicFramePr/>
          <p:nvPr/>
        </p:nvGraphicFramePr>
        <p:xfrm>
          <a:off x="1060450" y="3818255"/>
          <a:ext cx="3000000" cy="3000000"/>
        </p:xfrm>
        <a:graphic>
          <a:graphicData uri="http://schemas.openxmlformats.org/drawingml/2006/table">
            <a:tbl>
              <a:tblPr>
                <a:noFill/>
                <a:tableStyleId>{22474438-E7FA-40A7-8C3D-13B82400A8D1}</a:tableStyleId>
              </a:tblPr>
              <a:tblGrid>
                <a:gridCol w="2181850"/>
              </a:tblGrid>
              <a:tr h="1031375">
                <a:tc>
                  <a:txBody>
                    <a:bodyPr/>
                    <a:lstStyle/>
                    <a:p>
                      <a:pPr indent="0" lvl="0" marL="0" marR="0" rtl="0" algn="l">
                        <a:spcBef>
                          <a:spcPts val="0"/>
                        </a:spcBef>
                        <a:spcAft>
                          <a:spcPts val="0"/>
                        </a:spcAft>
                        <a:buNone/>
                      </a:pPr>
                      <a:r>
                        <a:rPr lang="en-US" sz="1800">
                          <a:latin typeface="Barlow"/>
                          <a:ea typeface="Barlow"/>
                          <a:cs typeface="Barlow"/>
                          <a:sym typeface="Barlow"/>
                        </a:rPr>
                        <a:t>Lesson 1 – Mengidentifikan Customer Segments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3001" name="Google Shape;3001;p6"/>
          <p:cNvGraphicFramePr/>
          <p:nvPr/>
        </p:nvGraphicFramePr>
        <p:xfrm>
          <a:off x="3827105" y="3707196"/>
          <a:ext cx="3000000" cy="3000000"/>
        </p:xfrm>
        <a:graphic>
          <a:graphicData uri="http://schemas.openxmlformats.org/drawingml/2006/table">
            <a:tbl>
              <a:tblPr>
                <a:noFill/>
                <a:tableStyleId>{22474438-E7FA-40A7-8C3D-13B82400A8D1}</a:tableStyleId>
              </a:tblPr>
              <a:tblGrid>
                <a:gridCol w="1903425"/>
              </a:tblGrid>
              <a:tr h="1410200">
                <a:tc>
                  <a:txBody>
                    <a:bodyPr/>
                    <a:lstStyle/>
                    <a:p>
                      <a:pPr indent="0" lvl="0" marL="0" marR="0" rtl="0" algn="l">
                        <a:spcBef>
                          <a:spcPts val="0"/>
                        </a:spcBef>
                        <a:spcAft>
                          <a:spcPts val="0"/>
                        </a:spcAft>
                        <a:buNone/>
                      </a:pPr>
                      <a:r>
                        <a:rPr lang="en-US" sz="1800">
                          <a:latin typeface="Barlow"/>
                          <a:ea typeface="Barlow"/>
                          <a:cs typeface="Barlow"/>
                          <a:sym typeface="Barlow"/>
                        </a:rPr>
                        <a:t>Lesson 2 – Assess JTBD untuk Customer Segment</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002" name="Google Shape;3002;p6"/>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003" name="Google Shape;3003;p6"/>
          <p:cNvGraphicFramePr/>
          <p:nvPr/>
        </p:nvGraphicFramePr>
        <p:xfrm>
          <a:off x="9028648" y="3441803"/>
          <a:ext cx="3000000" cy="3000000"/>
        </p:xfrm>
        <a:graphic>
          <a:graphicData uri="http://schemas.openxmlformats.org/drawingml/2006/table">
            <a:tbl>
              <a:tblPr>
                <a:noFill/>
                <a:tableStyleId>{22474438-E7FA-40A7-8C3D-13B82400A8D1}</a:tableStyleId>
              </a:tblPr>
              <a:tblGrid>
                <a:gridCol w="1678775"/>
              </a:tblGrid>
              <a:tr h="1941000">
                <a:tc>
                  <a:txBody>
                    <a:bodyPr/>
                    <a:lstStyle/>
                    <a:p>
                      <a:pPr indent="0" lvl="0" marL="0" marR="0" rtl="0" algn="l">
                        <a:spcBef>
                          <a:spcPts val="0"/>
                        </a:spcBef>
                        <a:spcAft>
                          <a:spcPts val="0"/>
                        </a:spcAft>
                        <a:buNone/>
                      </a:pPr>
                      <a:r>
                        <a:rPr lang="en-US" sz="1800">
                          <a:latin typeface="Barlow"/>
                          <a:ea typeface="Barlow"/>
                          <a:cs typeface="Barlow"/>
                          <a:sym typeface="Barlow"/>
                        </a:rPr>
                        <a:t>Lesson 4 – Memahami Customer Validation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004" name="Google Shape;3004;p6"/>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05" name="Google Shape;3005;p6"/>
          <p:cNvSpPr txBox="1"/>
          <p:nvPr/>
        </p:nvSpPr>
        <p:spPr>
          <a:xfrm>
            <a:off x="6414770" y="3865245"/>
            <a:ext cx="2226310" cy="1198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Lesson 3 – Mengembangkan  Customer Persona</a:t>
            </a:r>
            <a:endParaRPr sz="1800">
              <a:solidFill>
                <a:schemeClr val="dk1"/>
              </a:solidFill>
              <a:latin typeface="Arial"/>
              <a:ea typeface="Arial"/>
              <a:cs typeface="Arial"/>
              <a:sym typeface="Arial"/>
            </a:endParaRPr>
          </a:p>
        </p:txBody>
      </p:sp>
      <p:sp>
        <p:nvSpPr>
          <p:cNvPr id="3006" name="Google Shape;3006;p6"/>
          <p:cNvSpPr txBox="1"/>
          <p:nvPr>
            <p:ph idx="1" type="subTitle"/>
          </p:nvPr>
        </p:nvSpPr>
        <p:spPr>
          <a:xfrm>
            <a:off x="297712" y="718410"/>
            <a:ext cx="11621572" cy="707886"/>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dk1"/>
              </a:buClr>
              <a:buSzPts val="2000"/>
              <a:buNone/>
            </a:pPr>
            <a:r>
              <a:rPr lang="en-US" sz="2000">
                <a:solidFill>
                  <a:schemeClr val="dk1"/>
                </a:solidFill>
                <a:latin typeface="Barlow Medium"/>
                <a:ea typeface="Barlow Medium"/>
                <a:cs typeface="Barlow Medium"/>
                <a:sym typeface="Barlow Medium"/>
              </a:rPr>
              <a:t>Q. 4. Venture Journey Activity – "Prepare Customer Interview Scripts" -  is Part of Which Lesson of Module 2 on the  Platform?</a:t>
            </a:r>
            <a:endParaRPr sz="2000">
              <a:solidFill>
                <a:schemeClr val="dk1"/>
              </a:solidFill>
              <a:latin typeface="Barlow Medium"/>
              <a:ea typeface="Barlow Medium"/>
              <a:cs typeface="Barlow Medium"/>
              <a:sym typeface="Barlow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11" name="Shape 3011"/>
        <p:cNvGrpSpPr/>
        <p:nvPr/>
      </p:nvGrpSpPr>
      <p:grpSpPr>
        <a:xfrm>
          <a:off x="0" y="0"/>
          <a:ext cx="0" cy="0"/>
          <a:chOff x="0" y="0"/>
          <a:chExt cx="0" cy="0"/>
        </a:xfrm>
      </p:grpSpPr>
      <p:sp>
        <p:nvSpPr>
          <p:cNvPr id="3012" name="Google Shape;3012;p7"/>
          <p:cNvSpPr/>
          <p:nvPr/>
        </p:nvSpPr>
        <p:spPr>
          <a:xfrm>
            <a:off x="0" y="1592459"/>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013" name="Google Shape;3013;p7"/>
          <p:cNvSpPr txBox="1"/>
          <p:nvPr/>
        </p:nvSpPr>
        <p:spPr>
          <a:xfrm>
            <a:off x="1127005" y="2089047"/>
            <a:ext cx="34104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Customer Centricity</a:t>
            </a:r>
            <a:endParaRPr b="1" sz="2400">
              <a:solidFill>
                <a:schemeClr val="lt1"/>
              </a:solidFill>
              <a:latin typeface="Barlow SemiBold"/>
              <a:ea typeface="Barlow SemiBold"/>
              <a:cs typeface="Barlow SemiBold"/>
              <a:sym typeface="Barlow SemiBold"/>
            </a:endParaRPr>
          </a:p>
        </p:txBody>
      </p:sp>
      <p:sp>
        <p:nvSpPr>
          <p:cNvPr id="3014" name="Google Shape;3014;p7"/>
          <p:cNvSpPr txBox="1"/>
          <p:nvPr/>
        </p:nvSpPr>
        <p:spPr>
          <a:xfrm>
            <a:off x="4623365" y="1751902"/>
            <a:ext cx="6962391" cy="9220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800">
              <a:solidFill>
                <a:schemeClr val="dk1"/>
              </a:solidFill>
              <a:latin typeface="Arial"/>
              <a:ea typeface="Arial"/>
              <a:cs typeface="Arial"/>
              <a:sym typeface="Arial"/>
            </a:endParaRPr>
          </a:p>
          <a:p>
            <a:pPr indent="0" lvl="0" marL="0" marR="0" rtl="0" algn="just">
              <a:spcBef>
                <a:spcPts val="0"/>
              </a:spcBef>
              <a:spcAft>
                <a:spcPts val="0"/>
              </a:spcAft>
              <a:buNone/>
            </a:pPr>
            <a:r>
              <a:rPr lang="en-US" sz="1800">
                <a:solidFill>
                  <a:schemeClr val="dk1"/>
                </a:solidFill>
                <a:latin typeface="Arial"/>
                <a:ea typeface="Arial"/>
                <a:cs typeface="Arial"/>
                <a:sym typeface="Arial"/>
              </a:rPr>
              <a:t>Customer centricity imemprioritaskan kebutuhan  dan kepuasan customer dalam segala keputusan bisnis.</a:t>
            </a:r>
            <a:endParaRPr sz="1800">
              <a:solidFill>
                <a:schemeClr val="dk1"/>
              </a:solidFill>
              <a:latin typeface="Arial"/>
              <a:ea typeface="Arial"/>
              <a:cs typeface="Arial"/>
              <a:sym typeface="Arial"/>
            </a:endParaRPr>
          </a:p>
        </p:txBody>
      </p:sp>
      <p:sp>
        <p:nvSpPr>
          <p:cNvPr id="3015" name="Google Shape;3015;p7"/>
          <p:cNvSpPr txBox="1"/>
          <p:nvPr/>
        </p:nvSpPr>
        <p:spPr>
          <a:xfrm>
            <a:off x="1174667" y="3150613"/>
            <a:ext cx="308033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Market Segmentation</a:t>
            </a:r>
            <a:endParaRPr b="1" sz="2400">
              <a:solidFill>
                <a:schemeClr val="lt1"/>
              </a:solidFill>
              <a:latin typeface="Barlow SemiBold"/>
              <a:ea typeface="Barlow SemiBold"/>
              <a:cs typeface="Barlow SemiBold"/>
              <a:sym typeface="Barlow SemiBold"/>
            </a:endParaRPr>
          </a:p>
        </p:txBody>
      </p:sp>
      <p:sp>
        <p:nvSpPr>
          <p:cNvPr id="3016" name="Google Shape;3016;p7"/>
          <p:cNvSpPr txBox="1"/>
          <p:nvPr/>
        </p:nvSpPr>
        <p:spPr>
          <a:xfrm>
            <a:off x="4663366" y="3242945"/>
            <a:ext cx="6962392" cy="9220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Process membagi market menjadi beberapa grup customer  yang memiliki kebutuhan dan karakteristik sama </a:t>
            </a:r>
            <a:endParaRPr sz="1800">
              <a:solidFill>
                <a:schemeClr val="dk1"/>
              </a:solidFill>
              <a:latin typeface="Arial"/>
              <a:ea typeface="Arial"/>
              <a:cs typeface="Arial"/>
              <a:sym typeface="Arial"/>
            </a:endParaRPr>
          </a:p>
        </p:txBody>
      </p:sp>
      <p:sp>
        <p:nvSpPr>
          <p:cNvPr id="3017" name="Google Shape;3017;p7"/>
          <p:cNvSpPr txBox="1"/>
          <p:nvPr/>
        </p:nvSpPr>
        <p:spPr>
          <a:xfrm>
            <a:off x="1174105" y="4350403"/>
            <a:ext cx="343593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Differentiating Buyers &amp; Users </a:t>
            </a:r>
            <a:endParaRPr b="1" sz="2400">
              <a:solidFill>
                <a:schemeClr val="lt1"/>
              </a:solidFill>
              <a:latin typeface="Barlow SemiBold"/>
              <a:ea typeface="Barlow SemiBold"/>
              <a:cs typeface="Barlow SemiBold"/>
              <a:sym typeface="Barlow SemiBold"/>
            </a:endParaRPr>
          </a:p>
        </p:txBody>
      </p:sp>
      <p:sp>
        <p:nvSpPr>
          <p:cNvPr id="3018" name="Google Shape;3018;p7"/>
          <p:cNvSpPr txBox="1"/>
          <p:nvPr/>
        </p:nvSpPr>
        <p:spPr>
          <a:xfrm>
            <a:off x="4663366" y="4420934"/>
            <a:ext cx="6987912" cy="9220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Memahami perbedaan antara buyer dan user sangat penting dan krusial untuk menetapkan target dan product alignment lebih tepat</a:t>
            </a:r>
            <a:endParaRPr sz="1800">
              <a:solidFill>
                <a:schemeClr val="dk1"/>
              </a:solidFill>
              <a:latin typeface="Arial"/>
              <a:ea typeface="Arial"/>
              <a:cs typeface="Arial"/>
              <a:sym typeface="Arial"/>
            </a:endParaRPr>
          </a:p>
        </p:txBody>
      </p:sp>
      <p:sp>
        <p:nvSpPr>
          <p:cNvPr id="3019" name="Google Shape;3019;p7"/>
          <p:cNvSpPr txBox="1"/>
          <p:nvPr/>
        </p:nvSpPr>
        <p:spPr>
          <a:xfrm>
            <a:off x="1174386" y="5565258"/>
            <a:ext cx="308089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Types of Customer Segments</a:t>
            </a:r>
            <a:endParaRPr b="1" sz="2400">
              <a:solidFill>
                <a:schemeClr val="lt1"/>
              </a:solidFill>
              <a:latin typeface="Barlow SemiBold"/>
              <a:ea typeface="Barlow SemiBold"/>
              <a:cs typeface="Barlow SemiBold"/>
              <a:sym typeface="Barlow SemiBold"/>
            </a:endParaRPr>
          </a:p>
        </p:txBody>
      </p:sp>
      <p:sp>
        <p:nvSpPr>
          <p:cNvPr id="3020" name="Google Shape;3020;p7"/>
          <p:cNvSpPr txBox="1"/>
          <p:nvPr/>
        </p:nvSpPr>
        <p:spPr>
          <a:xfrm>
            <a:off x="4597278" y="5565258"/>
            <a:ext cx="6988478" cy="9220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Belajar tentang berbagai metode market segmentation dan berdasarkan kondisi customer maka pengusaha  bisa tahu siapa yang membayar dan menggunakan solusi kita. </a:t>
            </a:r>
            <a:endParaRPr sz="1800">
              <a:solidFill>
                <a:schemeClr val="dk1"/>
              </a:solidFill>
              <a:latin typeface="Arial"/>
              <a:ea typeface="Arial"/>
              <a:cs typeface="Arial"/>
              <a:sym typeface="Arial"/>
            </a:endParaRPr>
          </a:p>
        </p:txBody>
      </p:sp>
      <p:cxnSp>
        <p:nvCxnSpPr>
          <p:cNvPr id="3021" name="Google Shape;3021;p7"/>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022" name="Google Shape;3022;p7"/>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023" name="Google Shape;3023;p7"/>
          <p:cNvCxnSpPr/>
          <p:nvPr/>
        </p:nvCxnSpPr>
        <p:spPr>
          <a:xfrm>
            <a:off x="659897" y="5381814"/>
            <a:ext cx="3816409" cy="0"/>
          </a:xfrm>
          <a:prstGeom prst="straightConnector1">
            <a:avLst/>
          </a:prstGeom>
          <a:noFill/>
          <a:ln cap="flat" cmpd="sng" w="12700">
            <a:solidFill>
              <a:srgbClr val="BFBFBF"/>
            </a:solidFill>
            <a:prstDash val="solid"/>
            <a:miter lim="800000"/>
            <a:headEnd len="sm" w="sm" type="none"/>
            <a:tailEnd len="sm" w="sm" type="none"/>
          </a:ln>
        </p:spPr>
      </p:cxnSp>
      <p:cxnSp>
        <p:nvCxnSpPr>
          <p:cNvPr id="3024" name="Google Shape;3024;p7"/>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025" name="Google Shape;3025;p7"/>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026" name="Google Shape;3026;p7"/>
          <p:cNvCxnSpPr/>
          <p:nvPr/>
        </p:nvCxnSpPr>
        <p:spPr>
          <a:xfrm>
            <a:off x="4476306" y="5381814"/>
            <a:ext cx="6967138" cy="0"/>
          </a:xfrm>
          <a:prstGeom prst="straightConnector1">
            <a:avLst/>
          </a:prstGeom>
          <a:noFill/>
          <a:ln cap="flat" cmpd="sng" w="12700">
            <a:solidFill>
              <a:schemeClr val="accent1"/>
            </a:solidFill>
            <a:prstDash val="solid"/>
            <a:miter lim="800000"/>
            <a:headEnd len="sm" w="sm" type="none"/>
            <a:tailEnd len="sm" w="sm" type="none"/>
          </a:ln>
        </p:spPr>
      </p:cxnSp>
      <p:pic>
        <p:nvPicPr>
          <p:cNvPr descr="Flowchart with solid fill" id="3027" name="Google Shape;3027;p7"/>
          <p:cNvPicPr preferRelativeResize="0"/>
          <p:nvPr/>
        </p:nvPicPr>
        <p:blipFill rotWithShape="1">
          <a:blip r:embed="rId3">
            <a:alphaModFix/>
          </a:blip>
          <a:srcRect b="0" l="0" r="0" t="0"/>
          <a:stretch/>
        </p:blipFill>
        <p:spPr>
          <a:xfrm>
            <a:off x="613474" y="5758883"/>
            <a:ext cx="547870" cy="547870"/>
          </a:xfrm>
          <a:prstGeom prst="rect">
            <a:avLst/>
          </a:prstGeom>
          <a:noFill/>
          <a:ln>
            <a:noFill/>
          </a:ln>
        </p:spPr>
      </p:pic>
      <p:pic>
        <p:nvPicPr>
          <p:cNvPr descr="Target with solid fill" id="3028" name="Google Shape;3028;p7"/>
          <p:cNvPicPr preferRelativeResize="0"/>
          <p:nvPr/>
        </p:nvPicPr>
        <p:blipFill rotWithShape="1">
          <a:blip r:embed="rId4">
            <a:alphaModFix/>
          </a:blip>
          <a:srcRect b="0" l="0" r="0" t="0"/>
          <a:stretch/>
        </p:blipFill>
        <p:spPr>
          <a:xfrm>
            <a:off x="625348" y="2101447"/>
            <a:ext cx="479550" cy="479550"/>
          </a:xfrm>
          <a:prstGeom prst="rect">
            <a:avLst/>
          </a:prstGeom>
          <a:noFill/>
          <a:ln>
            <a:noFill/>
          </a:ln>
        </p:spPr>
      </p:pic>
      <p:pic>
        <p:nvPicPr>
          <p:cNvPr descr="Whole pizza with solid fill" id="3029" name="Google Shape;3029;p7"/>
          <p:cNvPicPr preferRelativeResize="0"/>
          <p:nvPr/>
        </p:nvPicPr>
        <p:blipFill rotWithShape="1">
          <a:blip r:embed="rId5">
            <a:alphaModFix/>
          </a:blip>
          <a:srcRect b="0" l="0" r="0" t="0"/>
          <a:stretch/>
        </p:blipFill>
        <p:spPr>
          <a:xfrm>
            <a:off x="625348" y="3319586"/>
            <a:ext cx="476643" cy="476643"/>
          </a:xfrm>
          <a:prstGeom prst="rect">
            <a:avLst/>
          </a:prstGeom>
          <a:noFill/>
          <a:ln>
            <a:noFill/>
          </a:ln>
        </p:spPr>
      </p:pic>
      <p:pic>
        <p:nvPicPr>
          <p:cNvPr descr="Target Audience with solid fill" id="3030" name="Google Shape;3030;p7"/>
          <p:cNvPicPr preferRelativeResize="0"/>
          <p:nvPr/>
        </p:nvPicPr>
        <p:blipFill rotWithShape="1">
          <a:blip r:embed="rId6">
            <a:alphaModFix/>
          </a:blip>
          <a:srcRect b="0" l="0" r="0" t="0"/>
          <a:stretch/>
        </p:blipFill>
        <p:spPr>
          <a:xfrm>
            <a:off x="573883" y="4519200"/>
            <a:ext cx="558252" cy="558252"/>
          </a:xfrm>
          <a:prstGeom prst="rect">
            <a:avLst/>
          </a:prstGeom>
          <a:noFill/>
          <a:ln>
            <a:noFill/>
          </a:ln>
        </p:spPr>
      </p:pic>
      <p:sp>
        <p:nvSpPr>
          <p:cNvPr id="3031" name="Google Shape;3031;p7"/>
          <p:cNvSpPr txBox="1"/>
          <p:nvPr/>
        </p:nvSpPr>
        <p:spPr>
          <a:xfrm>
            <a:off x="365266" y="627769"/>
            <a:ext cx="8489545" cy="48514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2"/>
              </a:buClr>
              <a:buSzPts val="3200"/>
              <a:buFont typeface="Barlow"/>
              <a:buNone/>
            </a:pPr>
            <a:r>
              <a:rPr b="1" lang="en-US" sz="3200">
                <a:solidFill>
                  <a:schemeClr val="dk2"/>
                </a:solidFill>
                <a:latin typeface="Barlow"/>
                <a:ea typeface="Barlow"/>
                <a:cs typeface="Barlow"/>
                <a:sym typeface="Barlow"/>
              </a:rPr>
              <a:t>Refleksi / Recap</a:t>
            </a:r>
            <a:endParaRPr sz="3200">
              <a:solidFill>
                <a:schemeClr val="dk1"/>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6" name="Shape 3036"/>
        <p:cNvGrpSpPr/>
        <p:nvPr/>
      </p:nvGrpSpPr>
      <p:grpSpPr>
        <a:xfrm>
          <a:off x="0" y="0"/>
          <a:ext cx="0" cy="0"/>
          <a:chOff x="0" y="0"/>
          <a:chExt cx="0" cy="0"/>
        </a:xfrm>
      </p:grpSpPr>
      <p:sp>
        <p:nvSpPr>
          <p:cNvPr id="3037" name="Google Shape;3037;p8"/>
          <p:cNvSpPr/>
          <p:nvPr/>
        </p:nvSpPr>
        <p:spPr>
          <a:xfrm>
            <a:off x="1012371" y="2661522"/>
            <a:ext cx="1640081" cy="1973095"/>
          </a:xfrm>
          <a:prstGeom prst="roundRect">
            <a:avLst>
              <a:gd fmla="val 16667" name="adj"/>
            </a:avLst>
          </a:prstGeom>
          <a:solidFill>
            <a:srgbClr val="D8D8D8"/>
          </a:solidFill>
          <a:ln cap="flat" cmpd="sng" w="19050">
            <a:solidFill>
              <a:srgbClr val="BF20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38" name="Google Shape;3038;p8"/>
          <p:cNvSpPr/>
          <p:nvPr/>
        </p:nvSpPr>
        <p:spPr>
          <a:xfrm>
            <a:off x="4576522" y="2693215"/>
            <a:ext cx="1771646" cy="1619581"/>
          </a:xfrm>
          <a:prstGeom prst="roundRect">
            <a:avLst>
              <a:gd fmla="val 3893"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1" i="0" sz="1800" u="none" cap="none" strike="noStrike">
              <a:solidFill>
                <a:srgbClr val="414041"/>
              </a:solidFill>
              <a:latin typeface="Barlow"/>
              <a:ea typeface="Barlow"/>
              <a:cs typeface="Barlow"/>
              <a:sym typeface="Barlow"/>
            </a:endParaRPr>
          </a:p>
        </p:txBody>
      </p:sp>
      <p:cxnSp>
        <p:nvCxnSpPr>
          <p:cNvPr id="3039" name="Google Shape;3039;p8"/>
          <p:cNvCxnSpPr/>
          <p:nvPr/>
        </p:nvCxnSpPr>
        <p:spPr>
          <a:xfrm flipH="1" rot="10800000">
            <a:off x="513794" y="1814768"/>
            <a:ext cx="10916505" cy="44930"/>
          </a:xfrm>
          <a:prstGeom prst="straightConnector1">
            <a:avLst/>
          </a:prstGeom>
          <a:noFill/>
          <a:ln cap="rnd" cmpd="sng" w="44450">
            <a:solidFill>
              <a:schemeClr val="accent1"/>
            </a:solidFill>
            <a:prstDash val="solid"/>
            <a:round/>
            <a:headEnd len="sm" w="sm" type="none"/>
            <a:tailEnd len="med" w="med" type="stealth"/>
          </a:ln>
        </p:spPr>
      </p:cxnSp>
      <p:cxnSp>
        <p:nvCxnSpPr>
          <p:cNvPr id="3040" name="Google Shape;3040;p8"/>
          <p:cNvCxnSpPr/>
          <p:nvPr/>
        </p:nvCxnSpPr>
        <p:spPr>
          <a:xfrm>
            <a:off x="86764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41" name="Google Shape;3041;p8"/>
          <p:cNvCxnSpPr/>
          <p:nvPr/>
        </p:nvCxnSpPr>
        <p:spPr>
          <a:xfrm>
            <a:off x="2682415"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42" name="Google Shape;3042;p8"/>
          <p:cNvCxnSpPr/>
          <p:nvPr/>
        </p:nvCxnSpPr>
        <p:spPr>
          <a:xfrm>
            <a:off x="449719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43" name="Google Shape;3043;p8"/>
          <p:cNvCxnSpPr/>
          <p:nvPr/>
        </p:nvCxnSpPr>
        <p:spPr>
          <a:xfrm>
            <a:off x="631196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44" name="Google Shape;3044;p8"/>
          <p:cNvCxnSpPr/>
          <p:nvPr/>
        </p:nvCxnSpPr>
        <p:spPr>
          <a:xfrm>
            <a:off x="8126741"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45" name="Google Shape;3045;p8"/>
          <p:cNvCxnSpPr/>
          <p:nvPr/>
        </p:nvCxnSpPr>
        <p:spPr>
          <a:xfrm>
            <a:off x="994151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46" name="Google Shape;3046;p8"/>
          <p:cNvCxnSpPr/>
          <p:nvPr/>
        </p:nvCxnSpPr>
        <p:spPr>
          <a:xfrm>
            <a:off x="17750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47" name="Google Shape;3047;p8"/>
          <p:cNvCxnSpPr/>
          <p:nvPr/>
        </p:nvCxnSpPr>
        <p:spPr>
          <a:xfrm>
            <a:off x="358980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48" name="Google Shape;3048;p8"/>
          <p:cNvCxnSpPr/>
          <p:nvPr/>
        </p:nvCxnSpPr>
        <p:spPr>
          <a:xfrm>
            <a:off x="540457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49" name="Google Shape;3049;p8"/>
          <p:cNvCxnSpPr/>
          <p:nvPr/>
        </p:nvCxnSpPr>
        <p:spPr>
          <a:xfrm>
            <a:off x="721935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50" name="Google Shape;3050;p8"/>
          <p:cNvCxnSpPr/>
          <p:nvPr/>
        </p:nvCxnSpPr>
        <p:spPr>
          <a:xfrm>
            <a:off x="90341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51" name="Google Shape;3051;p8"/>
          <p:cNvCxnSpPr/>
          <p:nvPr/>
        </p:nvCxnSpPr>
        <p:spPr>
          <a:xfrm>
            <a:off x="10848903" y="1721819"/>
            <a:ext cx="0" cy="868851"/>
          </a:xfrm>
          <a:prstGeom prst="straightConnector1">
            <a:avLst/>
          </a:prstGeom>
          <a:noFill/>
          <a:ln cap="flat" cmpd="sng" w="28575">
            <a:solidFill>
              <a:schemeClr val="accent1"/>
            </a:solidFill>
            <a:prstDash val="solid"/>
            <a:miter lim="800000"/>
            <a:headEnd len="med" w="med" type="oval"/>
            <a:tailEnd len="med" w="med" type="oval"/>
          </a:ln>
        </p:spPr>
      </p:cxnSp>
      <p:sp>
        <p:nvSpPr>
          <p:cNvPr id="3052" name="Google Shape;3052;p8"/>
          <p:cNvSpPr txBox="1"/>
          <p:nvPr/>
        </p:nvSpPr>
        <p:spPr>
          <a:xfrm>
            <a:off x="988375" y="2715635"/>
            <a:ext cx="1771650" cy="2092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Customer Identification</a:t>
            </a:r>
            <a:r>
              <a:rPr b="1" lang="en-US" sz="1100">
                <a:solidFill>
                  <a:srgbClr val="414042"/>
                </a:solidFill>
                <a:latin typeface="Barlow ExtraBold"/>
                <a:ea typeface="Barlow ExtraBold"/>
                <a:cs typeface="Barlow ExtraBold"/>
                <a:sym typeface="Barlow ExtraBold"/>
              </a:rPr>
              <a:t> &amp; Needs Validation</a:t>
            </a:r>
            <a:endParaRPr b="1" i="0" sz="1100" u="none" cap="none" strike="noStrike">
              <a:solidFill>
                <a:srgbClr val="414042"/>
              </a:solidFill>
              <a:latin typeface="Barlow ExtraBold"/>
              <a:ea typeface="Barlow ExtraBold"/>
              <a:cs typeface="Barlow ExtraBold"/>
              <a:sym typeface="Barlow ExtraBold"/>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chemeClr val="dk1"/>
                </a:solidFill>
                <a:latin typeface="Barlow"/>
                <a:ea typeface="Barlow"/>
                <a:cs typeface="Barlow"/>
                <a:sym typeface="Barlow"/>
              </a:rPr>
              <a:t>Identify customer segments</a:t>
            </a:r>
            <a:endParaRPr b="0" i="0" sz="1000" u="none" cap="none" strike="noStrike">
              <a:solidFill>
                <a:schemeClr val="dk1"/>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lang="en-US" sz="1000">
                <a:solidFill>
                  <a:schemeClr val="dk2"/>
                </a:solidFill>
                <a:latin typeface="Barlow"/>
                <a:ea typeface="Barlow"/>
                <a:cs typeface="Barlow"/>
                <a:sym typeface="Barlow"/>
              </a:rPr>
              <a:t>Assess</a:t>
            </a:r>
            <a:r>
              <a:rPr b="0" i="0" lang="en-US" sz="1000" u="none" cap="none" strike="noStrike">
                <a:solidFill>
                  <a:schemeClr val="dk2"/>
                </a:solidFill>
                <a:latin typeface="Barlow"/>
                <a:ea typeface="Barlow"/>
                <a:cs typeface="Barlow"/>
                <a:sym typeface="Barlow"/>
              </a:rPr>
              <a:t> ‘Jobs-to-be-done’</a:t>
            </a:r>
            <a:endParaRPr b="0" i="0" sz="1000" u="none" cap="none" strike="noStrike">
              <a:solidFill>
                <a:schemeClr val="dk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Develop Customer Personas</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Customer Validation </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Validate Customer-Problem fit</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Pivot / Refine Customer-Problem Fit</a:t>
            </a:r>
            <a:endParaRPr b="0" i="0" sz="1000" u="none" cap="none" strike="noStrike">
              <a:solidFill>
                <a:srgbClr val="414042"/>
              </a:solidFill>
              <a:latin typeface="Barlow"/>
              <a:ea typeface="Barlow"/>
              <a:cs typeface="Barlow"/>
              <a:sym typeface="Barlow"/>
            </a:endParaRPr>
          </a:p>
          <a:p>
            <a:pPr indent="-86360" lvl="0" marL="143510" marR="0" rtl="0" algn="l">
              <a:lnSpc>
                <a:spcPct val="100000"/>
              </a:lnSpc>
              <a:spcBef>
                <a:spcPts val="0"/>
              </a:spcBef>
              <a:spcAft>
                <a:spcPts val="0"/>
              </a:spcAft>
              <a:buClr>
                <a:srgbClr val="FFFFFF"/>
              </a:buClr>
              <a:buSzPts val="900"/>
              <a:buFont typeface="Arial"/>
              <a:buNone/>
            </a:pPr>
            <a:r>
              <a:t/>
            </a:r>
            <a:endParaRPr b="0" i="0" sz="900" u="none" cap="none" strike="noStrike">
              <a:solidFill>
                <a:srgbClr val="414042"/>
              </a:solidFill>
              <a:latin typeface="Barlow"/>
              <a:ea typeface="Barlow"/>
              <a:cs typeface="Barlow"/>
              <a:sym typeface="Barlow"/>
            </a:endParaRPr>
          </a:p>
        </p:txBody>
      </p:sp>
      <p:sp>
        <p:nvSpPr>
          <p:cNvPr id="3053" name="Google Shape;3053;p8"/>
          <p:cNvSpPr txBox="1"/>
          <p:nvPr/>
        </p:nvSpPr>
        <p:spPr>
          <a:xfrm>
            <a:off x="2189834" y="4777580"/>
            <a:ext cx="1608180"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Solution Idea</a:t>
            </a:r>
            <a:endParaRPr b="1" i="0" sz="1100" u="none" cap="none" strike="noStrike">
              <a:solidFill>
                <a:srgbClr val="414042"/>
              </a:solidFill>
              <a:latin typeface="Barlow ExtraBold"/>
              <a:ea typeface="Barlow ExtraBold"/>
              <a:cs typeface="Barlow ExtraBold"/>
              <a:sym typeface="Barlow ExtraBold"/>
            </a:endParaRPr>
          </a:p>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Generation</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Examine Ideation Techniques</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Generate solution ideas </a:t>
            </a:r>
            <a:endParaRPr b="0" i="0" sz="1000" u="none" cap="none" strike="noStrike">
              <a:solidFill>
                <a:srgbClr val="414042"/>
              </a:solidFill>
              <a:latin typeface="Barlow"/>
              <a:ea typeface="Barlow"/>
              <a:cs typeface="Barlow"/>
              <a:sym typeface="Barlow"/>
            </a:endParaRPr>
          </a:p>
          <a:p>
            <a:pPr indent="0" lvl="0" marL="0" marR="0" rtl="0" algn="l">
              <a:lnSpc>
                <a:spcPct val="90000"/>
              </a:lnSpc>
              <a:spcBef>
                <a:spcPts val="0"/>
              </a:spcBef>
              <a:spcAft>
                <a:spcPts val="0"/>
              </a:spcAft>
              <a:buNone/>
            </a:pPr>
            <a:r>
              <a:t/>
            </a:r>
            <a:endParaRPr b="0" i="0" sz="1000" u="none" cap="none" strike="noStrike">
              <a:solidFill>
                <a:srgbClr val="414042"/>
              </a:solidFill>
              <a:latin typeface="Barlow"/>
              <a:ea typeface="Barlow"/>
              <a:cs typeface="Barlow"/>
              <a:sym typeface="Barlow"/>
            </a:endParaRPr>
          </a:p>
        </p:txBody>
      </p:sp>
      <p:sp>
        <p:nvSpPr>
          <p:cNvPr id="3054" name="Google Shape;3054;p8"/>
          <p:cNvSpPr txBox="1"/>
          <p:nvPr/>
        </p:nvSpPr>
        <p:spPr>
          <a:xfrm>
            <a:off x="2849537" y="2692268"/>
            <a:ext cx="1470447" cy="12926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Opportunity &amp; </a:t>
            </a:r>
            <a:endParaRPr b="1" i="0" sz="1100" u="none" cap="none" strike="noStrike">
              <a:solidFill>
                <a:srgbClr val="414042"/>
              </a:solidFill>
              <a:latin typeface="Barlow ExtraBold"/>
              <a:ea typeface="Barlow ExtraBold"/>
              <a:cs typeface="Barlow ExtraBold"/>
              <a:sym typeface="Barlow ExtraBold"/>
            </a:endParaRPr>
          </a:p>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Competition Mapping</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Identify Global competitors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Review Industry Trends and Estimate Market Size (TAM)</a:t>
            </a:r>
            <a:endParaRPr b="0" i="0" sz="1000" u="none" cap="none" strike="noStrike">
              <a:solidFill>
                <a:srgbClr val="414042"/>
              </a:solidFill>
              <a:latin typeface="Barlow"/>
              <a:ea typeface="Barlow"/>
              <a:cs typeface="Barlow"/>
              <a:sym typeface="Barlow"/>
            </a:endParaRPr>
          </a:p>
        </p:txBody>
      </p:sp>
      <p:sp>
        <p:nvSpPr>
          <p:cNvPr id="3055" name="Google Shape;3055;p8"/>
          <p:cNvSpPr txBox="1"/>
          <p:nvPr/>
        </p:nvSpPr>
        <p:spPr>
          <a:xfrm>
            <a:off x="3992265" y="4777580"/>
            <a:ext cx="1530339" cy="9848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Prototype Devp. &amp; MVP</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Overview  of Prototypes &amp; MVP</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Build a n initial Prototype</a:t>
            </a:r>
            <a:endParaRPr b="0" i="0" sz="1000" u="none" cap="none" strike="noStrike">
              <a:solidFill>
                <a:srgbClr val="414042"/>
              </a:solidFill>
              <a:latin typeface="Barlow"/>
              <a:ea typeface="Barlow"/>
              <a:cs typeface="Barlow"/>
              <a:sym typeface="Barlow"/>
            </a:endParaRPr>
          </a:p>
        </p:txBody>
      </p:sp>
      <p:sp>
        <p:nvSpPr>
          <p:cNvPr id="3056" name="Google Shape;3056;p8"/>
          <p:cNvSpPr txBox="1"/>
          <p:nvPr/>
        </p:nvSpPr>
        <p:spPr>
          <a:xfrm>
            <a:off x="4728282" y="2692268"/>
            <a:ext cx="1468127"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Opportunity Assessment</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Map  your Relative Position in the Market</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Estimate </a:t>
            </a:r>
            <a:br>
              <a:rPr b="0" i="0" lang="en-US" sz="1000" u="none" cap="none" strike="noStrike">
                <a:solidFill>
                  <a:srgbClr val="414042"/>
                </a:solidFill>
                <a:latin typeface="Barlow"/>
                <a:ea typeface="Barlow"/>
                <a:cs typeface="Barlow"/>
                <a:sym typeface="Barlow"/>
              </a:rPr>
            </a:br>
            <a:r>
              <a:rPr b="0" i="0" lang="en-US" sz="1000" u="none" cap="none" strike="noStrike">
                <a:solidFill>
                  <a:srgbClr val="414042"/>
                </a:solidFill>
                <a:latin typeface="Barlow"/>
                <a:ea typeface="Barlow"/>
                <a:cs typeface="Barlow"/>
                <a:sym typeface="Barlow"/>
              </a:rPr>
              <a:t>Opportunity Size</a:t>
            </a:r>
            <a:endParaRPr b="0" i="0" sz="1000" u="none" cap="none" strike="noStrike">
              <a:solidFill>
                <a:srgbClr val="414042"/>
              </a:solidFill>
              <a:latin typeface="Barlow"/>
              <a:ea typeface="Barlow"/>
              <a:cs typeface="Barlow"/>
              <a:sym typeface="Barlow"/>
            </a:endParaRPr>
          </a:p>
        </p:txBody>
      </p:sp>
      <p:sp>
        <p:nvSpPr>
          <p:cNvPr id="3057" name="Google Shape;3057;p8"/>
          <p:cNvSpPr txBox="1"/>
          <p:nvPr/>
        </p:nvSpPr>
        <p:spPr>
          <a:xfrm>
            <a:off x="5779740" y="4785274"/>
            <a:ext cx="1507611" cy="14927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Business Modelling</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Examine </a:t>
            </a:r>
            <a:br>
              <a:rPr b="0" i="0" lang="en-US" sz="1000" u="none" cap="none" strike="noStrike">
                <a:solidFill>
                  <a:srgbClr val="414042"/>
                </a:solidFill>
                <a:latin typeface="Barlow"/>
                <a:ea typeface="Barlow"/>
                <a:cs typeface="Barlow"/>
                <a:sym typeface="Barlow"/>
              </a:rPr>
            </a:br>
            <a:r>
              <a:rPr b="0" i="0" lang="en-US" sz="1000" u="none" cap="none" strike="noStrike">
                <a:solidFill>
                  <a:srgbClr val="414042"/>
                </a:solidFill>
                <a:latin typeface="Barlow"/>
                <a:ea typeface="Barlow"/>
                <a:cs typeface="Barlow"/>
                <a:sym typeface="Barlow"/>
              </a:rPr>
              <a:t>Revenue Model</a:t>
            </a:r>
            <a:endParaRPr b="0" i="0" sz="1000" u="none" cap="none" strike="noStrike">
              <a:solidFill>
                <a:srgbClr val="414042"/>
              </a:solidFill>
              <a:latin typeface="Barlow"/>
              <a:ea typeface="Barlow"/>
              <a:cs typeface="Barlow"/>
              <a:sym typeface="Barlow"/>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Revenue Models, contd.</a:t>
            </a:r>
            <a:endParaRPr b="0" i="0" sz="1000" u="none" cap="none" strike="noStrike">
              <a:solidFill>
                <a:srgbClr val="414042"/>
              </a:solidFill>
              <a:latin typeface="Barlow"/>
              <a:ea typeface="Barlow"/>
              <a:cs typeface="Barlow"/>
              <a:sym typeface="Barlow"/>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Review &amp; Organize the Lean Canvas</a:t>
            </a:r>
            <a:endParaRPr b="0" i="0" sz="1000" u="none" cap="none" strike="noStrike">
              <a:solidFill>
                <a:srgbClr val="414042"/>
              </a:solidFill>
              <a:latin typeface="Barlow"/>
              <a:ea typeface="Barlow"/>
              <a:cs typeface="Barlow"/>
              <a:sym typeface="Barlow"/>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Build the LC for </a:t>
            </a:r>
            <a:br>
              <a:rPr b="0" i="0" lang="en-US" sz="1000" u="none" cap="none" strike="noStrike">
                <a:solidFill>
                  <a:srgbClr val="414042"/>
                </a:solidFill>
                <a:latin typeface="Barlow"/>
                <a:ea typeface="Barlow"/>
                <a:cs typeface="Barlow"/>
                <a:sym typeface="Barlow"/>
              </a:rPr>
            </a:br>
            <a:r>
              <a:rPr b="0" i="0" lang="en-US" sz="1000" u="none" cap="none" strike="noStrike">
                <a:solidFill>
                  <a:srgbClr val="414042"/>
                </a:solidFill>
                <a:latin typeface="Barlow"/>
                <a:ea typeface="Barlow"/>
                <a:cs typeface="Barlow"/>
                <a:sym typeface="Barlow"/>
              </a:rPr>
              <a:t>your Startup</a:t>
            </a:r>
            <a:endParaRPr b="0" i="0" sz="1000" u="none" cap="none" strike="noStrike">
              <a:solidFill>
                <a:srgbClr val="414042"/>
              </a:solidFill>
              <a:latin typeface="Barlow"/>
              <a:ea typeface="Barlow"/>
              <a:cs typeface="Barlow"/>
              <a:sym typeface="Barlow"/>
            </a:endParaRPr>
          </a:p>
        </p:txBody>
      </p:sp>
      <p:sp>
        <p:nvSpPr>
          <p:cNvPr id="3058" name="Google Shape;3058;p8"/>
          <p:cNvSpPr txBox="1"/>
          <p:nvPr/>
        </p:nvSpPr>
        <p:spPr>
          <a:xfrm>
            <a:off x="6578067" y="2692268"/>
            <a:ext cx="1418568" cy="1400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Marketing &amp; Sales Strategy</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Marketing &amp; Sales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Recommend a Go-To-Market (GTM) approach</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Map a Sales Process</a:t>
            </a:r>
            <a:endParaRPr b="0" i="0" sz="1000" u="none" cap="none" strike="noStrike">
              <a:solidFill>
                <a:srgbClr val="414042"/>
              </a:solidFill>
              <a:latin typeface="Barlow"/>
              <a:ea typeface="Barlow"/>
              <a:cs typeface="Barlow"/>
              <a:sym typeface="Barlow"/>
            </a:endParaRPr>
          </a:p>
        </p:txBody>
      </p:sp>
      <p:sp>
        <p:nvSpPr>
          <p:cNvPr id="3059" name="Google Shape;3059;p8"/>
          <p:cNvSpPr txBox="1"/>
          <p:nvPr/>
        </p:nvSpPr>
        <p:spPr>
          <a:xfrm>
            <a:off x="7633528" y="4777580"/>
            <a:ext cx="1683905" cy="1538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Financial Mgmt. for Profitability</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Startup Costs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Get Started with Financial Planning</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Analyze the path to Profitability</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&amp; Explore Bootstrapping options</a:t>
            </a:r>
            <a:endParaRPr b="0" i="0" sz="1000" u="none" cap="none" strike="noStrike">
              <a:solidFill>
                <a:srgbClr val="414042"/>
              </a:solidFill>
              <a:latin typeface="Barlow"/>
              <a:ea typeface="Barlow"/>
              <a:cs typeface="Barlow"/>
              <a:sym typeface="Barlow"/>
            </a:endParaRPr>
          </a:p>
        </p:txBody>
      </p:sp>
      <p:sp>
        <p:nvSpPr>
          <p:cNvPr id="3060" name="Google Shape;3060;p8"/>
          <p:cNvSpPr txBox="1"/>
          <p:nvPr/>
        </p:nvSpPr>
        <p:spPr>
          <a:xfrm>
            <a:off x="8433436" y="2692268"/>
            <a:ext cx="1418568"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Team &amp; Talent Requirement</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Finding </a:t>
            </a:r>
            <a:r>
              <a:rPr lang="en-US" sz="1000">
                <a:solidFill>
                  <a:srgbClr val="414042"/>
                </a:solidFill>
                <a:latin typeface="Barlow"/>
                <a:ea typeface="Barlow"/>
                <a:cs typeface="Barlow"/>
                <a:sym typeface="Barlow"/>
              </a:rPr>
              <a:t>T</a:t>
            </a:r>
            <a:r>
              <a:rPr b="0" i="0" lang="en-US" sz="1000" u="none" cap="none" strike="noStrike">
                <a:solidFill>
                  <a:srgbClr val="414042"/>
                </a:solidFill>
                <a:latin typeface="Barlow"/>
                <a:ea typeface="Barlow"/>
                <a:cs typeface="Barlow"/>
                <a:sym typeface="Barlow"/>
              </a:rPr>
              <a:t>eam</a:t>
            </a:r>
            <a:r>
              <a:rPr lang="en-US" sz="1000">
                <a:solidFill>
                  <a:srgbClr val="414042"/>
                </a:solidFill>
                <a:latin typeface="Barlow"/>
                <a:ea typeface="Barlow"/>
                <a:cs typeface="Barlow"/>
                <a:sym typeface="Barlow"/>
              </a:rPr>
              <a:t> M</a:t>
            </a:r>
            <a:r>
              <a:rPr b="0" i="0" lang="en-US" sz="1000" u="none" cap="none" strike="noStrike">
                <a:solidFill>
                  <a:srgbClr val="414042"/>
                </a:solidFill>
                <a:latin typeface="Barlow"/>
                <a:ea typeface="Barlow"/>
                <a:cs typeface="Barlow"/>
                <a:sym typeface="Barlow"/>
              </a:rPr>
              <a:t>embers &amp; Mentors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Building an Initial </a:t>
            </a:r>
            <a:r>
              <a:rPr lang="en-US" sz="1000">
                <a:solidFill>
                  <a:srgbClr val="414042"/>
                </a:solidFill>
                <a:latin typeface="Barlow"/>
                <a:ea typeface="Barlow"/>
                <a:cs typeface="Barlow"/>
                <a:sym typeface="Barlow"/>
              </a:rPr>
              <a:t>T</a:t>
            </a:r>
            <a:r>
              <a:rPr b="0" i="0" lang="en-US" sz="1000" u="none" cap="none" strike="noStrike">
                <a:solidFill>
                  <a:srgbClr val="414042"/>
                </a:solidFill>
                <a:latin typeface="Barlow"/>
                <a:ea typeface="Barlow"/>
                <a:cs typeface="Barlow"/>
                <a:sym typeface="Barlow"/>
              </a:rPr>
              <a:t>eam</a:t>
            </a:r>
            <a:endParaRPr b="0" i="0" sz="1000" u="none" cap="none" strike="noStrike">
              <a:solidFill>
                <a:srgbClr val="414042"/>
              </a:solidFill>
              <a:latin typeface="Barlow"/>
              <a:ea typeface="Barlow"/>
              <a:cs typeface="Barlow"/>
              <a:sym typeface="Barlow"/>
            </a:endParaRPr>
          </a:p>
        </p:txBody>
      </p:sp>
      <p:sp>
        <p:nvSpPr>
          <p:cNvPr id="3061" name="Google Shape;3061;p8"/>
          <p:cNvSpPr txBox="1"/>
          <p:nvPr/>
        </p:nvSpPr>
        <p:spPr>
          <a:xfrm>
            <a:off x="9448934" y="4777580"/>
            <a:ext cx="1722700"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Venture Idea and Pitch Readiness</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Thinking Beyond the Prototype - Scale Opportunity &amp; Orientation</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lang="en-US" sz="1000">
                <a:solidFill>
                  <a:srgbClr val="414042"/>
                </a:solidFill>
                <a:latin typeface="Barlow"/>
                <a:ea typeface="Barlow"/>
                <a:cs typeface="Barlow"/>
                <a:sym typeface="Barlow"/>
              </a:rPr>
              <a:t>Persuasive Story-Telling for a Viable Venture Idea</a:t>
            </a:r>
            <a:endParaRPr b="0" i="0" sz="1000" u="none" cap="none" strike="noStrike">
              <a:solidFill>
                <a:srgbClr val="414042"/>
              </a:solidFill>
              <a:latin typeface="Barlow"/>
              <a:ea typeface="Barlow"/>
              <a:cs typeface="Barlow"/>
              <a:sym typeface="Barlow"/>
            </a:endParaRPr>
          </a:p>
        </p:txBody>
      </p:sp>
      <p:sp>
        <p:nvSpPr>
          <p:cNvPr id="3062" name="Google Shape;3062;p8"/>
          <p:cNvSpPr txBox="1"/>
          <p:nvPr/>
        </p:nvSpPr>
        <p:spPr>
          <a:xfrm>
            <a:off x="10324187" y="2692268"/>
            <a:ext cx="1418568" cy="1400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Venture Viability Presentation</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Venture Viability Milestone Submission and Presentation Prep</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lang="en-US" sz="1000">
                <a:solidFill>
                  <a:srgbClr val="414042"/>
                </a:solidFill>
                <a:latin typeface="Barlow"/>
                <a:ea typeface="Barlow"/>
                <a:cs typeface="Barlow"/>
                <a:sym typeface="Barlow"/>
              </a:rPr>
              <a:t>Venture Viability  Milestone Presentation </a:t>
            </a:r>
            <a:endParaRPr b="0" i="0" sz="1000" u="none" cap="none" strike="noStrike">
              <a:solidFill>
                <a:srgbClr val="414042"/>
              </a:solidFill>
              <a:latin typeface="Barlow"/>
              <a:ea typeface="Barlow"/>
              <a:cs typeface="Barlow"/>
              <a:sym typeface="Barlow"/>
            </a:endParaRPr>
          </a:p>
        </p:txBody>
      </p:sp>
      <p:sp>
        <p:nvSpPr>
          <p:cNvPr id="3063" name="Google Shape;3063;p8"/>
          <p:cNvSpPr/>
          <p:nvPr/>
        </p:nvSpPr>
        <p:spPr>
          <a:xfrm>
            <a:off x="45283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01</a:t>
            </a:r>
            <a:endParaRPr b="1" i="0" sz="2000" u="none" cap="none" strike="noStrike">
              <a:solidFill>
                <a:srgbClr val="FFFFFF"/>
              </a:solidFill>
              <a:latin typeface="Barlow"/>
              <a:ea typeface="Barlow"/>
              <a:cs typeface="Barlow"/>
              <a:sym typeface="Barlow"/>
            </a:endParaRPr>
          </a:p>
        </p:txBody>
      </p:sp>
      <p:sp>
        <p:nvSpPr>
          <p:cNvPr id="3064" name="Google Shape;3064;p8"/>
          <p:cNvSpPr/>
          <p:nvPr/>
        </p:nvSpPr>
        <p:spPr>
          <a:xfrm>
            <a:off x="13602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02</a:t>
            </a:r>
            <a:endParaRPr b="1" i="0" sz="2000" u="none" cap="none" strike="noStrike">
              <a:solidFill>
                <a:srgbClr val="FFFFFF"/>
              </a:solidFill>
              <a:latin typeface="Barlow"/>
              <a:ea typeface="Barlow"/>
              <a:cs typeface="Barlow"/>
              <a:sym typeface="Barlow"/>
            </a:endParaRPr>
          </a:p>
        </p:txBody>
      </p:sp>
      <p:sp>
        <p:nvSpPr>
          <p:cNvPr id="3065" name="Google Shape;3065;p8"/>
          <p:cNvSpPr/>
          <p:nvPr/>
        </p:nvSpPr>
        <p:spPr>
          <a:xfrm>
            <a:off x="2267609"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03</a:t>
            </a:r>
            <a:endParaRPr b="1" i="0" sz="2000" u="none" cap="none" strike="noStrike">
              <a:solidFill>
                <a:srgbClr val="FFFFFF"/>
              </a:solidFill>
              <a:latin typeface="Barlow"/>
              <a:ea typeface="Barlow"/>
              <a:cs typeface="Barlow"/>
              <a:sym typeface="Barlow"/>
            </a:endParaRPr>
          </a:p>
        </p:txBody>
      </p:sp>
      <p:sp>
        <p:nvSpPr>
          <p:cNvPr id="3066" name="Google Shape;3066;p8"/>
          <p:cNvSpPr/>
          <p:nvPr/>
        </p:nvSpPr>
        <p:spPr>
          <a:xfrm>
            <a:off x="31749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04</a:t>
            </a:r>
            <a:endParaRPr b="1" i="0" sz="2000" u="none" cap="none" strike="noStrike">
              <a:solidFill>
                <a:srgbClr val="FFFFFF"/>
              </a:solidFill>
              <a:latin typeface="Barlow"/>
              <a:ea typeface="Barlow"/>
              <a:cs typeface="Barlow"/>
              <a:sym typeface="Barlow"/>
            </a:endParaRPr>
          </a:p>
        </p:txBody>
      </p:sp>
      <p:sp>
        <p:nvSpPr>
          <p:cNvPr id="3067" name="Google Shape;3067;p8"/>
          <p:cNvSpPr/>
          <p:nvPr/>
        </p:nvSpPr>
        <p:spPr>
          <a:xfrm>
            <a:off x="408238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05</a:t>
            </a:r>
            <a:endParaRPr b="1" i="0" sz="2000" u="none" cap="none" strike="noStrike">
              <a:solidFill>
                <a:srgbClr val="FFFFFF"/>
              </a:solidFill>
              <a:latin typeface="Barlow"/>
              <a:ea typeface="Barlow"/>
              <a:cs typeface="Barlow"/>
              <a:sym typeface="Barlow"/>
            </a:endParaRPr>
          </a:p>
        </p:txBody>
      </p:sp>
      <p:sp>
        <p:nvSpPr>
          <p:cNvPr id="3068" name="Google Shape;3068;p8"/>
          <p:cNvSpPr/>
          <p:nvPr/>
        </p:nvSpPr>
        <p:spPr>
          <a:xfrm>
            <a:off x="498977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06</a:t>
            </a:r>
            <a:endParaRPr b="1" i="0" sz="2000" u="none" cap="none" strike="noStrike">
              <a:solidFill>
                <a:srgbClr val="FFFFFF"/>
              </a:solidFill>
              <a:latin typeface="Barlow"/>
              <a:ea typeface="Barlow"/>
              <a:cs typeface="Barlow"/>
              <a:sym typeface="Barlow"/>
            </a:endParaRPr>
          </a:p>
        </p:txBody>
      </p:sp>
      <p:sp>
        <p:nvSpPr>
          <p:cNvPr id="3069" name="Google Shape;3069;p8"/>
          <p:cNvSpPr/>
          <p:nvPr/>
        </p:nvSpPr>
        <p:spPr>
          <a:xfrm>
            <a:off x="589716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07</a:t>
            </a:r>
            <a:endParaRPr b="1" i="0" sz="2000" u="none" cap="none" strike="noStrike">
              <a:solidFill>
                <a:srgbClr val="FFFFFF"/>
              </a:solidFill>
              <a:latin typeface="Barlow"/>
              <a:ea typeface="Barlow"/>
              <a:cs typeface="Barlow"/>
              <a:sym typeface="Barlow"/>
            </a:endParaRPr>
          </a:p>
        </p:txBody>
      </p:sp>
      <p:sp>
        <p:nvSpPr>
          <p:cNvPr id="3070" name="Google Shape;3070;p8"/>
          <p:cNvSpPr/>
          <p:nvPr/>
        </p:nvSpPr>
        <p:spPr>
          <a:xfrm>
            <a:off x="680454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08</a:t>
            </a:r>
            <a:endParaRPr b="1" i="0" sz="2000" u="none" cap="none" strike="noStrike">
              <a:solidFill>
                <a:srgbClr val="FFFFFF"/>
              </a:solidFill>
              <a:latin typeface="Barlow"/>
              <a:ea typeface="Barlow"/>
              <a:cs typeface="Barlow"/>
              <a:sym typeface="Barlow"/>
            </a:endParaRPr>
          </a:p>
        </p:txBody>
      </p:sp>
      <p:sp>
        <p:nvSpPr>
          <p:cNvPr id="3071" name="Google Shape;3071;p8"/>
          <p:cNvSpPr/>
          <p:nvPr/>
        </p:nvSpPr>
        <p:spPr>
          <a:xfrm>
            <a:off x="7711935"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09</a:t>
            </a:r>
            <a:endParaRPr b="1" i="0" sz="2000" u="none" cap="none" strike="noStrike">
              <a:solidFill>
                <a:srgbClr val="FFFFFF"/>
              </a:solidFill>
              <a:latin typeface="Barlow"/>
              <a:ea typeface="Barlow"/>
              <a:cs typeface="Barlow"/>
              <a:sym typeface="Barlow"/>
            </a:endParaRPr>
          </a:p>
        </p:txBody>
      </p:sp>
      <p:sp>
        <p:nvSpPr>
          <p:cNvPr id="3072" name="Google Shape;3072;p8"/>
          <p:cNvSpPr/>
          <p:nvPr/>
        </p:nvSpPr>
        <p:spPr>
          <a:xfrm>
            <a:off x="86193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10</a:t>
            </a:r>
            <a:endParaRPr b="1" i="0" sz="2000" u="none" cap="none" strike="noStrike">
              <a:solidFill>
                <a:srgbClr val="FFFFFF"/>
              </a:solidFill>
              <a:latin typeface="Barlow"/>
              <a:ea typeface="Barlow"/>
              <a:cs typeface="Barlow"/>
              <a:sym typeface="Barlow"/>
            </a:endParaRPr>
          </a:p>
        </p:txBody>
      </p:sp>
      <p:sp>
        <p:nvSpPr>
          <p:cNvPr id="3073" name="Google Shape;3073;p8"/>
          <p:cNvSpPr/>
          <p:nvPr/>
        </p:nvSpPr>
        <p:spPr>
          <a:xfrm>
            <a:off x="952671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11</a:t>
            </a:r>
            <a:endParaRPr b="1" i="0" sz="2000" u="none" cap="none" strike="noStrike">
              <a:solidFill>
                <a:srgbClr val="FFFFFF"/>
              </a:solidFill>
              <a:latin typeface="Barlow"/>
              <a:ea typeface="Barlow"/>
              <a:cs typeface="Barlow"/>
              <a:sym typeface="Barlow"/>
            </a:endParaRPr>
          </a:p>
        </p:txBody>
      </p:sp>
      <p:sp>
        <p:nvSpPr>
          <p:cNvPr id="3074" name="Google Shape;3074;p8"/>
          <p:cNvSpPr/>
          <p:nvPr/>
        </p:nvSpPr>
        <p:spPr>
          <a:xfrm>
            <a:off x="104340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12</a:t>
            </a:r>
            <a:endParaRPr b="1" i="0" sz="2000" u="none" cap="none" strike="noStrike">
              <a:solidFill>
                <a:srgbClr val="FFFFFF"/>
              </a:solidFill>
              <a:latin typeface="Barlow"/>
              <a:ea typeface="Barlow"/>
              <a:cs typeface="Barlow"/>
              <a:sym typeface="Barlow"/>
            </a:endParaRPr>
          </a:p>
        </p:txBody>
      </p:sp>
      <p:grpSp>
        <p:nvGrpSpPr>
          <p:cNvPr id="3075" name="Google Shape;3075;p8"/>
          <p:cNvGrpSpPr/>
          <p:nvPr/>
        </p:nvGrpSpPr>
        <p:grpSpPr>
          <a:xfrm rot="-1594053">
            <a:off x="11365490" y="1417320"/>
            <a:ext cx="816924" cy="362471"/>
            <a:chOff x="9375109" y="2051943"/>
            <a:chExt cx="2595949" cy="1151830"/>
          </a:xfrm>
        </p:grpSpPr>
        <p:sp>
          <p:nvSpPr>
            <p:cNvPr id="3076" name="Google Shape;3076;p8"/>
            <p:cNvSpPr/>
            <p:nvPr/>
          </p:nvSpPr>
          <p:spPr>
            <a:xfrm rot="-969350">
              <a:off x="10725569" y="2177257"/>
              <a:ext cx="917450" cy="117833"/>
            </a:xfrm>
            <a:custGeom>
              <a:rect b="b" l="l" r="r" t="t"/>
              <a:pathLst>
                <a:path extrusionOk="0" h="125112" w="974126">
                  <a:moveTo>
                    <a:pt x="95620" y="67474"/>
                  </a:moveTo>
                  <a:cubicBezTo>
                    <a:pt x="111134" y="67474"/>
                    <a:pt x="125348" y="61255"/>
                    <a:pt x="139973" y="57497"/>
                  </a:cubicBezTo>
                  <a:cubicBezTo>
                    <a:pt x="220137" y="36789"/>
                    <a:pt x="301189" y="20798"/>
                    <a:pt x="383266" y="9931"/>
                  </a:cubicBezTo>
                  <a:cubicBezTo>
                    <a:pt x="462336" y="-525"/>
                    <a:pt x="541954" y="-2507"/>
                    <a:pt x="621297" y="2961"/>
                  </a:cubicBezTo>
                  <a:cubicBezTo>
                    <a:pt x="739595" y="11162"/>
                    <a:pt x="853178" y="39660"/>
                    <a:pt x="960609" y="90779"/>
                  </a:cubicBezTo>
                  <a:cubicBezTo>
                    <a:pt x="965394" y="93034"/>
                    <a:pt x="969631" y="96588"/>
                    <a:pt x="974072" y="99526"/>
                  </a:cubicBezTo>
                  <a:cubicBezTo>
                    <a:pt x="975098" y="117773"/>
                    <a:pt x="961361" y="120439"/>
                    <a:pt x="948445" y="122967"/>
                  </a:cubicBezTo>
                  <a:cubicBezTo>
                    <a:pt x="933410" y="125837"/>
                    <a:pt x="917965" y="124812"/>
                    <a:pt x="902725" y="124812"/>
                  </a:cubicBezTo>
                  <a:cubicBezTo>
                    <a:pt x="624578" y="124881"/>
                    <a:pt x="346431" y="124881"/>
                    <a:pt x="68215" y="124744"/>
                  </a:cubicBezTo>
                  <a:cubicBezTo>
                    <a:pt x="47645" y="124744"/>
                    <a:pt x="26596" y="127478"/>
                    <a:pt x="7118" y="118047"/>
                  </a:cubicBezTo>
                  <a:cubicBezTo>
                    <a:pt x="3906" y="115996"/>
                    <a:pt x="1583" y="113058"/>
                    <a:pt x="216" y="109504"/>
                  </a:cubicBezTo>
                  <a:cubicBezTo>
                    <a:pt x="-1424" y="98501"/>
                    <a:pt x="6572" y="95152"/>
                    <a:pt x="14431" y="91667"/>
                  </a:cubicBezTo>
                  <a:cubicBezTo>
                    <a:pt x="17097" y="90505"/>
                    <a:pt x="19898" y="89548"/>
                    <a:pt x="22700" y="88728"/>
                  </a:cubicBezTo>
                  <a:cubicBezTo>
                    <a:pt x="27894" y="87225"/>
                    <a:pt x="33157" y="85926"/>
                    <a:pt x="38282" y="84013"/>
                  </a:cubicBezTo>
                  <a:cubicBezTo>
                    <a:pt x="40674" y="82988"/>
                    <a:pt x="43134" y="82099"/>
                    <a:pt x="45663" y="81348"/>
                  </a:cubicBezTo>
                  <a:cubicBezTo>
                    <a:pt x="51950" y="79434"/>
                    <a:pt x="57827" y="76495"/>
                    <a:pt x="63431" y="72942"/>
                  </a:cubicBezTo>
                  <a:cubicBezTo>
                    <a:pt x="73409" y="66928"/>
                    <a:pt x="84002" y="64331"/>
                    <a:pt x="95620" y="6747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7" name="Google Shape;3077;p8"/>
            <p:cNvSpPr/>
            <p:nvPr/>
          </p:nvSpPr>
          <p:spPr>
            <a:xfrm rot="-969350">
              <a:off x="10560140" y="2736266"/>
              <a:ext cx="413220" cy="247927"/>
            </a:xfrm>
            <a:custGeom>
              <a:rect b="b" l="l" r="r" t="t"/>
              <a:pathLst>
                <a:path extrusionOk="0" h="263243" w="438747">
                  <a:moveTo>
                    <a:pt x="438748" y="109362"/>
                  </a:moveTo>
                  <a:cubicBezTo>
                    <a:pt x="420979" y="119886"/>
                    <a:pt x="403415" y="130889"/>
                    <a:pt x="385306" y="140867"/>
                  </a:cubicBezTo>
                  <a:cubicBezTo>
                    <a:pt x="348059" y="161369"/>
                    <a:pt x="310131" y="180846"/>
                    <a:pt x="273158" y="201895"/>
                  </a:cubicBezTo>
                  <a:cubicBezTo>
                    <a:pt x="259627" y="209618"/>
                    <a:pt x="245685" y="214948"/>
                    <a:pt x="230719" y="218024"/>
                  </a:cubicBezTo>
                  <a:cubicBezTo>
                    <a:pt x="158140" y="232853"/>
                    <a:pt x="85562" y="247478"/>
                    <a:pt x="12984" y="262240"/>
                  </a:cubicBezTo>
                  <a:cubicBezTo>
                    <a:pt x="8747" y="263128"/>
                    <a:pt x="4647" y="264700"/>
                    <a:pt x="0" y="260190"/>
                  </a:cubicBezTo>
                  <a:cubicBezTo>
                    <a:pt x="1845" y="248845"/>
                    <a:pt x="8884" y="238936"/>
                    <a:pt x="14283" y="228411"/>
                  </a:cubicBezTo>
                  <a:cubicBezTo>
                    <a:pt x="44216" y="170185"/>
                    <a:pt x="74628" y="112232"/>
                    <a:pt x="104561" y="53937"/>
                  </a:cubicBezTo>
                  <a:cubicBezTo>
                    <a:pt x="113035" y="37467"/>
                    <a:pt x="124448" y="22500"/>
                    <a:pt x="129779" y="4459"/>
                  </a:cubicBezTo>
                  <a:cubicBezTo>
                    <a:pt x="131897" y="2067"/>
                    <a:pt x="134563" y="563"/>
                    <a:pt x="137774" y="16"/>
                  </a:cubicBezTo>
                  <a:cubicBezTo>
                    <a:pt x="147411" y="-257"/>
                    <a:pt x="156295" y="2955"/>
                    <a:pt x="165248" y="6099"/>
                  </a:cubicBezTo>
                  <a:cubicBezTo>
                    <a:pt x="198598" y="19630"/>
                    <a:pt x="232290" y="32341"/>
                    <a:pt x="266529" y="43549"/>
                  </a:cubicBezTo>
                  <a:cubicBezTo>
                    <a:pt x="279650" y="48607"/>
                    <a:pt x="293045" y="52980"/>
                    <a:pt x="306508" y="56944"/>
                  </a:cubicBezTo>
                  <a:cubicBezTo>
                    <a:pt x="319766" y="61933"/>
                    <a:pt x="333230" y="66239"/>
                    <a:pt x="346830" y="70271"/>
                  </a:cubicBezTo>
                  <a:cubicBezTo>
                    <a:pt x="361796" y="76421"/>
                    <a:pt x="377515" y="80180"/>
                    <a:pt x="393301" y="83597"/>
                  </a:cubicBezTo>
                  <a:cubicBezTo>
                    <a:pt x="408268" y="92413"/>
                    <a:pt x="431572" y="86741"/>
                    <a:pt x="438748" y="1093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8" name="Google Shape;3078;p8"/>
            <p:cNvSpPr/>
            <p:nvPr/>
          </p:nvSpPr>
          <p:spPr>
            <a:xfrm rot="-969350">
              <a:off x="10421711" y="2256090"/>
              <a:ext cx="411952" cy="247804"/>
            </a:xfrm>
            <a:custGeom>
              <a:rect b="b" l="l" r="r" t="t"/>
              <a:pathLst>
                <a:path extrusionOk="0" h="263112" w="437401">
                  <a:moveTo>
                    <a:pt x="437401" y="154245"/>
                  </a:moveTo>
                  <a:cubicBezTo>
                    <a:pt x="426125" y="158756"/>
                    <a:pt x="414917" y="163334"/>
                    <a:pt x="403640" y="167845"/>
                  </a:cubicBezTo>
                  <a:cubicBezTo>
                    <a:pt x="398037" y="173039"/>
                    <a:pt x="389289" y="167913"/>
                    <a:pt x="383958" y="173859"/>
                  </a:cubicBezTo>
                  <a:lnTo>
                    <a:pt x="384027" y="173859"/>
                  </a:lnTo>
                  <a:cubicBezTo>
                    <a:pt x="378492" y="179736"/>
                    <a:pt x="369538" y="174816"/>
                    <a:pt x="363867" y="180146"/>
                  </a:cubicBezTo>
                  <a:lnTo>
                    <a:pt x="364208" y="180010"/>
                  </a:lnTo>
                  <a:cubicBezTo>
                    <a:pt x="358809" y="186502"/>
                    <a:pt x="349719" y="181513"/>
                    <a:pt x="343842" y="186434"/>
                  </a:cubicBezTo>
                  <a:lnTo>
                    <a:pt x="344184" y="186229"/>
                  </a:lnTo>
                  <a:cubicBezTo>
                    <a:pt x="311449" y="212472"/>
                    <a:pt x="269009" y="214522"/>
                    <a:pt x="232379" y="230992"/>
                  </a:cubicBezTo>
                  <a:cubicBezTo>
                    <a:pt x="226570" y="233247"/>
                    <a:pt x="220760" y="235571"/>
                    <a:pt x="215020" y="237963"/>
                  </a:cubicBezTo>
                  <a:cubicBezTo>
                    <a:pt x="212218" y="239261"/>
                    <a:pt x="209280" y="240286"/>
                    <a:pt x="206341" y="241243"/>
                  </a:cubicBezTo>
                  <a:cubicBezTo>
                    <a:pt x="182285" y="245959"/>
                    <a:pt x="161714" y="262019"/>
                    <a:pt x="136496" y="263112"/>
                  </a:cubicBezTo>
                  <a:cubicBezTo>
                    <a:pt x="133353" y="262429"/>
                    <a:pt x="130825" y="260789"/>
                    <a:pt x="128842" y="258192"/>
                  </a:cubicBezTo>
                  <a:cubicBezTo>
                    <a:pt x="124126" y="248419"/>
                    <a:pt x="119617" y="238509"/>
                    <a:pt x="114628" y="228873"/>
                  </a:cubicBezTo>
                  <a:cubicBezTo>
                    <a:pt x="77929" y="158209"/>
                    <a:pt x="41161" y="87681"/>
                    <a:pt x="4462" y="17017"/>
                  </a:cubicBezTo>
                  <a:cubicBezTo>
                    <a:pt x="2001" y="12301"/>
                    <a:pt x="-1347" y="7654"/>
                    <a:pt x="567" y="0"/>
                  </a:cubicBezTo>
                  <a:cubicBezTo>
                    <a:pt x="24008" y="888"/>
                    <a:pt x="46902" y="7791"/>
                    <a:pt x="70001" y="12233"/>
                  </a:cubicBezTo>
                  <a:cubicBezTo>
                    <a:pt x="121325" y="22006"/>
                    <a:pt x="172444" y="33009"/>
                    <a:pt x="223563" y="43670"/>
                  </a:cubicBezTo>
                  <a:cubicBezTo>
                    <a:pt x="241742" y="47429"/>
                    <a:pt x="258895" y="53443"/>
                    <a:pt x="275296" y="62737"/>
                  </a:cubicBezTo>
                  <a:cubicBezTo>
                    <a:pt x="323682" y="90073"/>
                    <a:pt x="372750" y="116248"/>
                    <a:pt x="421477" y="143037"/>
                  </a:cubicBezTo>
                  <a:cubicBezTo>
                    <a:pt x="427150" y="146181"/>
                    <a:pt x="432139" y="150555"/>
                    <a:pt x="437401" y="15424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9" name="Google Shape;3079;p8"/>
            <p:cNvSpPr/>
            <p:nvPr/>
          </p:nvSpPr>
          <p:spPr>
            <a:xfrm rot="-969350">
              <a:off x="10663080" y="2591893"/>
              <a:ext cx="1170009" cy="56918"/>
            </a:xfrm>
            <a:custGeom>
              <a:rect b="b" l="l" r="r" t="t"/>
              <a:pathLst>
                <a:path extrusionOk="0" h="60434" w="1242287">
                  <a:moveTo>
                    <a:pt x="105655" y="51207"/>
                  </a:moveTo>
                  <a:cubicBezTo>
                    <a:pt x="68751" y="42733"/>
                    <a:pt x="33898" y="28723"/>
                    <a:pt x="0" y="12321"/>
                  </a:cubicBezTo>
                  <a:cubicBezTo>
                    <a:pt x="11550" y="-1006"/>
                    <a:pt x="27542" y="293"/>
                    <a:pt x="42576" y="293"/>
                  </a:cubicBezTo>
                  <a:cubicBezTo>
                    <a:pt x="429044" y="-49"/>
                    <a:pt x="815511" y="-117"/>
                    <a:pt x="1201978" y="225"/>
                  </a:cubicBezTo>
                  <a:cubicBezTo>
                    <a:pt x="1212913" y="225"/>
                    <a:pt x="1223848" y="635"/>
                    <a:pt x="1234099" y="5077"/>
                  </a:cubicBezTo>
                  <a:cubicBezTo>
                    <a:pt x="1254328" y="22367"/>
                    <a:pt x="1231502" y="28108"/>
                    <a:pt x="1225077" y="38222"/>
                  </a:cubicBezTo>
                  <a:cubicBezTo>
                    <a:pt x="1216672" y="46833"/>
                    <a:pt x="1208675" y="55991"/>
                    <a:pt x="1195691" y="57631"/>
                  </a:cubicBezTo>
                  <a:cubicBezTo>
                    <a:pt x="1175052" y="59954"/>
                    <a:pt x="1154413" y="60433"/>
                    <a:pt x="1133637" y="60433"/>
                  </a:cubicBezTo>
                  <a:cubicBezTo>
                    <a:pt x="820158" y="60296"/>
                    <a:pt x="506610" y="60296"/>
                    <a:pt x="193131" y="60433"/>
                  </a:cubicBezTo>
                  <a:cubicBezTo>
                    <a:pt x="163608" y="60501"/>
                    <a:pt x="134427" y="58246"/>
                    <a:pt x="105655" y="512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0" name="Google Shape;3080;p8"/>
            <p:cNvSpPr/>
            <p:nvPr/>
          </p:nvSpPr>
          <p:spPr>
            <a:xfrm rot="-969350">
              <a:off x="10618089" y="2276995"/>
              <a:ext cx="1109167" cy="61819"/>
            </a:xfrm>
            <a:custGeom>
              <a:rect b="b" l="l" r="r" t="t"/>
              <a:pathLst>
                <a:path extrusionOk="0" h="65638" w="1177686">
                  <a:moveTo>
                    <a:pt x="0" y="47087"/>
                  </a:moveTo>
                  <a:cubicBezTo>
                    <a:pt x="821" y="45242"/>
                    <a:pt x="2051" y="44900"/>
                    <a:pt x="3759" y="45857"/>
                  </a:cubicBezTo>
                  <a:cubicBezTo>
                    <a:pt x="9021" y="43875"/>
                    <a:pt x="15241" y="44490"/>
                    <a:pt x="19546" y="39979"/>
                  </a:cubicBezTo>
                  <a:cubicBezTo>
                    <a:pt x="57543" y="23031"/>
                    <a:pt x="96430" y="8816"/>
                    <a:pt x="137160" y="0"/>
                  </a:cubicBezTo>
                  <a:cubicBezTo>
                    <a:pt x="138664" y="6697"/>
                    <a:pt x="141261" y="12711"/>
                    <a:pt x="149257" y="13258"/>
                  </a:cubicBezTo>
                  <a:cubicBezTo>
                    <a:pt x="156843" y="13805"/>
                    <a:pt x="164497" y="13941"/>
                    <a:pt x="172151" y="13941"/>
                  </a:cubicBezTo>
                  <a:cubicBezTo>
                    <a:pt x="471005" y="13941"/>
                    <a:pt x="769928" y="13941"/>
                    <a:pt x="1068782" y="13941"/>
                  </a:cubicBezTo>
                  <a:cubicBezTo>
                    <a:pt x="1075343" y="13941"/>
                    <a:pt x="1081904" y="13873"/>
                    <a:pt x="1088396" y="13805"/>
                  </a:cubicBezTo>
                  <a:cubicBezTo>
                    <a:pt x="1098169" y="13668"/>
                    <a:pt x="1104729" y="8748"/>
                    <a:pt x="1108898" y="137"/>
                  </a:cubicBezTo>
                  <a:cubicBezTo>
                    <a:pt x="1131656" y="7449"/>
                    <a:pt x="1152227" y="18657"/>
                    <a:pt x="1170884" y="33624"/>
                  </a:cubicBezTo>
                  <a:cubicBezTo>
                    <a:pt x="1179153" y="36904"/>
                    <a:pt x="1178127" y="43465"/>
                    <a:pt x="1176761" y="50162"/>
                  </a:cubicBezTo>
                  <a:cubicBezTo>
                    <a:pt x="1162409" y="69024"/>
                    <a:pt x="1141360" y="64582"/>
                    <a:pt x="1122362" y="64650"/>
                  </a:cubicBezTo>
                  <a:cubicBezTo>
                    <a:pt x="971602" y="65129"/>
                    <a:pt x="820911" y="64924"/>
                    <a:pt x="670150" y="64924"/>
                  </a:cubicBezTo>
                  <a:cubicBezTo>
                    <a:pt x="464786" y="64924"/>
                    <a:pt x="259422" y="65197"/>
                    <a:pt x="54058" y="64445"/>
                  </a:cubicBezTo>
                  <a:cubicBezTo>
                    <a:pt x="35127" y="64309"/>
                    <a:pt x="11550" y="72646"/>
                    <a:pt x="0" y="470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1" name="Google Shape;3081;p8"/>
            <p:cNvSpPr/>
            <p:nvPr/>
          </p:nvSpPr>
          <p:spPr>
            <a:xfrm rot="-969350">
              <a:off x="10364759" y="2564753"/>
              <a:ext cx="142970" cy="262603"/>
            </a:xfrm>
            <a:custGeom>
              <a:rect b="b" l="l" r="r" t="t"/>
              <a:pathLst>
                <a:path extrusionOk="0" h="278826" w="151802">
                  <a:moveTo>
                    <a:pt x="9158" y="57271"/>
                  </a:moveTo>
                  <a:cubicBezTo>
                    <a:pt x="9705" y="43193"/>
                    <a:pt x="9910" y="29115"/>
                    <a:pt x="10798" y="15037"/>
                  </a:cubicBezTo>
                  <a:cubicBezTo>
                    <a:pt x="11482" y="4307"/>
                    <a:pt x="17632" y="-1160"/>
                    <a:pt x="27747" y="207"/>
                  </a:cubicBezTo>
                  <a:cubicBezTo>
                    <a:pt x="35196" y="1163"/>
                    <a:pt x="42509" y="3350"/>
                    <a:pt x="49752" y="5605"/>
                  </a:cubicBezTo>
                  <a:cubicBezTo>
                    <a:pt x="79686" y="15037"/>
                    <a:pt x="109619" y="24673"/>
                    <a:pt x="139484" y="34240"/>
                  </a:cubicBezTo>
                  <a:cubicBezTo>
                    <a:pt x="143243" y="34035"/>
                    <a:pt x="145908" y="35607"/>
                    <a:pt x="147548" y="38956"/>
                  </a:cubicBezTo>
                  <a:cubicBezTo>
                    <a:pt x="150487" y="45106"/>
                    <a:pt x="151238" y="51736"/>
                    <a:pt x="151443" y="58433"/>
                  </a:cubicBezTo>
                  <a:cubicBezTo>
                    <a:pt x="151580" y="63285"/>
                    <a:pt x="151580" y="68137"/>
                    <a:pt x="151512" y="72990"/>
                  </a:cubicBezTo>
                  <a:cubicBezTo>
                    <a:pt x="151580" y="77705"/>
                    <a:pt x="151580" y="82489"/>
                    <a:pt x="151512" y="87273"/>
                  </a:cubicBezTo>
                  <a:cubicBezTo>
                    <a:pt x="151580" y="93560"/>
                    <a:pt x="151512" y="99848"/>
                    <a:pt x="151512" y="106135"/>
                  </a:cubicBezTo>
                  <a:cubicBezTo>
                    <a:pt x="151649" y="110850"/>
                    <a:pt x="151786" y="115566"/>
                    <a:pt x="151717" y="120350"/>
                  </a:cubicBezTo>
                  <a:cubicBezTo>
                    <a:pt x="151649" y="126705"/>
                    <a:pt x="151649" y="132993"/>
                    <a:pt x="151649" y="139349"/>
                  </a:cubicBezTo>
                  <a:cubicBezTo>
                    <a:pt x="151854" y="145704"/>
                    <a:pt x="151854" y="152060"/>
                    <a:pt x="151649" y="158347"/>
                  </a:cubicBezTo>
                  <a:cubicBezTo>
                    <a:pt x="151717" y="164703"/>
                    <a:pt x="151786" y="170990"/>
                    <a:pt x="151580" y="177346"/>
                  </a:cubicBezTo>
                  <a:cubicBezTo>
                    <a:pt x="151649" y="182062"/>
                    <a:pt x="151580" y="186845"/>
                    <a:pt x="151512" y="191561"/>
                  </a:cubicBezTo>
                  <a:cubicBezTo>
                    <a:pt x="151580" y="197917"/>
                    <a:pt x="151580" y="204204"/>
                    <a:pt x="151443" y="210560"/>
                  </a:cubicBezTo>
                  <a:cubicBezTo>
                    <a:pt x="151512" y="215412"/>
                    <a:pt x="151443" y="220196"/>
                    <a:pt x="151170" y="225048"/>
                  </a:cubicBezTo>
                  <a:cubicBezTo>
                    <a:pt x="150965" y="230037"/>
                    <a:pt x="150009" y="234821"/>
                    <a:pt x="148026" y="239468"/>
                  </a:cubicBezTo>
                  <a:cubicBezTo>
                    <a:pt x="146523" y="242611"/>
                    <a:pt x="144131" y="244730"/>
                    <a:pt x="140851" y="245892"/>
                  </a:cubicBezTo>
                  <a:cubicBezTo>
                    <a:pt x="109824" y="250812"/>
                    <a:pt x="81463" y="264617"/>
                    <a:pt x="51392" y="272818"/>
                  </a:cubicBezTo>
                  <a:cubicBezTo>
                    <a:pt x="43123" y="275073"/>
                    <a:pt x="34786" y="277534"/>
                    <a:pt x="26380" y="278695"/>
                  </a:cubicBezTo>
                  <a:cubicBezTo>
                    <a:pt x="18316" y="279789"/>
                    <a:pt x="11482" y="273912"/>
                    <a:pt x="11004" y="265711"/>
                  </a:cubicBezTo>
                  <a:cubicBezTo>
                    <a:pt x="9978" y="249582"/>
                    <a:pt x="9636" y="233454"/>
                    <a:pt x="9021" y="217325"/>
                  </a:cubicBezTo>
                  <a:cubicBezTo>
                    <a:pt x="274" y="204819"/>
                    <a:pt x="3213" y="189852"/>
                    <a:pt x="0" y="176116"/>
                  </a:cubicBezTo>
                  <a:cubicBezTo>
                    <a:pt x="1436" y="152812"/>
                    <a:pt x="1982" y="129507"/>
                    <a:pt x="1845" y="106135"/>
                  </a:cubicBezTo>
                  <a:cubicBezTo>
                    <a:pt x="3622" y="89665"/>
                    <a:pt x="-1776" y="72238"/>
                    <a:pt x="9158" y="572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2" name="Google Shape;3082;p8"/>
            <p:cNvSpPr/>
            <p:nvPr/>
          </p:nvSpPr>
          <p:spPr>
            <a:xfrm rot="-969350">
              <a:off x="11748945" y="2133698"/>
              <a:ext cx="181654" cy="316589"/>
            </a:xfrm>
            <a:custGeom>
              <a:rect b="b" l="l" r="r" t="t"/>
              <a:pathLst>
                <a:path extrusionOk="0" h="336146" w="192876">
                  <a:moveTo>
                    <a:pt x="0" y="336146"/>
                  </a:moveTo>
                  <a:cubicBezTo>
                    <a:pt x="4989" y="327193"/>
                    <a:pt x="9910" y="318241"/>
                    <a:pt x="14899" y="309356"/>
                  </a:cubicBezTo>
                  <a:cubicBezTo>
                    <a:pt x="14079" y="288171"/>
                    <a:pt x="31232" y="274434"/>
                    <a:pt x="36904" y="255914"/>
                  </a:cubicBezTo>
                  <a:cubicBezTo>
                    <a:pt x="42576" y="245526"/>
                    <a:pt x="46950" y="234592"/>
                    <a:pt x="50026" y="223179"/>
                  </a:cubicBezTo>
                  <a:cubicBezTo>
                    <a:pt x="52623" y="214636"/>
                    <a:pt x="54399" y="205889"/>
                    <a:pt x="56450" y="197209"/>
                  </a:cubicBezTo>
                  <a:cubicBezTo>
                    <a:pt x="58569" y="188462"/>
                    <a:pt x="60277" y="179714"/>
                    <a:pt x="59661" y="170693"/>
                  </a:cubicBezTo>
                  <a:cubicBezTo>
                    <a:pt x="59252" y="157366"/>
                    <a:pt x="61166" y="143903"/>
                    <a:pt x="57338" y="130850"/>
                  </a:cubicBezTo>
                  <a:cubicBezTo>
                    <a:pt x="54195" y="118549"/>
                    <a:pt x="50982" y="106179"/>
                    <a:pt x="46472" y="94288"/>
                  </a:cubicBezTo>
                  <a:cubicBezTo>
                    <a:pt x="45310" y="91759"/>
                    <a:pt x="44285" y="89162"/>
                    <a:pt x="43328" y="86565"/>
                  </a:cubicBezTo>
                  <a:cubicBezTo>
                    <a:pt x="41141" y="81372"/>
                    <a:pt x="38613" y="76383"/>
                    <a:pt x="36016" y="71394"/>
                  </a:cubicBezTo>
                  <a:cubicBezTo>
                    <a:pt x="30959" y="60869"/>
                    <a:pt x="24330" y="51233"/>
                    <a:pt x="17974" y="41461"/>
                  </a:cubicBezTo>
                  <a:cubicBezTo>
                    <a:pt x="12438" y="30458"/>
                    <a:pt x="5126" y="20138"/>
                    <a:pt x="6151" y="6880"/>
                  </a:cubicBezTo>
                  <a:cubicBezTo>
                    <a:pt x="7859" y="2096"/>
                    <a:pt x="10388" y="-1457"/>
                    <a:pt x="16334" y="593"/>
                  </a:cubicBezTo>
                  <a:cubicBezTo>
                    <a:pt x="75654" y="35925"/>
                    <a:pt x="127865" y="80141"/>
                    <a:pt x="175500" y="129894"/>
                  </a:cubicBezTo>
                  <a:cubicBezTo>
                    <a:pt x="177003" y="131465"/>
                    <a:pt x="178506" y="133037"/>
                    <a:pt x="179873" y="134746"/>
                  </a:cubicBezTo>
                  <a:cubicBezTo>
                    <a:pt x="197163" y="156341"/>
                    <a:pt x="197642" y="175340"/>
                    <a:pt x="178711" y="196252"/>
                  </a:cubicBezTo>
                  <a:cubicBezTo>
                    <a:pt x="161968" y="214773"/>
                    <a:pt x="143858" y="232268"/>
                    <a:pt x="125201" y="248943"/>
                  </a:cubicBezTo>
                  <a:cubicBezTo>
                    <a:pt x="95951" y="275049"/>
                    <a:pt x="64855" y="298900"/>
                    <a:pt x="31984" y="320359"/>
                  </a:cubicBezTo>
                  <a:cubicBezTo>
                    <a:pt x="22006" y="326852"/>
                    <a:pt x="12302" y="334369"/>
                    <a:pt x="0" y="3361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3" name="Google Shape;3083;p8"/>
            <p:cNvSpPr/>
            <p:nvPr/>
          </p:nvSpPr>
          <p:spPr>
            <a:xfrm rot="-969350">
              <a:off x="9941736" y="2603606"/>
              <a:ext cx="87946" cy="435422"/>
            </a:xfrm>
            <a:custGeom>
              <a:rect b="b" l="l" r="r" t="t"/>
              <a:pathLst>
                <a:path extrusionOk="0" h="462320" w="93378">
                  <a:moveTo>
                    <a:pt x="93" y="746"/>
                  </a:moveTo>
                  <a:cubicBezTo>
                    <a:pt x="17452" y="815"/>
                    <a:pt x="35221" y="-3081"/>
                    <a:pt x="51623" y="6282"/>
                  </a:cubicBezTo>
                  <a:cubicBezTo>
                    <a:pt x="59208" y="12979"/>
                    <a:pt x="70758" y="7444"/>
                    <a:pt x="78207" y="14688"/>
                  </a:cubicBezTo>
                  <a:cubicBezTo>
                    <a:pt x="89210" y="25896"/>
                    <a:pt x="89073" y="40316"/>
                    <a:pt x="89142" y="54326"/>
                  </a:cubicBezTo>
                  <a:cubicBezTo>
                    <a:pt x="89484" y="108520"/>
                    <a:pt x="89962" y="162783"/>
                    <a:pt x="89073" y="216977"/>
                  </a:cubicBezTo>
                  <a:cubicBezTo>
                    <a:pt x="86203" y="223948"/>
                    <a:pt x="88321" y="245748"/>
                    <a:pt x="93379" y="261330"/>
                  </a:cubicBezTo>
                  <a:cubicBezTo>
                    <a:pt x="85519" y="308007"/>
                    <a:pt x="90987" y="355094"/>
                    <a:pt x="89278" y="401907"/>
                  </a:cubicBezTo>
                  <a:cubicBezTo>
                    <a:pt x="88664" y="418172"/>
                    <a:pt x="91261" y="434847"/>
                    <a:pt x="82922" y="450087"/>
                  </a:cubicBezTo>
                  <a:cubicBezTo>
                    <a:pt x="71783" y="458972"/>
                    <a:pt x="56953" y="456375"/>
                    <a:pt x="44788" y="462320"/>
                  </a:cubicBezTo>
                  <a:cubicBezTo>
                    <a:pt x="38843" y="462252"/>
                    <a:pt x="32692" y="462799"/>
                    <a:pt x="29480" y="456101"/>
                  </a:cubicBezTo>
                  <a:cubicBezTo>
                    <a:pt x="26815" y="403820"/>
                    <a:pt x="29138" y="351471"/>
                    <a:pt x="28729" y="299122"/>
                  </a:cubicBezTo>
                  <a:cubicBezTo>
                    <a:pt x="28181" y="220462"/>
                    <a:pt x="28865" y="141802"/>
                    <a:pt x="28386" y="63142"/>
                  </a:cubicBezTo>
                  <a:cubicBezTo>
                    <a:pt x="28250" y="44826"/>
                    <a:pt x="30232" y="25007"/>
                    <a:pt x="9183" y="14688"/>
                  </a:cubicBezTo>
                  <a:cubicBezTo>
                    <a:pt x="3989" y="11476"/>
                    <a:pt x="-727" y="7922"/>
                    <a:pt x="93" y="7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4" name="Google Shape;3084;p8"/>
            <p:cNvSpPr/>
            <p:nvPr/>
          </p:nvSpPr>
          <p:spPr>
            <a:xfrm rot="-969350">
              <a:off x="10769777" y="2630125"/>
              <a:ext cx="1026680" cy="22183"/>
            </a:xfrm>
            <a:custGeom>
              <a:rect b="b" l="l" r="r" t="t"/>
              <a:pathLst>
                <a:path extrusionOk="0" h="23553" w="1090104">
                  <a:moveTo>
                    <a:pt x="0" y="1138"/>
                  </a:moveTo>
                  <a:cubicBezTo>
                    <a:pt x="33897" y="1001"/>
                    <a:pt x="67794" y="796"/>
                    <a:pt x="101691" y="796"/>
                  </a:cubicBezTo>
                  <a:cubicBezTo>
                    <a:pt x="418723" y="796"/>
                    <a:pt x="735757" y="728"/>
                    <a:pt x="1052790" y="1001"/>
                  </a:cubicBezTo>
                  <a:cubicBezTo>
                    <a:pt x="1065297" y="1001"/>
                    <a:pt x="1079306" y="-3783"/>
                    <a:pt x="1090104" y="7562"/>
                  </a:cubicBezTo>
                  <a:cubicBezTo>
                    <a:pt x="1083065" y="15148"/>
                    <a:pt x="1074317" y="19590"/>
                    <a:pt x="1064203" y="21299"/>
                  </a:cubicBezTo>
                  <a:cubicBezTo>
                    <a:pt x="1038096" y="23417"/>
                    <a:pt x="1011854" y="23485"/>
                    <a:pt x="985679" y="23485"/>
                  </a:cubicBezTo>
                  <a:cubicBezTo>
                    <a:pt x="699263" y="23417"/>
                    <a:pt x="412915" y="23349"/>
                    <a:pt x="126499" y="23554"/>
                  </a:cubicBezTo>
                  <a:cubicBezTo>
                    <a:pt x="96907" y="23554"/>
                    <a:pt x="67725" y="20957"/>
                    <a:pt x="38886" y="14465"/>
                  </a:cubicBezTo>
                  <a:cubicBezTo>
                    <a:pt x="24808" y="13371"/>
                    <a:pt x="11823" y="8997"/>
                    <a:pt x="0" y="113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5" name="Google Shape;3085;p8"/>
            <p:cNvSpPr/>
            <p:nvPr/>
          </p:nvSpPr>
          <p:spPr>
            <a:xfrm rot="-969350">
              <a:off x="10809703" y="2641102"/>
              <a:ext cx="965598" cy="21304"/>
            </a:xfrm>
            <a:custGeom>
              <a:rect b="b" l="l" r="r" t="t"/>
              <a:pathLst>
                <a:path extrusionOk="0" h="22620" w="1025248">
                  <a:moveTo>
                    <a:pt x="0" y="478"/>
                  </a:moveTo>
                  <a:cubicBezTo>
                    <a:pt x="10934" y="342"/>
                    <a:pt x="21801" y="0"/>
                    <a:pt x="32736" y="0"/>
                  </a:cubicBezTo>
                  <a:cubicBezTo>
                    <a:pt x="350178" y="0"/>
                    <a:pt x="667622" y="0"/>
                    <a:pt x="985065" y="0"/>
                  </a:cubicBezTo>
                  <a:cubicBezTo>
                    <a:pt x="993812" y="0"/>
                    <a:pt x="1002492" y="68"/>
                    <a:pt x="1011239" y="273"/>
                  </a:cubicBezTo>
                  <a:cubicBezTo>
                    <a:pt x="1016980" y="410"/>
                    <a:pt x="1021695" y="2870"/>
                    <a:pt x="1025249" y="7381"/>
                  </a:cubicBezTo>
                  <a:cubicBezTo>
                    <a:pt x="1017937" y="14693"/>
                    <a:pt x="1009121" y="18930"/>
                    <a:pt x="998938" y="20366"/>
                  </a:cubicBezTo>
                  <a:cubicBezTo>
                    <a:pt x="973925" y="22552"/>
                    <a:pt x="948844" y="22621"/>
                    <a:pt x="923695" y="22621"/>
                  </a:cubicBezTo>
                  <a:cubicBezTo>
                    <a:pt x="659284" y="22552"/>
                    <a:pt x="394873" y="22552"/>
                    <a:pt x="130462" y="22552"/>
                  </a:cubicBezTo>
                  <a:cubicBezTo>
                    <a:pt x="99914" y="22552"/>
                    <a:pt x="69503" y="20502"/>
                    <a:pt x="39638" y="13395"/>
                  </a:cubicBezTo>
                  <a:cubicBezTo>
                    <a:pt x="25423" y="12506"/>
                    <a:pt x="12165" y="8201"/>
                    <a:pt x="0"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6" name="Google Shape;3086;p8"/>
            <p:cNvSpPr/>
            <p:nvPr/>
          </p:nvSpPr>
          <p:spPr>
            <a:xfrm rot="-969350">
              <a:off x="10850422" y="2651161"/>
              <a:ext cx="903422" cy="21883"/>
            </a:xfrm>
            <a:custGeom>
              <a:rect b="b" l="l" r="r" t="t"/>
              <a:pathLst>
                <a:path extrusionOk="0" h="23235" w="959231">
                  <a:moveTo>
                    <a:pt x="0" y="372"/>
                  </a:moveTo>
                  <a:cubicBezTo>
                    <a:pt x="56654" y="235"/>
                    <a:pt x="113377" y="30"/>
                    <a:pt x="170032" y="30"/>
                  </a:cubicBezTo>
                  <a:cubicBezTo>
                    <a:pt x="418587" y="-38"/>
                    <a:pt x="667143" y="30"/>
                    <a:pt x="915698" y="30"/>
                  </a:cubicBezTo>
                  <a:cubicBezTo>
                    <a:pt x="925539" y="30"/>
                    <a:pt x="935312" y="99"/>
                    <a:pt x="945153" y="235"/>
                  </a:cubicBezTo>
                  <a:cubicBezTo>
                    <a:pt x="950893" y="372"/>
                    <a:pt x="955609" y="2764"/>
                    <a:pt x="959232" y="7274"/>
                  </a:cubicBezTo>
                  <a:cubicBezTo>
                    <a:pt x="951782" y="14450"/>
                    <a:pt x="942830" y="18482"/>
                    <a:pt x="932578" y="19508"/>
                  </a:cubicBezTo>
                  <a:cubicBezTo>
                    <a:pt x="853166" y="25863"/>
                    <a:pt x="773618" y="22104"/>
                    <a:pt x="694137" y="22378"/>
                  </a:cubicBezTo>
                  <a:cubicBezTo>
                    <a:pt x="509959" y="22993"/>
                    <a:pt x="325849" y="22378"/>
                    <a:pt x="141670" y="22720"/>
                  </a:cubicBezTo>
                  <a:cubicBezTo>
                    <a:pt x="108866" y="22788"/>
                    <a:pt x="76541" y="20259"/>
                    <a:pt x="44489" y="13835"/>
                  </a:cubicBezTo>
                  <a:cubicBezTo>
                    <a:pt x="28429" y="13220"/>
                    <a:pt x="13736" y="8300"/>
                    <a:pt x="0" y="37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7" name="Google Shape;3087;p8"/>
            <p:cNvSpPr/>
            <p:nvPr/>
          </p:nvSpPr>
          <p:spPr>
            <a:xfrm rot="-969350">
              <a:off x="10895266" y="2660137"/>
              <a:ext cx="836482" cy="22300"/>
            </a:xfrm>
            <a:custGeom>
              <a:rect b="b" l="l" r="r" t="t"/>
              <a:pathLst>
                <a:path extrusionOk="0" h="23677" w="888156">
                  <a:moveTo>
                    <a:pt x="0" y="1328"/>
                  </a:moveTo>
                  <a:cubicBezTo>
                    <a:pt x="9841" y="1055"/>
                    <a:pt x="19614" y="645"/>
                    <a:pt x="29454" y="645"/>
                  </a:cubicBezTo>
                  <a:cubicBezTo>
                    <a:pt x="304321" y="577"/>
                    <a:pt x="579188" y="577"/>
                    <a:pt x="854055" y="782"/>
                  </a:cubicBezTo>
                  <a:cubicBezTo>
                    <a:pt x="865604" y="782"/>
                    <a:pt x="878315" y="-3250"/>
                    <a:pt x="888157" y="7001"/>
                  </a:cubicBezTo>
                  <a:cubicBezTo>
                    <a:pt x="878521" y="14450"/>
                    <a:pt x="867586" y="18824"/>
                    <a:pt x="855490" y="20395"/>
                  </a:cubicBezTo>
                  <a:cubicBezTo>
                    <a:pt x="656208" y="26683"/>
                    <a:pt x="456858" y="21762"/>
                    <a:pt x="257508" y="23061"/>
                  </a:cubicBezTo>
                  <a:cubicBezTo>
                    <a:pt x="192243" y="23471"/>
                    <a:pt x="126909" y="25043"/>
                    <a:pt x="61711" y="19917"/>
                  </a:cubicBezTo>
                  <a:cubicBezTo>
                    <a:pt x="57816" y="20190"/>
                    <a:pt x="53920" y="20464"/>
                    <a:pt x="50094" y="20737"/>
                  </a:cubicBezTo>
                  <a:cubicBezTo>
                    <a:pt x="45173" y="16227"/>
                    <a:pt x="38817" y="15270"/>
                    <a:pt x="32735" y="13288"/>
                  </a:cubicBezTo>
                  <a:cubicBezTo>
                    <a:pt x="21595" y="9734"/>
                    <a:pt x="9567" y="8778"/>
                    <a:pt x="0" y="13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8" name="Google Shape;3088;p8"/>
            <p:cNvSpPr/>
            <p:nvPr/>
          </p:nvSpPr>
          <p:spPr>
            <a:xfrm rot="-969350">
              <a:off x="10956220" y="2668093"/>
              <a:ext cx="747595" cy="22530"/>
            </a:xfrm>
            <a:custGeom>
              <a:rect b="b" l="l" r="r" t="t"/>
              <a:pathLst>
                <a:path extrusionOk="0" h="23922" w="793778">
                  <a:moveTo>
                    <a:pt x="0" y="6930"/>
                  </a:moveTo>
                  <a:cubicBezTo>
                    <a:pt x="3759" y="5017"/>
                    <a:pt x="7381" y="1805"/>
                    <a:pt x="11345" y="1395"/>
                  </a:cubicBezTo>
                  <a:cubicBezTo>
                    <a:pt x="19956" y="438"/>
                    <a:pt x="28772" y="780"/>
                    <a:pt x="37451" y="780"/>
                  </a:cubicBezTo>
                  <a:cubicBezTo>
                    <a:pt x="277191" y="780"/>
                    <a:pt x="516862" y="711"/>
                    <a:pt x="756602" y="985"/>
                  </a:cubicBezTo>
                  <a:cubicBezTo>
                    <a:pt x="769108" y="985"/>
                    <a:pt x="783050" y="-3731"/>
                    <a:pt x="793779" y="7477"/>
                  </a:cubicBezTo>
                  <a:cubicBezTo>
                    <a:pt x="783938" y="14721"/>
                    <a:pt x="772798" y="18685"/>
                    <a:pt x="760702" y="19915"/>
                  </a:cubicBezTo>
                  <a:cubicBezTo>
                    <a:pt x="540849" y="27774"/>
                    <a:pt x="320929" y="21282"/>
                    <a:pt x="101008" y="23332"/>
                  </a:cubicBezTo>
                  <a:cubicBezTo>
                    <a:pt x="84811" y="23469"/>
                    <a:pt x="68751" y="18343"/>
                    <a:pt x="52349" y="20462"/>
                  </a:cubicBezTo>
                  <a:cubicBezTo>
                    <a:pt x="34034" y="19300"/>
                    <a:pt x="16676" y="14379"/>
                    <a:pt x="0" y="693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9" name="Google Shape;3089;p8"/>
            <p:cNvSpPr/>
            <p:nvPr/>
          </p:nvSpPr>
          <p:spPr>
            <a:xfrm rot="-969350">
              <a:off x="11008651" y="2677566"/>
              <a:ext cx="667139" cy="22613"/>
            </a:xfrm>
            <a:custGeom>
              <a:rect b="b" l="l" r="r" t="t"/>
              <a:pathLst>
                <a:path extrusionOk="0" h="24009" w="708352">
                  <a:moveTo>
                    <a:pt x="0" y="7128"/>
                  </a:moveTo>
                  <a:cubicBezTo>
                    <a:pt x="3691" y="5078"/>
                    <a:pt x="7245" y="1866"/>
                    <a:pt x="11140" y="1319"/>
                  </a:cubicBezTo>
                  <a:cubicBezTo>
                    <a:pt x="18657" y="294"/>
                    <a:pt x="26311" y="636"/>
                    <a:pt x="33965" y="636"/>
                  </a:cubicBezTo>
                  <a:cubicBezTo>
                    <a:pt x="247326" y="636"/>
                    <a:pt x="460754" y="567"/>
                    <a:pt x="674114" y="772"/>
                  </a:cubicBezTo>
                  <a:cubicBezTo>
                    <a:pt x="685663" y="772"/>
                    <a:pt x="698307" y="-3123"/>
                    <a:pt x="708353" y="6581"/>
                  </a:cubicBezTo>
                  <a:cubicBezTo>
                    <a:pt x="696188" y="13757"/>
                    <a:pt x="683067" y="18199"/>
                    <a:pt x="668920" y="19430"/>
                  </a:cubicBezTo>
                  <a:cubicBezTo>
                    <a:pt x="463488" y="25854"/>
                    <a:pt x="258055" y="25102"/>
                    <a:pt x="52690" y="19771"/>
                  </a:cubicBezTo>
                  <a:cubicBezTo>
                    <a:pt x="34376" y="18678"/>
                    <a:pt x="16744" y="14714"/>
                    <a:pt x="0" y="71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0" name="Google Shape;3090;p8"/>
            <p:cNvSpPr/>
            <p:nvPr/>
          </p:nvSpPr>
          <p:spPr>
            <a:xfrm rot="-969350">
              <a:off x="11061364" y="2687648"/>
              <a:ext cx="580439" cy="22436"/>
            </a:xfrm>
            <a:custGeom>
              <a:rect b="b" l="l" r="r" t="t"/>
              <a:pathLst>
                <a:path extrusionOk="0" h="23822" w="616296">
                  <a:moveTo>
                    <a:pt x="0" y="6720"/>
                  </a:moveTo>
                  <a:cubicBezTo>
                    <a:pt x="3827" y="4806"/>
                    <a:pt x="7449" y="1799"/>
                    <a:pt x="11481" y="1253"/>
                  </a:cubicBezTo>
                  <a:cubicBezTo>
                    <a:pt x="18998" y="296"/>
                    <a:pt x="26721" y="638"/>
                    <a:pt x="34375" y="638"/>
                  </a:cubicBezTo>
                  <a:cubicBezTo>
                    <a:pt x="216845" y="638"/>
                    <a:pt x="399315" y="569"/>
                    <a:pt x="581785" y="774"/>
                  </a:cubicBezTo>
                  <a:cubicBezTo>
                    <a:pt x="593403" y="774"/>
                    <a:pt x="606046" y="-3053"/>
                    <a:pt x="616297" y="6310"/>
                  </a:cubicBezTo>
                  <a:cubicBezTo>
                    <a:pt x="599691" y="13896"/>
                    <a:pt x="582400" y="19090"/>
                    <a:pt x="564016" y="19978"/>
                  </a:cubicBezTo>
                  <a:cubicBezTo>
                    <a:pt x="397880" y="25240"/>
                    <a:pt x="231675" y="24967"/>
                    <a:pt x="65539" y="19978"/>
                  </a:cubicBezTo>
                  <a:cubicBezTo>
                    <a:pt x="42917" y="19568"/>
                    <a:pt x="21185" y="14374"/>
                    <a:pt x="0" y="6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1" name="Google Shape;3091;p8"/>
            <p:cNvSpPr/>
            <p:nvPr/>
          </p:nvSpPr>
          <p:spPr>
            <a:xfrm rot="-969350">
              <a:off x="11126265" y="2697851"/>
              <a:ext cx="469475" cy="22203"/>
            </a:xfrm>
            <a:custGeom>
              <a:rect b="b" l="l" r="r" t="t"/>
              <a:pathLst>
                <a:path extrusionOk="0" h="23575" w="498477">
                  <a:moveTo>
                    <a:pt x="0" y="6853"/>
                  </a:moveTo>
                  <a:cubicBezTo>
                    <a:pt x="3758" y="4871"/>
                    <a:pt x="7312" y="1796"/>
                    <a:pt x="11276" y="1249"/>
                  </a:cubicBezTo>
                  <a:cubicBezTo>
                    <a:pt x="18794" y="224"/>
                    <a:pt x="26448" y="634"/>
                    <a:pt x="34034" y="634"/>
                  </a:cubicBezTo>
                  <a:cubicBezTo>
                    <a:pt x="177481" y="634"/>
                    <a:pt x="320928" y="498"/>
                    <a:pt x="464444" y="771"/>
                  </a:cubicBezTo>
                  <a:cubicBezTo>
                    <a:pt x="475925" y="771"/>
                    <a:pt x="488637" y="-3193"/>
                    <a:pt x="498477" y="6853"/>
                  </a:cubicBezTo>
                  <a:cubicBezTo>
                    <a:pt x="477224" y="14439"/>
                    <a:pt x="455696" y="20248"/>
                    <a:pt x="432870" y="19975"/>
                  </a:cubicBezTo>
                  <a:cubicBezTo>
                    <a:pt x="314846" y="25579"/>
                    <a:pt x="196753" y="23939"/>
                    <a:pt x="78729" y="19838"/>
                  </a:cubicBezTo>
                  <a:cubicBezTo>
                    <a:pt x="51870" y="19496"/>
                    <a:pt x="25628" y="14849"/>
                    <a:pt x="0" y="685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2" name="Google Shape;3092;p8"/>
            <p:cNvSpPr/>
            <p:nvPr/>
          </p:nvSpPr>
          <p:spPr>
            <a:xfrm rot="-969350">
              <a:off x="10032322" y="2560592"/>
              <a:ext cx="108395" cy="178754"/>
            </a:xfrm>
            <a:custGeom>
              <a:rect b="b" l="l" r="r" t="t"/>
              <a:pathLst>
                <a:path extrusionOk="0" h="189796" w="115091">
                  <a:moveTo>
                    <a:pt x="35543" y="1588"/>
                  </a:moveTo>
                  <a:cubicBezTo>
                    <a:pt x="44769" y="1998"/>
                    <a:pt x="54337" y="768"/>
                    <a:pt x="61854" y="8081"/>
                  </a:cubicBezTo>
                  <a:cubicBezTo>
                    <a:pt x="57208" y="53391"/>
                    <a:pt x="49963" y="98769"/>
                    <a:pt x="65203" y="143601"/>
                  </a:cubicBezTo>
                  <a:cubicBezTo>
                    <a:pt x="68005" y="144967"/>
                    <a:pt x="70602" y="146676"/>
                    <a:pt x="73062" y="148589"/>
                  </a:cubicBezTo>
                  <a:cubicBezTo>
                    <a:pt x="82493" y="164855"/>
                    <a:pt x="110855" y="154330"/>
                    <a:pt x="115092" y="178113"/>
                  </a:cubicBezTo>
                  <a:cubicBezTo>
                    <a:pt x="113383" y="181325"/>
                    <a:pt x="110855" y="183580"/>
                    <a:pt x="107575" y="185152"/>
                  </a:cubicBezTo>
                  <a:cubicBezTo>
                    <a:pt x="85500" y="191917"/>
                    <a:pt x="63016" y="189594"/>
                    <a:pt x="40600" y="188569"/>
                  </a:cubicBezTo>
                  <a:cubicBezTo>
                    <a:pt x="18253" y="186245"/>
                    <a:pt x="12581" y="170868"/>
                    <a:pt x="11624" y="151733"/>
                  </a:cubicBezTo>
                  <a:cubicBezTo>
                    <a:pt x="10462" y="127745"/>
                    <a:pt x="11624" y="103690"/>
                    <a:pt x="10804" y="79634"/>
                  </a:cubicBezTo>
                  <a:cubicBezTo>
                    <a:pt x="10325" y="66444"/>
                    <a:pt x="8275" y="53596"/>
                    <a:pt x="621" y="42319"/>
                  </a:cubicBezTo>
                  <a:cubicBezTo>
                    <a:pt x="-1907" y="34255"/>
                    <a:pt x="3901" y="28925"/>
                    <a:pt x="6976" y="22637"/>
                  </a:cubicBezTo>
                  <a:cubicBezTo>
                    <a:pt x="14699" y="13343"/>
                    <a:pt x="15587" y="-5587"/>
                    <a:pt x="35543" y="158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3" name="Google Shape;3093;p8"/>
            <p:cNvSpPr/>
            <p:nvPr/>
          </p:nvSpPr>
          <p:spPr>
            <a:xfrm rot="-969350">
              <a:off x="11203421" y="2708137"/>
              <a:ext cx="333537" cy="20626"/>
            </a:xfrm>
            <a:custGeom>
              <a:rect b="b" l="l" r="r" t="t"/>
              <a:pathLst>
                <a:path extrusionOk="0" h="21900" w="354141">
                  <a:moveTo>
                    <a:pt x="0" y="6600"/>
                  </a:moveTo>
                  <a:cubicBezTo>
                    <a:pt x="6697" y="-985"/>
                    <a:pt x="15718" y="518"/>
                    <a:pt x="24260" y="450"/>
                  </a:cubicBezTo>
                  <a:cubicBezTo>
                    <a:pt x="62190" y="381"/>
                    <a:pt x="100119" y="381"/>
                    <a:pt x="138117" y="381"/>
                  </a:cubicBezTo>
                  <a:cubicBezTo>
                    <a:pt x="199897" y="381"/>
                    <a:pt x="261676" y="245"/>
                    <a:pt x="323457" y="518"/>
                  </a:cubicBezTo>
                  <a:cubicBezTo>
                    <a:pt x="333913" y="586"/>
                    <a:pt x="345394" y="-2762"/>
                    <a:pt x="354142" y="6737"/>
                  </a:cubicBezTo>
                  <a:cubicBezTo>
                    <a:pt x="324755" y="15963"/>
                    <a:pt x="294138" y="17672"/>
                    <a:pt x="263795" y="19449"/>
                  </a:cubicBezTo>
                  <a:cubicBezTo>
                    <a:pt x="185272" y="24096"/>
                    <a:pt x="106817" y="22319"/>
                    <a:pt x="28703" y="12546"/>
                  </a:cubicBezTo>
                  <a:cubicBezTo>
                    <a:pt x="19067" y="11453"/>
                    <a:pt x="9635" y="8651"/>
                    <a:pt x="0" y="66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4" name="Google Shape;3094;p8"/>
            <p:cNvSpPr/>
            <p:nvPr/>
          </p:nvSpPr>
          <p:spPr>
            <a:xfrm rot="-969350">
              <a:off x="10104822" y="2838586"/>
              <a:ext cx="117989" cy="168210"/>
            </a:xfrm>
            <a:custGeom>
              <a:rect b="b" l="l" r="r" t="t"/>
              <a:pathLst>
                <a:path extrusionOk="0" h="178601" w="125278">
                  <a:moveTo>
                    <a:pt x="75662" y="168758"/>
                  </a:moveTo>
                  <a:cubicBezTo>
                    <a:pt x="69990" y="174704"/>
                    <a:pt x="62472" y="174704"/>
                    <a:pt x="55091" y="174909"/>
                  </a:cubicBezTo>
                  <a:cubicBezTo>
                    <a:pt x="31582" y="187005"/>
                    <a:pt x="21331" y="166435"/>
                    <a:pt x="7116" y="155500"/>
                  </a:cubicBezTo>
                  <a:cubicBezTo>
                    <a:pt x="4314" y="153518"/>
                    <a:pt x="2059" y="151058"/>
                    <a:pt x="282" y="148119"/>
                  </a:cubicBezTo>
                  <a:cubicBezTo>
                    <a:pt x="-470" y="144497"/>
                    <a:pt x="282" y="141285"/>
                    <a:pt x="2538" y="138347"/>
                  </a:cubicBezTo>
                  <a:cubicBezTo>
                    <a:pt x="4998" y="135750"/>
                    <a:pt x="7868" y="133700"/>
                    <a:pt x="10943" y="131991"/>
                  </a:cubicBezTo>
                  <a:cubicBezTo>
                    <a:pt x="25568" y="123243"/>
                    <a:pt x="23586" y="108208"/>
                    <a:pt x="24338" y="94677"/>
                  </a:cubicBezTo>
                  <a:cubicBezTo>
                    <a:pt x="25363" y="76498"/>
                    <a:pt x="24680" y="58251"/>
                    <a:pt x="24884" y="40073"/>
                  </a:cubicBezTo>
                  <a:cubicBezTo>
                    <a:pt x="25226" y="16153"/>
                    <a:pt x="34315" y="845"/>
                    <a:pt x="60627" y="708"/>
                  </a:cubicBezTo>
                  <a:cubicBezTo>
                    <a:pt x="76550" y="-248"/>
                    <a:pt x="92542" y="-590"/>
                    <a:pt x="108329" y="2007"/>
                  </a:cubicBezTo>
                  <a:cubicBezTo>
                    <a:pt x="115436" y="3169"/>
                    <a:pt x="125141" y="4399"/>
                    <a:pt x="125277" y="13351"/>
                  </a:cubicBezTo>
                  <a:cubicBezTo>
                    <a:pt x="125414" y="22577"/>
                    <a:pt x="116120" y="23739"/>
                    <a:pt x="108739" y="23808"/>
                  </a:cubicBezTo>
                  <a:cubicBezTo>
                    <a:pt x="101221" y="23944"/>
                    <a:pt x="93978" y="25584"/>
                    <a:pt x="86733" y="26473"/>
                  </a:cubicBezTo>
                  <a:cubicBezTo>
                    <a:pt x="84819" y="26541"/>
                    <a:pt x="82770" y="26541"/>
                    <a:pt x="80788" y="26678"/>
                  </a:cubicBezTo>
                  <a:cubicBezTo>
                    <a:pt x="78737" y="26883"/>
                    <a:pt x="76756" y="26678"/>
                    <a:pt x="74842" y="25789"/>
                  </a:cubicBezTo>
                  <a:cubicBezTo>
                    <a:pt x="75799" y="29138"/>
                    <a:pt x="78259" y="25311"/>
                    <a:pt x="79694" y="26746"/>
                  </a:cubicBezTo>
                  <a:cubicBezTo>
                    <a:pt x="89262" y="28660"/>
                    <a:pt x="100948" y="19980"/>
                    <a:pt x="108192" y="32692"/>
                  </a:cubicBezTo>
                  <a:cubicBezTo>
                    <a:pt x="108192" y="36109"/>
                    <a:pt x="106757" y="38774"/>
                    <a:pt x="103955" y="40688"/>
                  </a:cubicBezTo>
                  <a:cubicBezTo>
                    <a:pt x="96642" y="44788"/>
                    <a:pt x="88510" y="45540"/>
                    <a:pt x="80514" y="46770"/>
                  </a:cubicBezTo>
                  <a:cubicBezTo>
                    <a:pt x="76345" y="48342"/>
                    <a:pt x="71834" y="50324"/>
                    <a:pt x="71767" y="55244"/>
                  </a:cubicBezTo>
                  <a:cubicBezTo>
                    <a:pt x="71493" y="93242"/>
                    <a:pt x="66299" y="131239"/>
                    <a:pt x="75662" y="16875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5" name="Google Shape;3095;p8"/>
            <p:cNvSpPr/>
            <p:nvPr/>
          </p:nvSpPr>
          <p:spPr>
            <a:xfrm rot="-969350">
              <a:off x="10214114" y="2834692"/>
              <a:ext cx="68205" cy="114731"/>
            </a:xfrm>
            <a:custGeom>
              <a:rect b="b" l="l" r="r" t="t"/>
              <a:pathLst>
                <a:path extrusionOk="0" h="121818" w="72418">
                  <a:moveTo>
                    <a:pt x="57848" y="106560"/>
                  </a:moveTo>
                  <a:cubicBezTo>
                    <a:pt x="49169" y="114965"/>
                    <a:pt x="38507" y="118998"/>
                    <a:pt x="26753" y="120569"/>
                  </a:cubicBezTo>
                  <a:cubicBezTo>
                    <a:pt x="4679" y="126583"/>
                    <a:pt x="3243" y="109635"/>
                    <a:pt x="2082" y="96240"/>
                  </a:cubicBezTo>
                  <a:cubicBezTo>
                    <a:pt x="-106" y="70476"/>
                    <a:pt x="-2429" y="44369"/>
                    <a:pt x="5636" y="18878"/>
                  </a:cubicBezTo>
                  <a:cubicBezTo>
                    <a:pt x="16502" y="1041"/>
                    <a:pt x="33450" y="-1487"/>
                    <a:pt x="52107" y="631"/>
                  </a:cubicBezTo>
                  <a:cubicBezTo>
                    <a:pt x="57301" y="1930"/>
                    <a:pt x="61880" y="4253"/>
                    <a:pt x="64955" y="8764"/>
                  </a:cubicBezTo>
                  <a:cubicBezTo>
                    <a:pt x="53269" y="20518"/>
                    <a:pt x="74386" y="17170"/>
                    <a:pt x="72268" y="24551"/>
                  </a:cubicBezTo>
                  <a:cubicBezTo>
                    <a:pt x="46093" y="48196"/>
                    <a:pt x="53337" y="77583"/>
                    <a:pt x="57848" y="10656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6" name="Google Shape;3096;p8"/>
            <p:cNvSpPr/>
            <p:nvPr/>
          </p:nvSpPr>
          <p:spPr>
            <a:xfrm rot="-969350">
              <a:off x="10081708" y="2563834"/>
              <a:ext cx="67246" cy="140141"/>
            </a:xfrm>
            <a:custGeom>
              <a:rect b="b" l="l" r="r" t="t"/>
              <a:pathLst>
                <a:path extrusionOk="0" h="148798" w="71400">
                  <a:moveTo>
                    <a:pt x="18933" y="141157"/>
                  </a:moveTo>
                  <a:cubicBezTo>
                    <a:pt x="16541" y="140679"/>
                    <a:pt x="14148" y="140132"/>
                    <a:pt x="11757" y="139653"/>
                  </a:cubicBezTo>
                  <a:cubicBezTo>
                    <a:pt x="-8472" y="98649"/>
                    <a:pt x="3214" y="55663"/>
                    <a:pt x="4717" y="13496"/>
                  </a:cubicBezTo>
                  <a:cubicBezTo>
                    <a:pt x="5059" y="3245"/>
                    <a:pt x="13944" y="-3384"/>
                    <a:pt x="26108" y="1810"/>
                  </a:cubicBezTo>
                  <a:cubicBezTo>
                    <a:pt x="33216" y="1947"/>
                    <a:pt x="40323" y="2220"/>
                    <a:pt x="45654" y="8029"/>
                  </a:cubicBezTo>
                  <a:cubicBezTo>
                    <a:pt x="50164" y="36869"/>
                    <a:pt x="46269" y="65914"/>
                    <a:pt x="47704" y="94822"/>
                  </a:cubicBezTo>
                  <a:cubicBezTo>
                    <a:pt x="48387" y="109037"/>
                    <a:pt x="49139" y="123115"/>
                    <a:pt x="65883" y="128719"/>
                  </a:cubicBezTo>
                  <a:cubicBezTo>
                    <a:pt x="70120" y="132751"/>
                    <a:pt x="74083" y="136851"/>
                    <a:pt x="69026" y="142934"/>
                  </a:cubicBezTo>
                  <a:cubicBezTo>
                    <a:pt x="51941" y="152775"/>
                    <a:pt x="35335" y="148879"/>
                    <a:pt x="18933" y="14115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7" name="Google Shape;3097;p8"/>
            <p:cNvSpPr/>
            <p:nvPr/>
          </p:nvSpPr>
          <p:spPr>
            <a:xfrm rot="-969350">
              <a:off x="10315519" y="2763624"/>
              <a:ext cx="85568" cy="88881"/>
            </a:xfrm>
            <a:custGeom>
              <a:rect b="b" l="l" r="r" t="t"/>
              <a:pathLst>
                <a:path extrusionOk="0" h="94372" w="90854">
                  <a:moveTo>
                    <a:pt x="87369" y="34506"/>
                  </a:moveTo>
                  <a:cubicBezTo>
                    <a:pt x="72129" y="52412"/>
                    <a:pt x="54975" y="68062"/>
                    <a:pt x="34952" y="80363"/>
                  </a:cubicBezTo>
                  <a:cubicBezTo>
                    <a:pt x="32764" y="82413"/>
                    <a:pt x="30373" y="84259"/>
                    <a:pt x="27844" y="85899"/>
                  </a:cubicBezTo>
                  <a:lnTo>
                    <a:pt x="27161" y="86377"/>
                  </a:lnTo>
                  <a:cubicBezTo>
                    <a:pt x="24564" y="90956"/>
                    <a:pt x="17661" y="89247"/>
                    <a:pt x="15474" y="94373"/>
                  </a:cubicBezTo>
                  <a:lnTo>
                    <a:pt x="15679" y="94305"/>
                  </a:lnTo>
                  <a:cubicBezTo>
                    <a:pt x="-6804" y="88632"/>
                    <a:pt x="1670" y="71000"/>
                    <a:pt x="1123" y="56854"/>
                  </a:cubicBezTo>
                  <a:cubicBezTo>
                    <a:pt x="1806" y="53573"/>
                    <a:pt x="3036" y="50430"/>
                    <a:pt x="4745" y="47491"/>
                  </a:cubicBezTo>
                  <a:cubicBezTo>
                    <a:pt x="8504" y="42024"/>
                    <a:pt x="13424" y="37582"/>
                    <a:pt x="18276" y="33140"/>
                  </a:cubicBezTo>
                  <a:cubicBezTo>
                    <a:pt x="40829" y="22137"/>
                    <a:pt x="57094" y="-1988"/>
                    <a:pt x="86139" y="131"/>
                  </a:cubicBezTo>
                  <a:cubicBezTo>
                    <a:pt x="92836" y="11407"/>
                    <a:pt x="91606" y="22888"/>
                    <a:pt x="87369" y="3450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8" name="Google Shape;3098;p8"/>
            <p:cNvSpPr/>
            <p:nvPr/>
          </p:nvSpPr>
          <p:spPr>
            <a:xfrm rot="-969350">
              <a:off x="10461883" y="2533843"/>
              <a:ext cx="132283" cy="36045"/>
            </a:xfrm>
            <a:custGeom>
              <a:rect b="b" l="l" r="r" t="t"/>
              <a:pathLst>
                <a:path extrusionOk="0" h="38272" w="140454">
                  <a:moveTo>
                    <a:pt x="132787" y="0"/>
                  </a:moveTo>
                  <a:cubicBezTo>
                    <a:pt x="134770" y="478"/>
                    <a:pt x="136683" y="1093"/>
                    <a:pt x="138528" y="1845"/>
                  </a:cubicBezTo>
                  <a:cubicBezTo>
                    <a:pt x="143039" y="15240"/>
                    <a:pt x="139758" y="25765"/>
                    <a:pt x="127320" y="33077"/>
                  </a:cubicBezTo>
                  <a:cubicBezTo>
                    <a:pt x="84812" y="36699"/>
                    <a:pt x="42031" y="45242"/>
                    <a:pt x="548" y="27063"/>
                  </a:cubicBezTo>
                  <a:cubicBezTo>
                    <a:pt x="343" y="21664"/>
                    <a:pt x="-272" y="16197"/>
                    <a:pt x="138" y="10798"/>
                  </a:cubicBezTo>
                  <a:cubicBezTo>
                    <a:pt x="480" y="6082"/>
                    <a:pt x="3692" y="2597"/>
                    <a:pt x="8475" y="2255"/>
                  </a:cubicBezTo>
                  <a:cubicBezTo>
                    <a:pt x="17155" y="1572"/>
                    <a:pt x="25902" y="1572"/>
                    <a:pt x="34650" y="1435"/>
                  </a:cubicBezTo>
                  <a:cubicBezTo>
                    <a:pt x="67385" y="957"/>
                    <a:pt x="100052" y="478"/>
                    <a:pt x="13278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9" name="Google Shape;3099;p8"/>
            <p:cNvSpPr/>
            <p:nvPr/>
          </p:nvSpPr>
          <p:spPr>
            <a:xfrm rot="-969350">
              <a:off x="10130781" y="2569650"/>
              <a:ext cx="56101" cy="121710"/>
            </a:xfrm>
            <a:custGeom>
              <a:rect b="b" l="l" r="r" t="t"/>
              <a:pathLst>
                <a:path extrusionOk="0" h="129229" w="59567">
                  <a:moveTo>
                    <a:pt x="19179" y="120482"/>
                  </a:moveTo>
                  <a:cubicBezTo>
                    <a:pt x="16991" y="118568"/>
                    <a:pt x="14805" y="116586"/>
                    <a:pt x="12549" y="114673"/>
                  </a:cubicBezTo>
                  <a:cubicBezTo>
                    <a:pt x="-6518" y="82621"/>
                    <a:pt x="521" y="48451"/>
                    <a:pt x="5442" y="14895"/>
                  </a:cubicBezTo>
                  <a:cubicBezTo>
                    <a:pt x="7560" y="612"/>
                    <a:pt x="18700" y="-3557"/>
                    <a:pt x="32299" y="3072"/>
                  </a:cubicBezTo>
                  <a:cubicBezTo>
                    <a:pt x="42619" y="4644"/>
                    <a:pt x="51982" y="8266"/>
                    <a:pt x="59567" y="15647"/>
                  </a:cubicBezTo>
                  <a:cubicBezTo>
                    <a:pt x="45490" y="43940"/>
                    <a:pt x="43918" y="73053"/>
                    <a:pt x="53690" y="102918"/>
                  </a:cubicBezTo>
                  <a:cubicBezTo>
                    <a:pt x="64352" y="121234"/>
                    <a:pt x="56013" y="128204"/>
                    <a:pt x="37904" y="129230"/>
                  </a:cubicBezTo>
                  <a:cubicBezTo>
                    <a:pt x="30591" y="128751"/>
                    <a:pt x="23688" y="127179"/>
                    <a:pt x="19179" y="1204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0" name="Google Shape;3100;p8"/>
            <p:cNvSpPr/>
            <p:nvPr/>
          </p:nvSpPr>
          <p:spPr>
            <a:xfrm rot="-969350">
              <a:off x="10114720" y="2565073"/>
              <a:ext cx="43950" cy="118495"/>
            </a:xfrm>
            <a:custGeom>
              <a:rect b="b" l="l" r="r" t="t"/>
              <a:pathLst>
                <a:path extrusionOk="0" h="125815" w="46665">
                  <a:moveTo>
                    <a:pt x="46666" y="14215"/>
                  </a:moveTo>
                  <a:cubicBezTo>
                    <a:pt x="27735" y="18315"/>
                    <a:pt x="27257" y="18315"/>
                    <a:pt x="27052" y="32735"/>
                  </a:cubicBezTo>
                  <a:cubicBezTo>
                    <a:pt x="26710" y="63762"/>
                    <a:pt x="26915" y="94789"/>
                    <a:pt x="26847" y="125815"/>
                  </a:cubicBezTo>
                  <a:cubicBezTo>
                    <a:pt x="21517" y="125542"/>
                    <a:pt x="16049" y="125610"/>
                    <a:pt x="10787" y="124790"/>
                  </a:cubicBezTo>
                  <a:cubicBezTo>
                    <a:pt x="6344" y="124107"/>
                    <a:pt x="2107" y="121168"/>
                    <a:pt x="1970" y="116658"/>
                  </a:cubicBezTo>
                  <a:cubicBezTo>
                    <a:pt x="1082" y="79275"/>
                    <a:pt x="-3018" y="41825"/>
                    <a:pt x="4158" y="4579"/>
                  </a:cubicBezTo>
                  <a:cubicBezTo>
                    <a:pt x="4499" y="2802"/>
                    <a:pt x="7028" y="1504"/>
                    <a:pt x="8532" y="0"/>
                  </a:cubicBezTo>
                  <a:cubicBezTo>
                    <a:pt x="22337" y="1914"/>
                    <a:pt x="35389" y="5672"/>
                    <a:pt x="46666" y="1421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1" name="Google Shape;3101;p8"/>
            <p:cNvSpPr/>
            <p:nvPr/>
          </p:nvSpPr>
          <p:spPr>
            <a:xfrm rot="-969350">
              <a:off x="10172074" y="2864803"/>
              <a:ext cx="46509" cy="119621"/>
            </a:xfrm>
            <a:custGeom>
              <a:rect b="b" l="l" r="r" t="t"/>
              <a:pathLst>
                <a:path extrusionOk="0" h="127010" w="49382">
                  <a:moveTo>
                    <a:pt x="11476" y="0"/>
                  </a:moveTo>
                  <a:cubicBezTo>
                    <a:pt x="20223" y="273"/>
                    <a:pt x="28971" y="478"/>
                    <a:pt x="37718" y="752"/>
                  </a:cubicBezTo>
                  <a:cubicBezTo>
                    <a:pt x="57127" y="39023"/>
                    <a:pt x="46739" y="79275"/>
                    <a:pt x="45509" y="118845"/>
                  </a:cubicBezTo>
                  <a:cubicBezTo>
                    <a:pt x="40315" y="124654"/>
                    <a:pt x="33345" y="124995"/>
                    <a:pt x="26305" y="125200"/>
                  </a:cubicBezTo>
                  <a:cubicBezTo>
                    <a:pt x="14277" y="130258"/>
                    <a:pt x="5257" y="124175"/>
                    <a:pt x="4573" y="113651"/>
                  </a:cubicBezTo>
                  <a:cubicBezTo>
                    <a:pt x="2113" y="75653"/>
                    <a:pt x="-7386" y="36836"/>
                    <a:pt x="11476"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2" name="Google Shape;3102;p8"/>
            <p:cNvSpPr/>
            <p:nvPr/>
          </p:nvSpPr>
          <p:spPr>
            <a:xfrm rot="-969350">
              <a:off x="10204246" y="2850244"/>
              <a:ext cx="38878" cy="117993"/>
            </a:xfrm>
            <a:custGeom>
              <a:rect b="b" l="l" r="r" t="t"/>
              <a:pathLst>
                <a:path extrusionOk="0" h="125282" w="41279">
                  <a:moveTo>
                    <a:pt x="7997" y="125282"/>
                  </a:moveTo>
                  <a:cubicBezTo>
                    <a:pt x="-272" y="119337"/>
                    <a:pt x="1" y="110521"/>
                    <a:pt x="1" y="101773"/>
                  </a:cubicBezTo>
                  <a:cubicBezTo>
                    <a:pt x="69" y="70268"/>
                    <a:pt x="138" y="38695"/>
                    <a:pt x="206" y="7189"/>
                  </a:cubicBezTo>
                  <a:cubicBezTo>
                    <a:pt x="206" y="7189"/>
                    <a:pt x="138" y="5208"/>
                    <a:pt x="138" y="5208"/>
                  </a:cubicBezTo>
                  <a:cubicBezTo>
                    <a:pt x="8954" y="-2037"/>
                    <a:pt x="17634" y="-1558"/>
                    <a:pt x="26176" y="5618"/>
                  </a:cubicBezTo>
                  <a:cubicBezTo>
                    <a:pt x="26245" y="35072"/>
                    <a:pt x="26449" y="64596"/>
                    <a:pt x="26312" y="94051"/>
                  </a:cubicBezTo>
                  <a:cubicBezTo>
                    <a:pt x="26245" y="104575"/>
                    <a:pt x="31302" y="110179"/>
                    <a:pt x="41279" y="112024"/>
                  </a:cubicBezTo>
                  <a:cubicBezTo>
                    <a:pt x="31438" y="119542"/>
                    <a:pt x="20503" y="124326"/>
                    <a:pt x="7997" y="1252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3" name="Google Shape;3103;p8"/>
            <p:cNvSpPr/>
            <p:nvPr/>
          </p:nvSpPr>
          <p:spPr>
            <a:xfrm rot="-969350">
              <a:off x="10165158" y="2576000"/>
              <a:ext cx="45150" cy="91531"/>
            </a:xfrm>
            <a:custGeom>
              <a:rect b="b" l="l" r="r" t="t"/>
              <a:pathLst>
                <a:path extrusionOk="0" h="97186" w="47939">
                  <a:moveTo>
                    <a:pt x="8439" y="92944"/>
                  </a:moveTo>
                  <a:cubicBezTo>
                    <a:pt x="7619" y="92192"/>
                    <a:pt x="6456" y="91645"/>
                    <a:pt x="6114" y="90688"/>
                  </a:cubicBezTo>
                  <a:cubicBezTo>
                    <a:pt x="-3726" y="64514"/>
                    <a:pt x="511" y="37724"/>
                    <a:pt x="3723" y="11276"/>
                  </a:cubicBezTo>
                  <a:cubicBezTo>
                    <a:pt x="4748" y="3075"/>
                    <a:pt x="14179" y="1298"/>
                    <a:pt x="21833" y="0"/>
                  </a:cubicBezTo>
                  <a:cubicBezTo>
                    <a:pt x="31879" y="1777"/>
                    <a:pt x="40764" y="5741"/>
                    <a:pt x="47940" y="13258"/>
                  </a:cubicBezTo>
                  <a:cubicBezTo>
                    <a:pt x="37210" y="39023"/>
                    <a:pt x="51630" y="68614"/>
                    <a:pt x="35501" y="93627"/>
                  </a:cubicBezTo>
                  <a:cubicBezTo>
                    <a:pt x="26275" y="99914"/>
                    <a:pt x="17322" y="96702"/>
                    <a:pt x="8439" y="9294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4" name="Google Shape;3104;p8"/>
            <p:cNvSpPr/>
            <p:nvPr/>
          </p:nvSpPr>
          <p:spPr>
            <a:xfrm rot="-969350">
              <a:off x="10073263" y="2566805"/>
              <a:ext cx="32234" cy="135809"/>
            </a:xfrm>
            <a:custGeom>
              <a:rect b="b" l="l" r="r" t="t"/>
              <a:pathLst>
                <a:path extrusionOk="0" h="144199" w="34225">
                  <a:moveTo>
                    <a:pt x="34225" y="6356"/>
                  </a:moveTo>
                  <a:cubicBezTo>
                    <a:pt x="24179" y="8133"/>
                    <a:pt x="19464" y="13941"/>
                    <a:pt x="19601" y="24261"/>
                  </a:cubicBezTo>
                  <a:cubicBezTo>
                    <a:pt x="19805" y="43738"/>
                    <a:pt x="19533" y="63147"/>
                    <a:pt x="19533" y="82624"/>
                  </a:cubicBezTo>
                  <a:cubicBezTo>
                    <a:pt x="19601" y="103126"/>
                    <a:pt x="19737" y="123697"/>
                    <a:pt x="19874" y="144199"/>
                  </a:cubicBezTo>
                  <a:cubicBezTo>
                    <a:pt x="2037" y="141739"/>
                    <a:pt x="260" y="140987"/>
                    <a:pt x="192" y="129438"/>
                  </a:cubicBezTo>
                  <a:cubicBezTo>
                    <a:pt x="-149" y="91372"/>
                    <a:pt x="55" y="53237"/>
                    <a:pt x="123" y="15172"/>
                  </a:cubicBezTo>
                  <a:cubicBezTo>
                    <a:pt x="123" y="5877"/>
                    <a:pt x="5728" y="1640"/>
                    <a:pt x="14065" y="0"/>
                  </a:cubicBezTo>
                  <a:cubicBezTo>
                    <a:pt x="21377" y="205"/>
                    <a:pt x="28690" y="478"/>
                    <a:pt x="34225" y="63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5" name="Google Shape;3105;p8"/>
            <p:cNvSpPr/>
            <p:nvPr/>
          </p:nvSpPr>
          <p:spPr>
            <a:xfrm rot="-969350">
              <a:off x="10521879" y="2738023"/>
              <a:ext cx="137548" cy="47619"/>
            </a:xfrm>
            <a:custGeom>
              <a:rect b="b" l="l" r="r" t="t"/>
              <a:pathLst>
                <a:path extrusionOk="0" h="50561" w="146045">
                  <a:moveTo>
                    <a:pt x="0" y="18920"/>
                  </a:moveTo>
                  <a:cubicBezTo>
                    <a:pt x="616" y="16255"/>
                    <a:pt x="1231" y="13521"/>
                    <a:pt x="1777" y="10856"/>
                  </a:cubicBezTo>
                  <a:cubicBezTo>
                    <a:pt x="43260" y="-7323"/>
                    <a:pt x="86110" y="2313"/>
                    <a:pt x="128686" y="4568"/>
                  </a:cubicBezTo>
                  <a:cubicBezTo>
                    <a:pt x="136818" y="8054"/>
                    <a:pt x="141329" y="14614"/>
                    <a:pt x="144473" y="22474"/>
                  </a:cubicBezTo>
                  <a:cubicBezTo>
                    <a:pt x="146592" y="32451"/>
                    <a:pt x="148437" y="42361"/>
                    <a:pt x="136818" y="48375"/>
                  </a:cubicBezTo>
                  <a:cubicBezTo>
                    <a:pt x="135452" y="48648"/>
                    <a:pt x="134495" y="49400"/>
                    <a:pt x="133812" y="50562"/>
                  </a:cubicBezTo>
                  <a:cubicBezTo>
                    <a:pt x="133812" y="50562"/>
                    <a:pt x="132513" y="49331"/>
                    <a:pt x="132513" y="49331"/>
                  </a:cubicBezTo>
                  <a:lnTo>
                    <a:pt x="133607" y="47896"/>
                  </a:lnTo>
                  <a:cubicBezTo>
                    <a:pt x="107296" y="32588"/>
                    <a:pt x="78524" y="42976"/>
                    <a:pt x="50983" y="40242"/>
                  </a:cubicBezTo>
                  <a:cubicBezTo>
                    <a:pt x="34034" y="38602"/>
                    <a:pt x="15992" y="43454"/>
                    <a:pt x="1367" y="30264"/>
                  </a:cubicBezTo>
                  <a:cubicBezTo>
                    <a:pt x="957" y="26506"/>
                    <a:pt x="479" y="22679"/>
                    <a:pt x="0" y="189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6" name="Google Shape;3106;p8"/>
            <p:cNvSpPr/>
            <p:nvPr/>
          </p:nvSpPr>
          <p:spPr>
            <a:xfrm rot="-969350">
              <a:off x="10165360" y="2868850"/>
              <a:ext cx="32615" cy="123966"/>
            </a:xfrm>
            <a:custGeom>
              <a:rect b="b" l="l" r="r" t="t"/>
              <a:pathLst>
                <a:path extrusionOk="0" h="131624" w="34630">
                  <a:moveTo>
                    <a:pt x="19869" y="0"/>
                  </a:moveTo>
                  <a:cubicBezTo>
                    <a:pt x="19801" y="34717"/>
                    <a:pt x="19869" y="69434"/>
                    <a:pt x="19596" y="104151"/>
                  </a:cubicBezTo>
                  <a:cubicBezTo>
                    <a:pt x="19527" y="115086"/>
                    <a:pt x="22261" y="123424"/>
                    <a:pt x="34630" y="125200"/>
                  </a:cubicBezTo>
                  <a:cubicBezTo>
                    <a:pt x="29095" y="131009"/>
                    <a:pt x="21851" y="131419"/>
                    <a:pt x="14470" y="131624"/>
                  </a:cubicBezTo>
                  <a:cubicBezTo>
                    <a:pt x="6270" y="129916"/>
                    <a:pt x="187" y="126020"/>
                    <a:pt x="187" y="116658"/>
                  </a:cubicBezTo>
                  <a:cubicBezTo>
                    <a:pt x="50" y="82829"/>
                    <a:pt x="-155" y="49069"/>
                    <a:pt x="187" y="15240"/>
                  </a:cubicBezTo>
                  <a:cubicBezTo>
                    <a:pt x="392" y="3690"/>
                    <a:pt x="1827" y="3075"/>
                    <a:pt x="19869"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7" name="Google Shape;3107;p8"/>
            <p:cNvSpPr/>
            <p:nvPr/>
          </p:nvSpPr>
          <p:spPr>
            <a:xfrm rot="-969350">
              <a:off x="10255983" y="2844223"/>
              <a:ext cx="40065" cy="82839"/>
            </a:xfrm>
            <a:custGeom>
              <a:rect b="b" l="l" r="r" t="t"/>
              <a:pathLst>
                <a:path extrusionOk="0" h="87956" w="42540">
                  <a:moveTo>
                    <a:pt x="12662" y="87956"/>
                  </a:moveTo>
                  <a:cubicBezTo>
                    <a:pt x="7195" y="86795"/>
                    <a:pt x="770" y="84813"/>
                    <a:pt x="566" y="78799"/>
                  </a:cubicBezTo>
                  <a:cubicBezTo>
                    <a:pt x="-254" y="59185"/>
                    <a:pt x="19" y="39571"/>
                    <a:pt x="156" y="19957"/>
                  </a:cubicBezTo>
                  <a:cubicBezTo>
                    <a:pt x="156" y="15173"/>
                    <a:pt x="3504" y="11825"/>
                    <a:pt x="7878" y="10526"/>
                  </a:cubicBezTo>
                  <a:cubicBezTo>
                    <a:pt x="14029" y="8681"/>
                    <a:pt x="21000" y="8955"/>
                    <a:pt x="25715" y="3419"/>
                  </a:cubicBezTo>
                  <a:cubicBezTo>
                    <a:pt x="30089" y="-887"/>
                    <a:pt x="34873" y="-955"/>
                    <a:pt x="39930" y="2257"/>
                  </a:cubicBezTo>
                  <a:cubicBezTo>
                    <a:pt x="44645" y="26450"/>
                    <a:pt x="42254" y="50506"/>
                    <a:pt x="38426" y="74562"/>
                  </a:cubicBezTo>
                  <a:cubicBezTo>
                    <a:pt x="31524" y="82352"/>
                    <a:pt x="22640" y="86111"/>
                    <a:pt x="12662" y="879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8" name="Google Shape;3108;p8"/>
            <p:cNvSpPr/>
            <p:nvPr/>
          </p:nvSpPr>
          <p:spPr>
            <a:xfrm rot="-969350">
              <a:off x="10527293" y="2767410"/>
              <a:ext cx="124565" cy="18482"/>
            </a:xfrm>
            <a:custGeom>
              <a:rect b="b" l="l" r="r" t="t"/>
              <a:pathLst>
                <a:path extrusionOk="0" h="19624" w="132260">
                  <a:moveTo>
                    <a:pt x="21" y="70"/>
                  </a:moveTo>
                  <a:cubicBezTo>
                    <a:pt x="38019" y="70"/>
                    <a:pt x="76085" y="344"/>
                    <a:pt x="114082" y="2"/>
                  </a:cubicBezTo>
                  <a:cubicBezTo>
                    <a:pt x="126725" y="-135"/>
                    <a:pt x="131714" y="6153"/>
                    <a:pt x="132261" y="17634"/>
                  </a:cubicBezTo>
                  <a:cubicBezTo>
                    <a:pt x="92418" y="21324"/>
                    <a:pt x="52507" y="18659"/>
                    <a:pt x="12664" y="19138"/>
                  </a:cubicBezTo>
                  <a:cubicBezTo>
                    <a:pt x="21" y="19274"/>
                    <a:pt x="-115" y="18386"/>
                    <a:pt x="21" y="7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9" name="Google Shape;3109;p8"/>
            <p:cNvSpPr/>
            <p:nvPr/>
          </p:nvSpPr>
          <p:spPr>
            <a:xfrm rot="-969350">
              <a:off x="10465748" y="2558837"/>
              <a:ext cx="134539" cy="28142"/>
            </a:xfrm>
            <a:custGeom>
              <a:rect b="b" l="l" r="r" t="t"/>
              <a:pathLst>
                <a:path extrusionOk="0" h="29880" w="142850">
                  <a:moveTo>
                    <a:pt x="2871" y="0"/>
                  </a:moveTo>
                  <a:cubicBezTo>
                    <a:pt x="46745" y="0"/>
                    <a:pt x="90552" y="68"/>
                    <a:pt x="134427" y="68"/>
                  </a:cubicBezTo>
                  <a:cubicBezTo>
                    <a:pt x="140030" y="2119"/>
                    <a:pt x="143447" y="5672"/>
                    <a:pt x="142764" y="12096"/>
                  </a:cubicBezTo>
                  <a:cubicBezTo>
                    <a:pt x="140304" y="20024"/>
                    <a:pt x="134563" y="24534"/>
                    <a:pt x="126977" y="26995"/>
                  </a:cubicBezTo>
                  <a:cubicBezTo>
                    <a:pt x="95746" y="32120"/>
                    <a:pt x="64309" y="28772"/>
                    <a:pt x="32941" y="29182"/>
                  </a:cubicBezTo>
                  <a:cubicBezTo>
                    <a:pt x="20365" y="29318"/>
                    <a:pt x="9568" y="24944"/>
                    <a:pt x="3075" y="13190"/>
                  </a:cubicBezTo>
                  <a:cubicBezTo>
                    <a:pt x="2051" y="11071"/>
                    <a:pt x="1025" y="8884"/>
                    <a:pt x="0" y="6766"/>
                  </a:cubicBezTo>
                  <a:cubicBezTo>
                    <a:pt x="957" y="4511"/>
                    <a:pt x="1914" y="2255"/>
                    <a:pt x="2871"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0" name="Google Shape;3110;p8"/>
            <p:cNvSpPr/>
            <p:nvPr/>
          </p:nvSpPr>
          <p:spPr>
            <a:xfrm rot="-969350">
              <a:off x="10303753" y="2616855"/>
              <a:ext cx="55841" cy="75838"/>
            </a:xfrm>
            <a:custGeom>
              <a:rect b="b" l="l" r="r" t="t"/>
              <a:pathLst>
                <a:path extrusionOk="0" h="80523" w="59291">
                  <a:moveTo>
                    <a:pt x="57352" y="31113"/>
                  </a:moveTo>
                  <a:cubicBezTo>
                    <a:pt x="59881" y="47583"/>
                    <a:pt x="60086" y="64053"/>
                    <a:pt x="57078" y="80523"/>
                  </a:cubicBezTo>
                  <a:cubicBezTo>
                    <a:pt x="38079" y="80386"/>
                    <a:pt x="27213" y="67128"/>
                    <a:pt x="15664" y="54895"/>
                  </a:cubicBezTo>
                  <a:cubicBezTo>
                    <a:pt x="11495" y="50111"/>
                    <a:pt x="7053" y="45601"/>
                    <a:pt x="3499" y="40339"/>
                  </a:cubicBezTo>
                  <a:cubicBezTo>
                    <a:pt x="1859" y="37332"/>
                    <a:pt x="697" y="34188"/>
                    <a:pt x="14" y="30839"/>
                  </a:cubicBezTo>
                  <a:cubicBezTo>
                    <a:pt x="1996" y="17308"/>
                    <a:pt x="-7503" y="-4356"/>
                    <a:pt x="21063" y="769"/>
                  </a:cubicBezTo>
                  <a:lnTo>
                    <a:pt x="20790" y="633"/>
                  </a:lnTo>
                  <a:cubicBezTo>
                    <a:pt x="22498" y="3913"/>
                    <a:pt x="25163" y="6100"/>
                    <a:pt x="28648" y="7262"/>
                  </a:cubicBezTo>
                  <a:cubicBezTo>
                    <a:pt x="38216" y="15258"/>
                    <a:pt x="47784" y="23185"/>
                    <a:pt x="57352" y="3111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1" name="Google Shape;3111;p8"/>
            <p:cNvSpPr/>
            <p:nvPr/>
          </p:nvSpPr>
          <p:spPr>
            <a:xfrm rot="-969350">
              <a:off x="10208154" y="2582431"/>
              <a:ext cx="50267" cy="84652"/>
            </a:xfrm>
            <a:custGeom>
              <a:rect b="b" l="l" r="r" t="t"/>
              <a:pathLst>
                <a:path extrusionOk="0" h="89881" w="53372">
                  <a:moveTo>
                    <a:pt x="29615" y="6902"/>
                  </a:moveTo>
                  <a:cubicBezTo>
                    <a:pt x="37611" y="9294"/>
                    <a:pt x="44787" y="12848"/>
                    <a:pt x="49844" y="19819"/>
                  </a:cubicBezTo>
                  <a:cubicBezTo>
                    <a:pt x="53603" y="41551"/>
                    <a:pt x="56541" y="63215"/>
                    <a:pt x="46700" y="84264"/>
                  </a:cubicBezTo>
                  <a:cubicBezTo>
                    <a:pt x="42669" y="89185"/>
                    <a:pt x="37201" y="90210"/>
                    <a:pt x="31187" y="89800"/>
                  </a:cubicBezTo>
                  <a:cubicBezTo>
                    <a:pt x="23191" y="88365"/>
                    <a:pt x="16425" y="84674"/>
                    <a:pt x="10821" y="78729"/>
                  </a:cubicBezTo>
                  <a:cubicBezTo>
                    <a:pt x="-5512" y="43328"/>
                    <a:pt x="-3326" y="16607"/>
                    <a:pt x="17177" y="0"/>
                  </a:cubicBezTo>
                  <a:lnTo>
                    <a:pt x="17177" y="0"/>
                  </a:lnTo>
                  <a:cubicBezTo>
                    <a:pt x="20321" y="4237"/>
                    <a:pt x="26676" y="2460"/>
                    <a:pt x="29615" y="69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2" name="Google Shape;3112;p8"/>
            <p:cNvSpPr/>
            <p:nvPr/>
          </p:nvSpPr>
          <p:spPr>
            <a:xfrm rot="-969350">
              <a:off x="10281297" y="2826432"/>
              <a:ext cx="41333" cy="80036"/>
            </a:xfrm>
            <a:custGeom>
              <a:rect b="b" l="l" r="r" t="t"/>
              <a:pathLst>
                <a:path extrusionOk="0" h="84980" w="43887">
                  <a:moveTo>
                    <a:pt x="6899" y="84980"/>
                  </a:moveTo>
                  <a:cubicBezTo>
                    <a:pt x="5533" y="83340"/>
                    <a:pt x="3209" y="81768"/>
                    <a:pt x="2936" y="79923"/>
                  </a:cubicBezTo>
                  <a:cubicBezTo>
                    <a:pt x="-3" y="57303"/>
                    <a:pt x="-3352" y="34613"/>
                    <a:pt x="7173" y="12813"/>
                  </a:cubicBezTo>
                  <a:cubicBezTo>
                    <a:pt x="14622" y="-2086"/>
                    <a:pt x="26035" y="-2496"/>
                    <a:pt x="39293" y="3997"/>
                  </a:cubicBezTo>
                  <a:cubicBezTo>
                    <a:pt x="48860" y="24362"/>
                    <a:pt x="40660" y="44864"/>
                    <a:pt x="39771" y="65298"/>
                  </a:cubicBezTo>
                  <a:cubicBezTo>
                    <a:pt x="30682" y="74934"/>
                    <a:pt x="19132" y="80538"/>
                    <a:pt x="6899" y="8498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3" name="Google Shape;3113;p8"/>
            <p:cNvSpPr/>
            <p:nvPr/>
          </p:nvSpPr>
          <p:spPr>
            <a:xfrm rot="-969350">
              <a:off x="10251258" y="2591574"/>
              <a:ext cx="33367" cy="72409"/>
            </a:xfrm>
            <a:custGeom>
              <a:rect b="b" l="l" r="r" t="t"/>
              <a:pathLst>
                <a:path extrusionOk="0" h="76882" w="35428">
                  <a:moveTo>
                    <a:pt x="0" y="64855"/>
                  </a:moveTo>
                  <a:cubicBezTo>
                    <a:pt x="0" y="48932"/>
                    <a:pt x="0" y="33009"/>
                    <a:pt x="0" y="17154"/>
                  </a:cubicBezTo>
                  <a:cubicBezTo>
                    <a:pt x="0" y="10593"/>
                    <a:pt x="957" y="4442"/>
                    <a:pt x="6492" y="0"/>
                  </a:cubicBezTo>
                  <a:cubicBezTo>
                    <a:pt x="16948" y="4169"/>
                    <a:pt x="26652" y="9431"/>
                    <a:pt x="33282" y="18930"/>
                  </a:cubicBezTo>
                  <a:cubicBezTo>
                    <a:pt x="33897" y="37041"/>
                    <a:pt x="40320" y="55766"/>
                    <a:pt x="27472" y="72373"/>
                  </a:cubicBezTo>
                  <a:cubicBezTo>
                    <a:pt x="15581" y="79822"/>
                    <a:pt x="6082" y="78524"/>
                    <a:pt x="0" y="6485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4" name="Google Shape;3114;p8"/>
            <p:cNvSpPr/>
            <p:nvPr/>
          </p:nvSpPr>
          <p:spPr>
            <a:xfrm rot="-969350">
              <a:off x="10198680" y="2582048"/>
              <a:ext cx="24651" cy="84555"/>
            </a:xfrm>
            <a:custGeom>
              <a:rect b="b" l="l" r="r" t="t"/>
              <a:pathLst>
                <a:path extrusionOk="0" h="89778" w="26174">
                  <a:moveTo>
                    <a:pt x="26174" y="6971"/>
                  </a:moveTo>
                  <a:cubicBezTo>
                    <a:pt x="25423" y="7722"/>
                    <a:pt x="24261" y="8406"/>
                    <a:pt x="23988" y="9294"/>
                  </a:cubicBezTo>
                  <a:cubicBezTo>
                    <a:pt x="16948" y="34649"/>
                    <a:pt x="15992" y="59867"/>
                    <a:pt x="26174" y="84811"/>
                  </a:cubicBezTo>
                  <a:cubicBezTo>
                    <a:pt x="23236" y="89253"/>
                    <a:pt x="18931" y="90142"/>
                    <a:pt x="14079" y="89663"/>
                  </a:cubicBezTo>
                  <a:cubicBezTo>
                    <a:pt x="7791" y="88023"/>
                    <a:pt x="2597" y="84948"/>
                    <a:pt x="0" y="78524"/>
                  </a:cubicBezTo>
                  <a:cubicBezTo>
                    <a:pt x="0" y="57201"/>
                    <a:pt x="0" y="35947"/>
                    <a:pt x="137" y="14625"/>
                  </a:cubicBezTo>
                  <a:cubicBezTo>
                    <a:pt x="205" y="5536"/>
                    <a:pt x="5809" y="1504"/>
                    <a:pt x="14010" y="0"/>
                  </a:cubicBezTo>
                  <a:cubicBezTo>
                    <a:pt x="19136" y="478"/>
                    <a:pt x="23577" y="2187"/>
                    <a:pt x="26174" y="697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5" name="Google Shape;3115;p8"/>
            <p:cNvSpPr/>
            <p:nvPr/>
          </p:nvSpPr>
          <p:spPr>
            <a:xfrm rot="-969350">
              <a:off x="10307821" y="2815386"/>
              <a:ext cx="32360" cy="65759"/>
            </a:xfrm>
            <a:custGeom>
              <a:rect b="b" l="l" r="r" t="t"/>
              <a:pathLst>
                <a:path extrusionOk="0" h="69821" w="34359">
                  <a:moveTo>
                    <a:pt x="7229" y="69821"/>
                  </a:moveTo>
                  <a:cubicBezTo>
                    <a:pt x="-4457" y="49866"/>
                    <a:pt x="-84" y="29910"/>
                    <a:pt x="7092" y="9886"/>
                  </a:cubicBezTo>
                  <a:cubicBezTo>
                    <a:pt x="9962" y="-3235"/>
                    <a:pt x="17821" y="-1048"/>
                    <a:pt x="26500" y="3667"/>
                  </a:cubicBezTo>
                  <a:cubicBezTo>
                    <a:pt x="26774" y="13987"/>
                    <a:pt x="27048" y="24375"/>
                    <a:pt x="27252" y="34694"/>
                  </a:cubicBezTo>
                  <a:cubicBezTo>
                    <a:pt x="27389" y="41186"/>
                    <a:pt x="29097" y="46927"/>
                    <a:pt x="34360" y="51164"/>
                  </a:cubicBezTo>
                  <a:cubicBezTo>
                    <a:pt x="30260" y="58340"/>
                    <a:pt x="23767" y="62030"/>
                    <a:pt x="16112" y="64081"/>
                  </a:cubicBezTo>
                  <a:cubicBezTo>
                    <a:pt x="12559" y="64969"/>
                    <a:pt x="9826" y="67019"/>
                    <a:pt x="7502" y="69684"/>
                  </a:cubicBezTo>
                  <a:lnTo>
                    <a:pt x="7229" y="69821"/>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6" name="Google Shape;3116;p8"/>
            <p:cNvSpPr/>
            <p:nvPr/>
          </p:nvSpPr>
          <p:spPr>
            <a:xfrm rot="-969350">
              <a:off x="10110147" y="2987126"/>
              <a:ext cx="69013" cy="37489"/>
            </a:xfrm>
            <a:custGeom>
              <a:rect b="b" l="l" r="r" t="t"/>
              <a:pathLst>
                <a:path extrusionOk="0" h="39805" w="73276">
                  <a:moveTo>
                    <a:pt x="25780" y="100"/>
                  </a:moveTo>
                  <a:cubicBezTo>
                    <a:pt x="33229" y="168"/>
                    <a:pt x="43617" y="-1677"/>
                    <a:pt x="44641" y="7959"/>
                  </a:cubicBezTo>
                  <a:cubicBezTo>
                    <a:pt x="46760" y="27436"/>
                    <a:pt x="60428" y="25454"/>
                    <a:pt x="73276" y="26342"/>
                  </a:cubicBezTo>
                  <a:cubicBezTo>
                    <a:pt x="52091" y="35500"/>
                    <a:pt x="29743" y="39122"/>
                    <a:pt x="6849" y="39806"/>
                  </a:cubicBezTo>
                  <a:cubicBezTo>
                    <a:pt x="5687" y="38644"/>
                    <a:pt x="4525" y="37482"/>
                    <a:pt x="3364" y="36252"/>
                  </a:cubicBezTo>
                  <a:cubicBezTo>
                    <a:pt x="-737" y="28461"/>
                    <a:pt x="-873" y="20397"/>
                    <a:pt x="1792" y="12196"/>
                  </a:cubicBezTo>
                  <a:cubicBezTo>
                    <a:pt x="5550" y="-174"/>
                    <a:pt x="17441" y="3585"/>
                    <a:pt x="25780" y="10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7" name="Google Shape;3117;p8"/>
            <p:cNvSpPr/>
            <p:nvPr/>
          </p:nvSpPr>
          <p:spPr>
            <a:xfrm rot="-969350">
              <a:off x="10277849" y="2601587"/>
              <a:ext cx="38682" cy="65425"/>
            </a:xfrm>
            <a:custGeom>
              <a:rect b="b" l="l" r="r" t="t"/>
              <a:pathLst>
                <a:path extrusionOk="0" h="69467" w="41072">
                  <a:moveTo>
                    <a:pt x="0" y="54263"/>
                  </a:moveTo>
                  <a:cubicBezTo>
                    <a:pt x="410" y="41756"/>
                    <a:pt x="888" y="29182"/>
                    <a:pt x="1162" y="16675"/>
                  </a:cubicBezTo>
                  <a:cubicBezTo>
                    <a:pt x="1299" y="10183"/>
                    <a:pt x="2802" y="4306"/>
                    <a:pt x="8133" y="0"/>
                  </a:cubicBezTo>
                  <a:cubicBezTo>
                    <a:pt x="8133" y="0"/>
                    <a:pt x="7996" y="0"/>
                    <a:pt x="7996" y="0"/>
                  </a:cubicBezTo>
                  <a:cubicBezTo>
                    <a:pt x="9773" y="3759"/>
                    <a:pt x="12711" y="5741"/>
                    <a:pt x="16744" y="6287"/>
                  </a:cubicBezTo>
                  <a:cubicBezTo>
                    <a:pt x="18794" y="6219"/>
                    <a:pt x="20229" y="7107"/>
                    <a:pt x="20981" y="9021"/>
                  </a:cubicBezTo>
                  <a:cubicBezTo>
                    <a:pt x="23373" y="10114"/>
                    <a:pt x="25355" y="11755"/>
                    <a:pt x="26858" y="13873"/>
                  </a:cubicBezTo>
                  <a:cubicBezTo>
                    <a:pt x="33214" y="16197"/>
                    <a:pt x="38339" y="19887"/>
                    <a:pt x="41073" y="26380"/>
                  </a:cubicBezTo>
                  <a:cubicBezTo>
                    <a:pt x="32736" y="27951"/>
                    <a:pt x="27678" y="32325"/>
                    <a:pt x="27473" y="41415"/>
                  </a:cubicBezTo>
                  <a:cubicBezTo>
                    <a:pt x="27336" y="49957"/>
                    <a:pt x="26858" y="58568"/>
                    <a:pt x="26516" y="67111"/>
                  </a:cubicBezTo>
                  <a:cubicBezTo>
                    <a:pt x="21118" y="71143"/>
                    <a:pt x="16128" y="69434"/>
                    <a:pt x="11140" y="66222"/>
                  </a:cubicBezTo>
                  <a:cubicBezTo>
                    <a:pt x="7723" y="63830"/>
                    <a:pt x="4648" y="61028"/>
                    <a:pt x="1914" y="57885"/>
                  </a:cubicBezTo>
                  <a:cubicBezTo>
                    <a:pt x="1367" y="56654"/>
                    <a:pt x="683" y="55493"/>
                    <a:pt x="0" y="5426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8" name="Google Shape;3118;p8"/>
            <p:cNvSpPr/>
            <p:nvPr/>
          </p:nvSpPr>
          <p:spPr>
            <a:xfrm rot="-969350">
              <a:off x="9970363" y="2572618"/>
              <a:ext cx="76113" cy="37988"/>
            </a:xfrm>
            <a:custGeom>
              <a:rect b="b" l="l" r="r" t="t"/>
              <a:pathLst>
                <a:path extrusionOk="0" h="40335" w="80815">
                  <a:moveTo>
                    <a:pt x="80816" y="9447"/>
                  </a:moveTo>
                  <a:cubicBezTo>
                    <a:pt x="74324" y="10746"/>
                    <a:pt x="68310" y="12727"/>
                    <a:pt x="67216" y="20518"/>
                  </a:cubicBezTo>
                  <a:cubicBezTo>
                    <a:pt x="66328" y="26874"/>
                    <a:pt x="65371" y="33161"/>
                    <a:pt x="59083" y="36783"/>
                  </a:cubicBezTo>
                  <a:cubicBezTo>
                    <a:pt x="39811" y="43071"/>
                    <a:pt x="21155" y="40542"/>
                    <a:pt x="2839" y="32888"/>
                  </a:cubicBezTo>
                  <a:cubicBezTo>
                    <a:pt x="-305" y="30223"/>
                    <a:pt x="-851" y="27147"/>
                    <a:pt x="1267" y="23594"/>
                  </a:cubicBezTo>
                  <a:lnTo>
                    <a:pt x="721" y="22500"/>
                  </a:lnTo>
                  <a:cubicBezTo>
                    <a:pt x="15755" y="8422"/>
                    <a:pt x="30380" y="-6545"/>
                    <a:pt x="54026" y="3023"/>
                  </a:cubicBezTo>
                  <a:cubicBezTo>
                    <a:pt x="63320" y="3638"/>
                    <a:pt x="73230" y="1861"/>
                    <a:pt x="80816" y="94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9" name="Google Shape;3119;p8"/>
            <p:cNvSpPr/>
            <p:nvPr/>
          </p:nvSpPr>
          <p:spPr>
            <a:xfrm rot="-969350">
              <a:off x="10037034" y="3023874"/>
              <a:ext cx="86634" cy="30765"/>
            </a:xfrm>
            <a:custGeom>
              <a:rect b="b" l="l" r="r" t="t"/>
              <a:pathLst>
                <a:path extrusionOk="0" h="32666" w="91986">
                  <a:moveTo>
                    <a:pt x="91645" y="21186"/>
                  </a:moveTo>
                  <a:cubicBezTo>
                    <a:pt x="89937" y="22416"/>
                    <a:pt x="88297" y="24534"/>
                    <a:pt x="86451" y="24808"/>
                  </a:cubicBezTo>
                  <a:cubicBezTo>
                    <a:pt x="57884" y="28566"/>
                    <a:pt x="28771" y="26175"/>
                    <a:pt x="0" y="32667"/>
                  </a:cubicBezTo>
                  <a:cubicBezTo>
                    <a:pt x="18862" y="14283"/>
                    <a:pt x="43259" y="9431"/>
                    <a:pt x="65539" y="0"/>
                  </a:cubicBezTo>
                  <a:cubicBezTo>
                    <a:pt x="66564" y="957"/>
                    <a:pt x="67589" y="1914"/>
                    <a:pt x="68683" y="2802"/>
                  </a:cubicBezTo>
                  <a:cubicBezTo>
                    <a:pt x="73672" y="12233"/>
                    <a:pt x="85221" y="12780"/>
                    <a:pt x="91986" y="19887"/>
                  </a:cubicBezTo>
                  <a:cubicBezTo>
                    <a:pt x="91918" y="19887"/>
                    <a:pt x="91645" y="21186"/>
                    <a:pt x="91645" y="211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0" name="Google Shape;3120;p8"/>
            <p:cNvSpPr/>
            <p:nvPr/>
          </p:nvSpPr>
          <p:spPr>
            <a:xfrm rot="-969350">
              <a:off x="9950672" y="2572956"/>
              <a:ext cx="68355" cy="28066"/>
            </a:xfrm>
            <a:custGeom>
              <a:rect b="b" l="l" r="r" t="t"/>
              <a:pathLst>
                <a:path extrusionOk="0" h="29800" w="72577">
                  <a:moveTo>
                    <a:pt x="72578" y="9502"/>
                  </a:moveTo>
                  <a:cubicBezTo>
                    <a:pt x="60960" y="10459"/>
                    <a:pt x="49274" y="8545"/>
                    <a:pt x="43123" y="23853"/>
                  </a:cubicBezTo>
                  <a:cubicBezTo>
                    <a:pt x="39638" y="32669"/>
                    <a:pt x="27815" y="29116"/>
                    <a:pt x="19273" y="28979"/>
                  </a:cubicBezTo>
                  <a:cubicBezTo>
                    <a:pt x="17222" y="26861"/>
                    <a:pt x="15171" y="24742"/>
                    <a:pt x="13122" y="22692"/>
                  </a:cubicBezTo>
                  <a:cubicBezTo>
                    <a:pt x="9499" y="18933"/>
                    <a:pt x="3554" y="20300"/>
                    <a:pt x="0" y="16473"/>
                  </a:cubicBezTo>
                  <a:lnTo>
                    <a:pt x="0" y="16473"/>
                  </a:lnTo>
                  <a:cubicBezTo>
                    <a:pt x="1503" y="-1706"/>
                    <a:pt x="3076" y="-2389"/>
                    <a:pt x="33145" y="2805"/>
                  </a:cubicBezTo>
                  <a:cubicBezTo>
                    <a:pt x="46404" y="4445"/>
                    <a:pt x="60755" y="-476"/>
                    <a:pt x="72578" y="95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1" name="Google Shape;3121;p8"/>
            <p:cNvSpPr/>
            <p:nvPr/>
          </p:nvSpPr>
          <p:spPr>
            <a:xfrm rot="-969350">
              <a:off x="9911890" y="2580327"/>
              <a:ext cx="69319" cy="18845"/>
            </a:xfrm>
            <a:custGeom>
              <a:rect b="b" l="l" r="r" t="t"/>
              <a:pathLst>
                <a:path extrusionOk="0" h="20009" w="73602">
                  <a:moveTo>
                    <a:pt x="73602" y="6410"/>
                  </a:moveTo>
                  <a:cubicBezTo>
                    <a:pt x="67384" y="6683"/>
                    <a:pt x="61096" y="7025"/>
                    <a:pt x="54877" y="7093"/>
                  </a:cubicBezTo>
                  <a:cubicBezTo>
                    <a:pt x="46198" y="7161"/>
                    <a:pt x="41346" y="11398"/>
                    <a:pt x="40457" y="20009"/>
                  </a:cubicBezTo>
                  <a:cubicBezTo>
                    <a:pt x="26584" y="17617"/>
                    <a:pt x="13668" y="12697"/>
                    <a:pt x="0" y="6205"/>
                  </a:cubicBezTo>
                  <a:cubicBezTo>
                    <a:pt x="17973" y="-2338"/>
                    <a:pt x="50845" y="-1860"/>
                    <a:pt x="73602" y="641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2" name="Google Shape;3122;p8"/>
            <p:cNvSpPr/>
            <p:nvPr/>
          </p:nvSpPr>
          <p:spPr>
            <a:xfrm rot="-969350">
              <a:off x="10076303" y="2992589"/>
              <a:ext cx="56705" cy="27717"/>
            </a:xfrm>
            <a:custGeom>
              <a:rect b="b" l="l" r="r" t="t"/>
              <a:pathLst>
                <a:path extrusionOk="0" h="29430" w="60208">
                  <a:moveTo>
                    <a:pt x="60208" y="6141"/>
                  </a:moveTo>
                  <a:cubicBezTo>
                    <a:pt x="53989" y="10310"/>
                    <a:pt x="47701" y="14479"/>
                    <a:pt x="41482" y="18716"/>
                  </a:cubicBezTo>
                  <a:cubicBezTo>
                    <a:pt x="34033" y="25892"/>
                    <a:pt x="26789" y="34024"/>
                    <a:pt x="15034" y="26302"/>
                  </a:cubicBezTo>
                  <a:cubicBezTo>
                    <a:pt x="15034" y="26302"/>
                    <a:pt x="15102" y="24662"/>
                    <a:pt x="15102" y="24662"/>
                  </a:cubicBezTo>
                  <a:cubicBezTo>
                    <a:pt x="11959" y="19878"/>
                    <a:pt x="6970" y="18989"/>
                    <a:pt x="1845" y="18511"/>
                  </a:cubicBezTo>
                  <a:cubicBezTo>
                    <a:pt x="341" y="16871"/>
                    <a:pt x="-206" y="15094"/>
                    <a:pt x="68" y="13317"/>
                  </a:cubicBezTo>
                  <a:cubicBezTo>
                    <a:pt x="410" y="11472"/>
                    <a:pt x="819" y="10583"/>
                    <a:pt x="1230" y="10583"/>
                  </a:cubicBezTo>
                  <a:cubicBezTo>
                    <a:pt x="3485" y="8601"/>
                    <a:pt x="6013" y="7166"/>
                    <a:pt x="8884" y="6141"/>
                  </a:cubicBezTo>
                  <a:cubicBezTo>
                    <a:pt x="17290" y="4091"/>
                    <a:pt x="26038" y="3476"/>
                    <a:pt x="34375" y="879"/>
                  </a:cubicBezTo>
                  <a:cubicBezTo>
                    <a:pt x="38681" y="-146"/>
                    <a:pt x="43054" y="-351"/>
                    <a:pt x="47428" y="674"/>
                  </a:cubicBezTo>
                  <a:cubicBezTo>
                    <a:pt x="50161" y="1836"/>
                    <a:pt x="52554" y="3544"/>
                    <a:pt x="54604" y="5594"/>
                  </a:cubicBezTo>
                  <a:cubicBezTo>
                    <a:pt x="56517" y="5936"/>
                    <a:pt x="58363" y="6141"/>
                    <a:pt x="60208" y="614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3" name="Google Shape;3123;p8"/>
            <p:cNvSpPr/>
            <p:nvPr/>
          </p:nvSpPr>
          <p:spPr>
            <a:xfrm rot="-969350">
              <a:off x="9932390" y="2609962"/>
              <a:ext cx="45115" cy="14793"/>
            </a:xfrm>
            <a:custGeom>
              <a:rect b="b" l="l" r="r" t="t"/>
              <a:pathLst>
                <a:path extrusionOk="0" h="15707" w="47902">
                  <a:moveTo>
                    <a:pt x="46950" y="820"/>
                  </a:moveTo>
                  <a:cubicBezTo>
                    <a:pt x="46950" y="3144"/>
                    <a:pt x="46950" y="5467"/>
                    <a:pt x="46950" y="7723"/>
                  </a:cubicBezTo>
                  <a:cubicBezTo>
                    <a:pt x="48590" y="10593"/>
                    <a:pt x="48112" y="13121"/>
                    <a:pt x="45515" y="15172"/>
                  </a:cubicBezTo>
                  <a:cubicBezTo>
                    <a:pt x="35742" y="17632"/>
                    <a:pt x="28634" y="11003"/>
                    <a:pt x="20571" y="7723"/>
                  </a:cubicBezTo>
                  <a:cubicBezTo>
                    <a:pt x="13190" y="6561"/>
                    <a:pt x="5194" y="6971"/>
                    <a:pt x="0" y="0"/>
                  </a:cubicBezTo>
                  <a:cubicBezTo>
                    <a:pt x="15650" y="342"/>
                    <a:pt x="31300" y="615"/>
                    <a:pt x="46950" y="8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4" name="Google Shape;3124;p8"/>
            <p:cNvSpPr/>
            <p:nvPr/>
          </p:nvSpPr>
          <p:spPr>
            <a:xfrm rot="-969350">
              <a:off x="10043405" y="3014914"/>
              <a:ext cx="37846" cy="13078"/>
            </a:xfrm>
            <a:custGeom>
              <a:rect b="b" l="l" r="r" t="t"/>
              <a:pathLst>
                <a:path extrusionOk="0" h="13886" w="40184">
                  <a:moveTo>
                    <a:pt x="0" y="13886"/>
                  </a:moveTo>
                  <a:cubicBezTo>
                    <a:pt x="137" y="12109"/>
                    <a:pt x="205" y="10264"/>
                    <a:pt x="137" y="8487"/>
                  </a:cubicBezTo>
                  <a:cubicBezTo>
                    <a:pt x="10251" y="2268"/>
                    <a:pt x="21459" y="1038"/>
                    <a:pt x="33008" y="1517"/>
                  </a:cubicBezTo>
                  <a:cubicBezTo>
                    <a:pt x="35537" y="-602"/>
                    <a:pt x="37929" y="-534"/>
                    <a:pt x="40184" y="1927"/>
                  </a:cubicBezTo>
                  <a:cubicBezTo>
                    <a:pt x="40048" y="3977"/>
                    <a:pt x="39774" y="6027"/>
                    <a:pt x="39433" y="8009"/>
                  </a:cubicBezTo>
                  <a:cubicBezTo>
                    <a:pt x="26243" y="9923"/>
                    <a:pt x="13122" y="11904"/>
                    <a:pt x="0" y="138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5" name="Google Shape;3125;p8"/>
            <p:cNvSpPr/>
            <p:nvPr/>
          </p:nvSpPr>
          <p:spPr>
            <a:xfrm rot="-969350">
              <a:off x="10381251" y="2746679"/>
              <a:ext cx="11909" cy="39895"/>
            </a:xfrm>
            <a:custGeom>
              <a:rect b="b" l="l" r="r" t="t"/>
              <a:pathLst>
                <a:path extrusionOk="0" h="42359" w="12645">
                  <a:moveTo>
                    <a:pt x="6546" y="42223"/>
                  </a:moveTo>
                  <a:cubicBezTo>
                    <a:pt x="4701" y="31220"/>
                    <a:pt x="10100" y="18919"/>
                    <a:pt x="395" y="9351"/>
                  </a:cubicBezTo>
                  <a:cubicBezTo>
                    <a:pt x="-1245" y="1765"/>
                    <a:pt x="2309" y="-764"/>
                    <a:pt x="9417" y="193"/>
                  </a:cubicBezTo>
                  <a:cubicBezTo>
                    <a:pt x="14063" y="13861"/>
                    <a:pt x="13107" y="27598"/>
                    <a:pt x="10237" y="41403"/>
                  </a:cubicBezTo>
                  <a:cubicBezTo>
                    <a:pt x="10237" y="41403"/>
                    <a:pt x="8528" y="42359"/>
                    <a:pt x="8528" y="42359"/>
                  </a:cubicBezTo>
                  <a:lnTo>
                    <a:pt x="6546" y="42223"/>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6" name="Google Shape;3126;p8"/>
            <p:cNvSpPr/>
            <p:nvPr/>
          </p:nvSpPr>
          <p:spPr>
            <a:xfrm rot="-969350">
              <a:off x="11701656" y="2152658"/>
              <a:ext cx="21626" cy="19774"/>
            </a:xfrm>
            <a:custGeom>
              <a:rect b="b" l="l" r="r" t="t"/>
              <a:pathLst>
                <a:path extrusionOk="0" h="20996" w="22962">
                  <a:moveTo>
                    <a:pt x="22962" y="12643"/>
                  </a:moveTo>
                  <a:cubicBezTo>
                    <a:pt x="20502" y="15377"/>
                    <a:pt x="17974" y="18110"/>
                    <a:pt x="15513" y="20776"/>
                  </a:cubicBezTo>
                  <a:cubicBezTo>
                    <a:pt x="8406" y="22006"/>
                    <a:pt x="5399" y="17974"/>
                    <a:pt x="4032" y="11823"/>
                  </a:cubicBezTo>
                  <a:cubicBezTo>
                    <a:pt x="2665" y="7859"/>
                    <a:pt x="1366" y="3964"/>
                    <a:pt x="0" y="0"/>
                  </a:cubicBezTo>
                  <a:cubicBezTo>
                    <a:pt x="8952" y="1845"/>
                    <a:pt x="17154" y="5126"/>
                    <a:pt x="22962" y="126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7" name="Google Shape;3127;p8"/>
            <p:cNvSpPr/>
            <p:nvPr/>
          </p:nvSpPr>
          <p:spPr>
            <a:xfrm rot="-969350">
              <a:off x="10213590" y="2584899"/>
              <a:ext cx="11714" cy="6438"/>
            </a:xfrm>
            <a:custGeom>
              <a:rect b="b" l="l" r="r" t="t"/>
              <a:pathLst>
                <a:path extrusionOk="0" h="6835" w="12438">
                  <a:moveTo>
                    <a:pt x="12438" y="6836"/>
                  </a:moveTo>
                  <a:cubicBezTo>
                    <a:pt x="7108" y="6699"/>
                    <a:pt x="2597" y="5127"/>
                    <a:pt x="0" y="1"/>
                  </a:cubicBezTo>
                  <a:cubicBezTo>
                    <a:pt x="5468" y="-67"/>
                    <a:pt x="9568" y="2257"/>
                    <a:pt x="12438" y="68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8" name="Google Shape;3128;p8"/>
            <p:cNvSpPr/>
            <p:nvPr/>
          </p:nvSpPr>
          <p:spPr>
            <a:xfrm rot="-969350">
              <a:off x="9952992" y="2596025"/>
              <a:ext cx="12357" cy="5885"/>
            </a:xfrm>
            <a:custGeom>
              <a:rect b="b" l="l" r="r" t="t"/>
              <a:pathLst>
                <a:path extrusionOk="0" h="6249" w="13121">
                  <a:moveTo>
                    <a:pt x="0" y="0"/>
                  </a:moveTo>
                  <a:cubicBezTo>
                    <a:pt x="5399" y="0"/>
                    <a:pt x="10114" y="1298"/>
                    <a:pt x="13122" y="6219"/>
                  </a:cubicBezTo>
                  <a:cubicBezTo>
                    <a:pt x="7654" y="6492"/>
                    <a:pt x="3007" y="4989"/>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9" name="Google Shape;3129;p8"/>
            <p:cNvSpPr/>
            <p:nvPr/>
          </p:nvSpPr>
          <p:spPr>
            <a:xfrm rot="-969350">
              <a:off x="10342307" y="2849688"/>
              <a:ext cx="11007" cy="7530"/>
            </a:xfrm>
            <a:custGeom>
              <a:rect b="b" l="l" r="r" t="t"/>
              <a:pathLst>
                <a:path extrusionOk="0" h="7995" w="11686">
                  <a:moveTo>
                    <a:pt x="0" y="7996"/>
                  </a:moveTo>
                  <a:cubicBezTo>
                    <a:pt x="1845" y="2255"/>
                    <a:pt x="6219" y="410"/>
                    <a:pt x="11687" y="0"/>
                  </a:cubicBezTo>
                  <a:cubicBezTo>
                    <a:pt x="9295" y="4852"/>
                    <a:pt x="5468" y="7586"/>
                    <a:pt x="0" y="799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0" name="Google Shape;3130;p8"/>
            <p:cNvSpPr/>
            <p:nvPr/>
          </p:nvSpPr>
          <p:spPr>
            <a:xfrm rot="-969350">
              <a:off x="10277404" y="2604901"/>
              <a:ext cx="8238" cy="5921"/>
            </a:xfrm>
            <a:custGeom>
              <a:rect b="b" l="l" r="r" t="t"/>
              <a:pathLst>
                <a:path extrusionOk="0" h="6287" w="8747">
                  <a:moveTo>
                    <a:pt x="8748" y="6287"/>
                  </a:moveTo>
                  <a:cubicBezTo>
                    <a:pt x="4511" y="6014"/>
                    <a:pt x="1640" y="3895"/>
                    <a:pt x="0" y="0"/>
                  </a:cubicBezTo>
                  <a:cubicBezTo>
                    <a:pt x="4169" y="342"/>
                    <a:pt x="7108" y="2460"/>
                    <a:pt x="8748"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1" name="Google Shape;3131;p8"/>
            <p:cNvSpPr/>
            <p:nvPr/>
          </p:nvSpPr>
          <p:spPr>
            <a:xfrm rot="-969350">
              <a:off x="10291379" y="2610055"/>
              <a:ext cx="5535" cy="4576"/>
            </a:xfrm>
            <a:custGeom>
              <a:rect b="b" l="l" r="r" t="t"/>
              <a:pathLst>
                <a:path extrusionOk="0" h="4859" w="5877">
                  <a:moveTo>
                    <a:pt x="5877" y="4859"/>
                  </a:moveTo>
                  <a:cubicBezTo>
                    <a:pt x="3895" y="3219"/>
                    <a:pt x="1981" y="1579"/>
                    <a:pt x="0" y="7"/>
                  </a:cubicBezTo>
                  <a:cubicBezTo>
                    <a:pt x="3417" y="-130"/>
                    <a:pt x="5194" y="1716"/>
                    <a:pt x="5877" y="48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2" name="Google Shape;3132;p8"/>
            <p:cNvSpPr/>
            <p:nvPr/>
          </p:nvSpPr>
          <p:spPr>
            <a:xfrm rot="-969350">
              <a:off x="10314019" y="2620154"/>
              <a:ext cx="7401" cy="6243"/>
            </a:xfrm>
            <a:custGeom>
              <a:rect b="b" l="l" r="r" t="t"/>
              <a:pathLst>
                <a:path extrusionOk="0" h="6629" w="7858">
                  <a:moveTo>
                    <a:pt x="7859" y="6629"/>
                  </a:moveTo>
                  <a:cubicBezTo>
                    <a:pt x="3963" y="5946"/>
                    <a:pt x="1366" y="3690"/>
                    <a:pt x="0" y="0"/>
                  </a:cubicBezTo>
                  <a:cubicBezTo>
                    <a:pt x="4032" y="478"/>
                    <a:pt x="6629" y="2802"/>
                    <a:pt x="7859" y="66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3" name="Google Shape;3133;p8"/>
            <p:cNvSpPr/>
            <p:nvPr/>
          </p:nvSpPr>
          <p:spPr>
            <a:xfrm rot="-969350">
              <a:off x="10351684" y="2841651"/>
              <a:ext cx="6694" cy="5213"/>
            </a:xfrm>
            <a:custGeom>
              <a:rect b="b" l="l" r="r" t="t"/>
              <a:pathLst>
                <a:path extrusionOk="0" h="5535" w="7107">
                  <a:moveTo>
                    <a:pt x="0" y="5536"/>
                  </a:moveTo>
                  <a:cubicBezTo>
                    <a:pt x="2392" y="3690"/>
                    <a:pt x="4715" y="1845"/>
                    <a:pt x="7108" y="0"/>
                  </a:cubicBezTo>
                  <a:cubicBezTo>
                    <a:pt x="6014" y="3485"/>
                    <a:pt x="3827" y="5536"/>
                    <a:pt x="0" y="55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4" name="Google Shape;3134;p8"/>
            <p:cNvSpPr/>
            <p:nvPr/>
          </p:nvSpPr>
          <p:spPr>
            <a:xfrm rot="-969350">
              <a:off x="10323359" y="2876056"/>
              <a:ext cx="8110" cy="5277"/>
            </a:xfrm>
            <a:custGeom>
              <a:rect b="b" l="l" r="r" t="t"/>
              <a:pathLst>
                <a:path extrusionOk="0" h="5603" w="8611">
                  <a:moveTo>
                    <a:pt x="0" y="5604"/>
                  </a:moveTo>
                  <a:cubicBezTo>
                    <a:pt x="1845" y="2187"/>
                    <a:pt x="4715" y="273"/>
                    <a:pt x="8611" y="0"/>
                  </a:cubicBezTo>
                  <a:cubicBezTo>
                    <a:pt x="6834" y="3554"/>
                    <a:pt x="4032" y="5467"/>
                    <a:pt x="0" y="560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5" name="Google Shape;3135;p8"/>
            <p:cNvSpPr/>
            <p:nvPr/>
          </p:nvSpPr>
          <p:spPr>
            <a:xfrm rot="-969350">
              <a:off x="10787031" y="2366624"/>
              <a:ext cx="18536" cy="5941"/>
            </a:xfrm>
            <a:custGeom>
              <a:rect b="b" l="l" r="r" t="t"/>
              <a:pathLst>
                <a:path extrusionOk="0" h="6308" w="19682">
                  <a:moveTo>
                    <a:pt x="0" y="6247"/>
                  </a:moveTo>
                  <a:cubicBezTo>
                    <a:pt x="5536" y="917"/>
                    <a:pt x="12233" y="-655"/>
                    <a:pt x="19682" y="233"/>
                  </a:cubicBezTo>
                  <a:cubicBezTo>
                    <a:pt x="14693" y="7341"/>
                    <a:pt x="7176" y="6247"/>
                    <a:pt x="0" y="624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6" name="Google Shape;3136;p8"/>
            <p:cNvSpPr/>
            <p:nvPr/>
          </p:nvSpPr>
          <p:spPr>
            <a:xfrm rot="-969350">
              <a:off x="10770494" y="2377368"/>
              <a:ext cx="18987" cy="6229"/>
            </a:xfrm>
            <a:custGeom>
              <a:rect b="b" l="l" r="r" t="t"/>
              <a:pathLst>
                <a:path extrusionOk="0" h="6614" w="20160">
                  <a:moveTo>
                    <a:pt x="0" y="6402"/>
                  </a:moveTo>
                  <a:cubicBezTo>
                    <a:pt x="5535" y="456"/>
                    <a:pt x="12643" y="-364"/>
                    <a:pt x="20160" y="115"/>
                  </a:cubicBezTo>
                  <a:cubicBezTo>
                    <a:pt x="15171" y="7769"/>
                    <a:pt x="7449" y="6675"/>
                    <a:pt x="0" y="640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7" name="Google Shape;3137;p8"/>
            <p:cNvSpPr/>
            <p:nvPr/>
          </p:nvSpPr>
          <p:spPr>
            <a:xfrm rot="-969350">
              <a:off x="10754040" y="2388216"/>
              <a:ext cx="19180" cy="6467"/>
            </a:xfrm>
            <a:custGeom>
              <a:rect b="b" l="l" r="r" t="t"/>
              <a:pathLst>
                <a:path extrusionOk="0" h="6866" w="20365">
                  <a:moveTo>
                    <a:pt x="0" y="6462"/>
                  </a:moveTo>
                  <a:cubicBezTo>
                    <a:pt x="5468" y="243"/>
                    <a:pt x="12848" y="-167"/>
                    <a:pt x="20365" y="38"/>
                  </a:cubicBezTo>
                  <a:cubicBezTo>
                    <a:pt x="15513" y="8239"/>
                    <a:pt x="7654" y="7009"/>
                    <a:pt x="0" y="64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8" name="Google Shape;3138;p8"/>
            <p:cNvSpPr/>
            <p:nvPr/>
          </p:nvSpPr>
          <p:spPr>
            <a:xfrm rot="-969350">
              <a:off x="10625061" y="2550645"/>
              <a:ext cx="1220542" cy="54793"/>
            </a:xfrm>
            <a:custGeom>
              <a:rect b="b" l="l" r="r" t="t"/>
              <a:pathLst>
                <a:path extrusionOk="0" h="58178" w="1295941">
                  <a:moveTo>
                    <a:pt x="63" y="49158"/>
                  </a:moveTo>
                  <a:cubicBezTo>
                    <a:pt x="611" y="41367"/>
                    <a:pt x="1225" y="33508"/>
                    <a:pt x="1772" y="25717"/>
                  </a:cubicBezTo>
                  <a:cubicBezTo>
                    <a:pt x="-757" y="19225"/>
                    <a:pt x="-1235" y="13006"/>
                    <a:pt x="4779" y="7948"/>
                  </a:cubicBezTo>
                  <a:cubicBezTo>
                    <a:pt x="16397" y="294"/>
                    <a:pt x="29655" y="226"/>
                    <a:pt x="42776" y="226"/>
                  </a:cubicBezTo>
                  <a:cubicBezTo>
                    <a:pt x="354343" y="-184"/>
                    <a:pt x="665840" y="89"/>
                    <a:pt x="977405" y="89"/>
                  </a:cubicBezTo>
                  <a:cubicBezTo>
                    <a:pt x="981779" y="89"/>
                    <a:pt x="986085" y="841"/>
                    <a:pt x="990390" y="1046"/>
                  </a:cubicBezTo>
                  <a:cubicBezTo>
                    <a:pt x="994696" y="1251"/>
                    <a:pt x="989639" y="-594"/>
                    <a:pt x="993534" y="909"/>
                  </a:cubicBezTo>
                  <a:cubicBezTo>
                    <a:pt x="1047318" y="21958"/>
                    <a:pt x="1100898" y="19225"/>
                    <a:pt x="1154477" y="89"/>
                  </a:cubicBezTo>
                  <a:cubicBezTo>
                    <a:pt x="1201495" y="4873"/>
                    <a:pt x="1249060" y="-4900"/>
                    <a:pt x="1295942" y="5078"/>
                  </a:cubicBezTo>
                  <a:cubicBezTo>
                    <a:pt x="1290679" y="24829"/>
                    <a:pt x="1280087" y="41641"/>
                    <a:pt x="1267444" y="57291"/>
                  </a:cubicBezTo>
                  <a:cubicBezTo>
                    <a:pt x="868265" y="57359"/>
                    <a:pt x="469086" y="57359"/>
                    <a:pt x="69907" y="57496"/>
                  </a:cubicBezTo>
                  <a:cubicBezTo>
                    <a:pt x="55761" y="57496"/>
                    <a:pt x="41547" y="57974"/>
                    <a:pt x="27400" y="58179"/>
                  </a:cubicBezTo>
                  <a:cubicBezTo>
                    <a:pt x="17217" y="58111"/>
                    <a:pt x="9016" y="52575"/>
                    <a:pt x="63" y="4915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9" name="Google Shape;3139;p8"/>
            <p:cNvSpPr/>
            <p:nvPr/>
          </p:nvSpPr>
          <p:spPr>
            <a:xfrm rot="-969350">
              <a:off x="10556633" y="2325245"/>
              <a:ext cx="1206082" cy="61291"/>
            </a:xfrm>
            <a:custGeom>
              <a:rect b="b" l="l" r="r" t="t"/>
              <a:pathLst>
                <a:path extrusionOk="0" h="65078" w="1280588">
                  <a:moveTo>
                    <a:pt x="1253731" y="0"/>
                  </a:moveTo>
                  <a:cubicBezTo>
                    <a:pt x="1257558" y="3007"/>
                    <a:pt x="1261385" y="5946"/>
                    <a:pt x="1265212" y="8953"/>
                  </a:cubicBezTo>
                  <a:cubicBezTo>
                    <a:pt x="1270338" y="18657"/>
                    <a:pt x="1275463" y="28361"/>
                    <a:pt x="1280589" y="38134"/>
                  </a:cubicBezTo>
                  <a:cubicBezTo>
                    <a:pt x="1278538" y="60960"/>
                    <a:pt x="1259608" y="57338"/>
                    <a:pt x="1246282" y="57475"/>
                  </a:cubicBezTo>
                  <a:cubicBezTo>
                    <a:pt x="1202817" y="58090"/>
                    <a:pt x="1159557" y="59867"/>
                    <a:pt x="1116297" y="63899"/>
                  </a:cubicBezTo>
                  <a:cubicBezTo>
                    <a:pt x="1091148" y="65402"/>
                    <a:pt x="1065999" y="65676"/>
                    <a:pt x="1040849" y="63489"/>
                  </a:cubicBezTo>
                  <a:cubicBezTo>
                    <a:pt x="1015017" y="58500"/>
                    <a:pt x="988842" y="58636"/>
                    <a:pt x="962667" y="58636"/>
                  </a:cubicBezTo>
                  <a:cubicBezTo>
                    <a:pt x="665795" y="58636"/>
                    <a:pt x="368991" y="58636"/>
                    <a:pt x="72118" y="58568"/>
                  </a:cubicBezTo>
                  <a:cubicBezTo>
                    <a:pt x="50249" y="58568"/>
                    <a:pt x="28516" y="60550"/>
                    <a:pt x="6716" y="60413"/>
                  </a:cubicBezTo>
                  <a:cubicBezTo>
                    <a:pt x="4530" y="58226"/>
                    <a:pt x="2342" y="56039"/>
                    <a:pt x="156" y="53853"/>
                  </a:cubicBezTo>
                  <a:cubicBezTo>
                    <a:pt x="-664" y="44627"/>
                    <a:pt x="1796" y="36289"/>
                    <a:pt x="6579" y="28567"/>
                  </a:cubicBezTo>
                  <a:cubicBezTo>
                    <a:pt x="30021" y="17837"/>
                    <a:pt x="53598" y="7313"/>
                    <a:pt x="78952" y="1709"/>
                  </a:cubicBezTo>
                  <a:cubicBezTo>
                    <a:pt x="82711" y="3690"/>
                    <a:pt x="86333" y="6902"/>
                    <a:pt x="90297" y="7313"/>
                  </a:cubicBezTo>
                  <a:cubicBezTo>
                    <a:pt x="98908" y="8269"/>
                    <a:pt x="107724" y="7928"/>
                    <a:pt x="116471" y="7928"/>
                  </a:cubicBezTo>
                  <a:cubicBezTo>
                    <a:pt x="482300" y="7928"/>
                    <a:pt x="848060" y="7928"/>
                    <a:pt x="1213888" y="7928"/>
                  </a:cubicBezTo>
                  <a:cubicBezTo>
                    <a:pt x="1222636" y="7928"/>
                    <a:pt x="1231383" y="7859"/>
                    <a:pt x="1240063" y="7586"/>
                  </a:cubicBezTo>
                  <a:cubicBezTo>
                    <a:pt x="1245735" y="7449"/>
                    <a:pt x="1250314" y="4647"/>
                    <a:pt x="125373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0" name="Google Shape;3140;p8"/>
            <p:cNvSpPr/>
            <p:nvPr/>
          </p:nvSpPr>
          <p:spPr>
            <a:xfrm rot="-969350">
              <a:off x="10645765" y="2465490"/>
              <a:ext cx="14868" cy="5771"/>
            </a:xfrm>
            <a:custGeom>
              <a:rect b="b" l="l" r="r" t="t"/>
              <a:pathLst>
                <a:path extrusionOk="0" h="6128" w="15787">
                  <a:moveTo>
                    <a:pt x="15787" y="42"/>
                  </a:moveTo>
                  <a:cubicBezTo>
                    <a:pt x="12028" y="6124"/>
                    <a:pt x="6219" y="6534"/>
                    <a:pt x="0" y="5919"/>
                  </a:cubicBezTo>
                  <a:cubicBezTo>
                    <a:pt x="4032" y="725"/>
                    <a:pt x="9705" y="-231"/>
                    <a:pt x="15787" y="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1" name="Google Shape;3141;p8"/>
            <p:cNvSpPr/>
            <p:nvPr/>
          </p:nvSpPr>
          <p:spPr>
            <a:xfrm rot="-969350">
              <a:off x="10002070" y="2676207"/>
              <a:ext cx="384339" cy="189394"/>
            </a:xfrm>
            <a:custGeom>
              <a:rect b="b" l="l" r="r" t="t"/>
              <a:pathLst>
                <a:path extrusionOk="0" h="201094" w="408081">
                  <a:moveTo>
                    <a:pt x="405261" y="132207"/>
                  </a:moveTo>
                  <a:cubicBezTo>
                    <a:pt x="402254" y="135283"/>
                    <a:pt x="399247" y="138358"/>
                    <a:pt x="396240" y="141365"/>
                  </a:cubicBezTo>
                  <a:cubicBezTo>
                    <a:pt x="376353" y="154418"/>
                    <a:pt x="356397" y="167471"/>
                    <a:pt x="336510" y="180524"/>
                  </a:cubicBezTo>
                  <a:cubicBezTo>
                    <a:pt x="332820" y="184488"/>
                    <a:pt x="326875" y="183463"/>
                    <a:pt x="322774" y="186607"/>
                  </a:cubicBezTo>
                  <a:lnTo>
                    <a:pt x="322842" y="186470"/>
                  </a:lnTo>
                  <a:cubicBezTo>
                    <a:pt x="315667" y="186333"/>
                    <a:pt x="308833" y="187358"/>
                    <a:pt x="303433" y="192689"/>
                  </a:cubicBezTo>
                  <a:cubicBezTo>
                    <a:pt x="292089" y="192757"/>
                    <a:pt x="281154" y="194739"/>
                    <a:pt x="270971" y="200070"/>
                  </a:cubicBezTo>
                  <a:cubicBezTo>
                    <a:pt x="266598" y="200412"/>
                    <a:pt x="262292" y="200753"/>
                    <a:pt x="257918" y="201095"/>
                  </a:cubicBezTo>
                  <a:cubicBezTo>
                    <a:pt x="254912" y="200685"/>
                    <a:pt x="251836" y="200412"/>
                    <a:pt x="248898" y="199796"/>
                  </a:cubicBezTo>
                  <a:cubicBezTo>
                    <a:pt x="247189" y="199455"/>
                    <a:pt x="244250" y="198498"/>
                    <a:pt x="244182" y="197746"/>
                  </a:cubicBezTo>
                  <a:cubicBezTo>
                    <a:pt x="244113" y="193714"/>
                    <a:pt x="247941" y="194056"/>
                    <a:pt x="250469" y="193031"/>
                  </a:cubicBezTo>
                  <a:cubicBezTo>
                    <a:pt x="253749" y="189955"/>
                    <a:pt x="255526" y="184625"/>
                    <a:pt x="261472" y="185650"/>
                  </a:cubicBezTo>
                  <a:cubicBezTo>
                    <a:pt x="255663" y="183600"/>
                    <a:pt x="249991" y="184625"/>
                    <a:pt x="244387" y="186607"/>
                  </a:cubicBezTo>
                  <a:cubicBezTo>
                    <a:pt x="228942" y="187427"/>
                    <a:pt x="213565" y="188725"/>
                    <a:pt x="198667" y="193167"/>
                  </a:cubicBezTo>
                  <a:cubicBezTo>
                    <a:pt x="189988" y="193031"/>
                    <a:pt x="181308" y="192894"/>
                    <a:pt x="172629" y="192757"/>
                  </a:cubicBezTo>
                  <a:cubicBezTo>
                    <a:pt x="162857" y="185718"/>
                    <a:pt x="150829" y="189272"/>
                    <a:pt x="140235" y="186060"/>
                  </a:cubicBezTo>
                  <a:cubicBezTo>
                    <a:pt x="137638" y="185035"/>
                    <a:pt x="136750" y="184010"/>
                    <a:pt x="137638" y="183053"/>
                  </a:cubicBezTo>
                  <a:cubicBezTo>
                    <a:pt x="138527" y="182096"/>
                    <a:pt x="139347" y="181618"/>
                    <a:pt x="140304" y="181618"/>
                  </a:cubicBezTo>
                  <a:cubicBezTo>
                    <a:pt x="154724" y="178337"/>
                    <a:pt x="169212" y="175125"/>
                    <a:pt x="183632" y="171708"/>
                  </a:cubicBezTo>
                  <a:cubicBezTo>
                    <a:pt x="184383" y="171503"/>
                    <a:pt x="184794" y="170000"/>
                    <a:pt x="186912" y="166720"/>
                  </a:cubicBezTo>
                  <a:cubicBezTo>
                    <a:pt x="166274" y="166720"/>
                    <a:pt x="147138" y="166720"/>
                    <a:pt x="128002" y="166720"/>
                  </a:cubicBezTo>
                  <a:cubicBezTo>
                    <a:pt x="117205" y="161731"/>
                    <a:pt x="106133" y="164601"/>
                    <a:pt x="95131" y="165421"/>
                  </a:cubicBezTo>
                  <a:cubicBezTo>
                    <a:pt x="87066" y="164464"/>
                    <a:pt x="79686" y="161936"/>
                    <a:pt x="73808" y="156058"/>
                  </a:cubicBezTo>
                  <a:cubicBezTo>
                    <a:pt x="70597" y="144987"/>
                    <a:pt x="78387" y="143552"/>
                    <a:pt x="86178" y="142254"/>
                  </a:cubicBezTo>
                  <a:cubicBezTo>
                    <a:pt x="88502" y="141843"/>
                    <a:pt x="90688" y="143279"/>
                    <a:pt x="93080" y="142800"/>
                  </a:cubicBezTo>
                  <a:cubicBezTo>
                    <a:pt x="89937" y="141980"/>
                    <a:pt x="86793" y="141433"/>
                    <a:pt x="83512" y="141160"/>
                  </a:cubicBezTo>
                  <a:cubicBezTo>
                    <a:pt x="80642" y="141023"/>
                    <a:pt x="77840" y="140613"/>
                    <a:pt x="75106" y="140135"/>
                  </a:cubicBezTo>
                  <a:cubicBezTo>
                    <a:pt x="68546" y="138153"/>
                    <a:pt x="62190" y="135624"/>
                    <a:pt x="55698" y="133438"/>
                  </a:cubicBezTo>
                  <a:cubicBezTo>
                    <a:pt x="49547" y="131182"/>
                    <a:pt x="43260" y="129064"/>
                    <a:pt x="37109" y="126740"/>
                  </a:cubicBezTo>
                  <a:cubicBezTo>
                    <a:pt x="33419" y="125305"/>
                    <a:pt x="29933" y="123391"/>
                    <a:pt x="26790" y="120931"/>
                  </a:cubicBezTo>
                  <a:cubicBezTo>
                    <a:pt x="24739" y="119223"/>
                    <a:pt x="23236" y="117036"/>
                    <a:pt x="22348" y="114507"/>
                  </a:cubicBezTo>
                  <a:cubicBezTo>
                    <a:pt x="14830" y="109177"/>
                    <a:pt x="7245" y="103846"/>
                    <a:pt x="0" y="98652"/>
                  </a:cubicBezTo>
                  <a:cubicBezTo>
                    <a:pt x="1982" y="89016"/>
                    <a:pt x="12370" y="89563"/>
                    <a:pt x="15856" y="82865"/>
                  </a:cubicBezTo>
                  <a:cubicBezTo>
                    <a:pt x="16812" y="80200"/>
                    <a:pt x="18384" y="77945"/>
                    <a:pt x="20502" y="76100"/>
                  </a:cubicBezTo>
                  <a:cubicBezTo>
                    <a:pt x="23782" y="73434"/>
                    <a:pt x="27473" y="71384"/>
                    <a:pt x="31369" y="69744"/>
                  </a:cubicBezTo>
                  <a:cubicBezTo>
                    <a:pt x="37998" y="67079"/>
                    <a:pt x="44627" y="64413"/>
                    <a:pt x="51050" y="61270"/>
                  </a:cubicBezTo>
                  <a:cubicBezTo>
                    <a:pt x="64309" y="53274"/>
                    <a:pt x="80369" y="58126"/>
                    <a:pt x="95131" y="51634"/>
                  </a:cubicBezTo>
                  <a:cubicBezTo>
                    <a:pt x="84538" y="53752"/>
                    <a:pt x="72031" y="60108"/>
                    <a:pt x="68614" y="46371"/>
                  </a:cubicBezTo>
                  <a:cubicBezTo>
                    <a:pt x="66154" y="36257"/>
                    <a:pt x="78660" y="34343"/>
                    <a:pt x="86725" y="31610"/>
                  </a:cubicBezTo>
                  <a:cubicBezTo>
                    <a:pt x="95951" y="31268"/>
                    <a:pt x="105450" y="35915"/>
                    <a:pt x="114471" y="30243"/>
                  </a:cubicBezTo>
                  <a:cubicBezTo>
                    <a:pt x="137912" y="29696"/>
                    <a:pt x="161353" y="29218"/>
                    <a:pt x="184794" y="28671"/>
                  </a:cubicBezTo>
                  <a:cubicBezTo>
                    <a:pt x="192038" y="25596"/>
                    <a:pt x="199350" y="25322"/>
                    <a:pt x="206458" y="27988"/>
                  </a:cubicBezTo>
                  <a:cubicBezTo>
                    <a:pt x="200376" y="23409"/>
                    <a:pt x="191491" y="29355"/>
                    <a:pt x="185340" y="23409"/>
                  </a:cubicBezTo>
                  <a:cubicBezTo>
                    <a:pt x="173312" y="20812"/>
                    <a:pt x="161284" y="18488"/>
                    <a:pt x="149325" y="15550"/>
                  </a:cubicBezTo>
                  <a:cubicBezTo>
                    <a:pt x="140782" y="13499"/>
                    <a:pt x="145156" y="8442"/>
                    <a:pt x="147275" y="4137"/>
                  </a:cubicBezTo>
                  <a:cubicBezTo>
                    <a:pt x="164497" y="3658"/>
                    <a:pt x="181650" y="3180"/>
                    <a:pt x="198804" y="2633"/>
                  </a:cubicBezTo>
                  <a:cubicBezTo>
                    <a:pt x="205022" y="3180"/>
                    <a:pt x="211173" y="3658"/>
                    <a:pt x="217393" y="4205"/>
                  </a:cubicBezTo>
                  <a:cubicBezTo>
                    <a:pt x="229284" y="11312"/>
                    <a:pt x="241107" y="1677"/>
                    <a:pt x="252998" y="3863"/>
                  </a:cubicBezTo>
                  <a:cubicBezTo>
                    <a:pt x="258738" y="-374"/>
                    <a:pt x="265983" y="20812"/>
                    <a:pt x="270971" y="2702"/>
                  </a:cubicBezTo>
                  <a:cubicBezTo>
                    <a:pt x="277874" y="-1057"/>
                    <a:pt x="284640" y="-784"/>
                    <a:pt x="291405" y="2838"/>
                  </a:cubicBezTo>
                  <a:cubicBezTo>
                    <a:pt x="295506" y="2770"/>
                    <a:pt x="299607" y="2633"/>
                    <a:pt x="303707" y="2565"/>
                  </a:cubicBezTo>
                  <a:cubicBezTo>
                    <a:pt x="311430" y="7212"/>
                    <a:pt x="319493" y="10971"/>
                    <a:pt x="328788" y="10971"/>
                  </a:cubicBezTo>
                  <a:cubicBezTo>
                    <a:pt x="328788" y="10971"/>
                    <a:pt x="328856" y="10902"/>
                    <a:pt x="328856" y="10902"/>
                  </a:cubicBezTo>
                  <a:cubicBezTo>
                    <a:pt x="333230" y="13499"/>
                    <a:pt x="339381" y="12338"/>
                    <a:pt x="342593" y="17395"/>
                  </a:cubicBezTo>
                  <a:cubicBezTo>
                    <a:pt x="345600" y="22042"/>
                    <a:pt x="350110" y="23682"/>
                    <a:pt x="355372" y="23819"/>
                  </a:cubicBezTo>
                  <a:cubicBezTo>
                    <a:pt x="355372" y="23819"/>
                    <a:pt x="355304" y="23751"/>
                    <a:pt x="355304" y="23751"/>
                  </a:cubicBezTo>
                  <a:cubicBezTo>
                    <a:pt x="359405" y="26963"/>
                    <a:pt x="366580" y="25254"/>
                    <a:pt x="368289" y="32088"/>
                  </a:cubicBezTo>
                  <a:cubicBezTo>
                    <a:pt x="380795" y="42339"/>
                    <a:pt x="393302" y="52590"/>
                    <a:pt x="405876" y="62842"/>
                  </a:cubicBezTo>
                  <a:cubicBezTo>
                    <a:pt x="408473" y="86077"/>
                    <a:pt x="409362" y="109177"/>
                    <a:pt x="405261" y="13220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2" name="Google Shape;3142;p8"/>
            <p:cNvSpPr/>
            <p:nvPr/>
          </p:nvSpPr>
          <p:spPr>
            <a:xfrm rot="-969350">
              <a:off x="10471608" y="2569994"/>
              <a:ext cx="136020" cy="34693"/>
            </a:xfrm>
            <a:custGeom>
              <a:rect b="b" l="l" r="r" t="t"/>
              <a:pathLst>
                <a:path extrusionOk="0" h="36836" w="144422">
                  <a:moveTo>
                    <a:pt x="1393" y="0"/>
                  </a:moveTo>
                  <a:cubicBezTo>
                    <a:pt x="12123" y="6082"/>
                    <a:pt x="23741" y="6766"/>
                    <a:pt x="35769" y="6697"/>
                  </a:cubicBezTo>
                  <a:cubicBezTo>
                    <a:pt x="68094" y="6424"/>
                    <a:pt x="100420" y="6561"/>
                    <a:pt x="132745" y="6561"/>
                  </a:cubicBezTo>
                  <a:cubicBezTo>
                    <a:pt x="138280" y="7791"/>
                    <a:pt x="141902" y="11140"/>
                    <a:pt x="143816" y="16402"/>
                  </a:cubicBezTo>
                  <a:cubicBezTo>
                    <a:pt x="145251" y="23919"/>
                    <a:pt x="144499" y="30685"/>
                    <a:pt x="137597" y="35469"/>
                  </a:cubicBezTo>
                  <a:cubicBezTo>
                    <a:pt x="134043" y="36767"/>
                    <a:pt x="130353" y="37109"/>
                    <a:pt x="126662" y="36631"/>
                  </a:cubicBezTo>
                  <a:cubicBezTo>
                    <a:pt x="97207" y="34580"/>
                    <a:pt x="67752" y="36152"/>
                    <a:pt x="38229" y="35537"/>
                  </a:cubicBezTo>
                  <a:cubicBezTo>
                    <a:pt x="23809" y="35264"/>
                    <a:pt x="9389" y="35127"/>
                    <a:pt x="1530" y="19750"/>
                  </a:cubicBezTo>
                  <a:cubicBezTo>
                    <a:pt x="-452" y="13121"/>
                    <a:pt x="-520" y="6561"/>
                    <a:pt x="1393"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3" name="Google Shape;3143;p8"/>
            <p:cNvSpPr/>
            <p:nvPr/>
          </p:nvSpPr>
          <p:spPr>
            <a:xfrm rot="-969350">
              <a:off x="10510443" y="2697129"/>
              <a:ext cx="128050" cy="39310"/>
            </a:xfrm>
            <a:custGeom>
              <a:rect b="b" l="l" r="r" t="t"/>
              <a:pathLst>
                <a:path extrusionOk="0" h="41738" w="135961">
                  <a:moveTo>
                    <a:pt x="137" y="30653"/>
                  </a:moveTo>
                  <a:cubicBezTo>
                    <a:pt x="68" y="24092"/>
                    <a:pt x="0" y="17600"/>
                    <a:pt x="0" y="11039"/>
                  </a:cubicBezTo>
                  <a:cubicBezTo>
                    <a:pt x="43397" y="-5363"/>
                    <a:pt x="87135" y="-1126"/>
                    <a:pt x="131078" y="8510"/>
                  </a:cubicBezTo>
                  <a:cubicBezTo>
                    <a:pt x="137433" y="16301"/>
                    <a:pt x="137433" y="24297"/>
                    <a:pt x="131967" y="32566"/>
                  </a:cubicBezTo>
                  <a:cubicBezTo>
                    <a:pt x="87819" y="43501"/>
                    <a:pt x="43875" y="46713"/>
                    <a:pt x="137" y="306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4" name="Google Shape;3144;p8"/>
            <p:cNvSpPr/>
            <p:nvPr/>
          </p:nvSpPr>
          <p:spPr>
            <a:xfrm rot="-969350">
              <a:off x="10501480" y="2667023"/>
              <a:ext cx="127859" cy="36739"/>
            </a:xfrm>
            <a:custGeom>
              <a:rect b="b" l="l" r="r" t="t"/>
              <a:pathLst>
                <a:path extrusionOk="0" h="39009" w="135758">
                  <a:moveTo>
                    <a:pt x="68" y="31174"/>
                  </a:moveTo>
                  <a:cubicBezTo>
                    <a:pt x="68" y="24613"/>
                    <a:pt x="0" y="18053"/>
                    <a:pt x="0" y="11492"/>
                  </a:cubicBezTo>
                  <a:cubicBezTo>
                    <a:pt x="43328" y="-5525"/>
                    <a:pt x="86998" y="-1288"/>
                    <a:pt x="130873" y="9032"/>
                  </a:cubicBezTo>
                  <a:cubicBezTo>
                    <a:pt x="137160" y="16754"/>
                    <a:pt x="137296" y="24750"/>
                    <a:pt x="131761" y="32951"/>
                  </a:cubicBezTo>
                  <a:cubicBezTo>
                    <a:pt x="87749" y="40127"/>
                    <a:pt x="43807" y="42519"/>
                    <a:pt x="68" y="3117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5" name="Google Shape;3145;p8"/>
            <p:cNvSpPr/>
            <p:nvPr/>
          </p:nvSpPr>
          <p:spPr>
            <a:xfrm rot="-969350">
              <a:off x="10495407" y="2650282"/>
              <a:ext cx="127949" cy="28745"/>
            </a:xfrm>
            <a:custGeom>
              <a:rect b="b" l="l" r="r" t="t"/>
              <a:pathLst>
                <a:path extrusionOk="0" h="30520" w="135853">
                  <a:moveTo>
                    <a:pt x="130804" y="30520"/>
                  </a:moveTo>
                  <a:cubicBezTo>
                    <a:pt x="87203" y="30384"/>
                    <a:pt x="43670" y="30315"/>
                    <a:pt x="68" y="30179"/>
                  </a:cubicBezTo>
                  <a:cubicBezTo>
                    <a:pt x="68" y="23618"/>
                    <a:pt x="0" y="17057"/>
                    <a:pt x="0" y="10496"/>
                  </a:cubicBezTo>
                  <a:cubicBezTo>
                    <a:pt x="39775" y="-7614"/>
                    <a:pt x="81326" y="3252"/>
                    <a:pt x="122193" y="3047"/>
                  </a:cubicBezTo>
                  <a:cubicBezTo>
                    <a:pt x="126089" y="4209"/>
                    <a:pt x="129506" y="6123"/>
                    <a:pt x="132513" y="8856"/>
                  </a:cubicBezTo>
                  <a:cubicBezTo>
                    <a:pt x="137092" y="16510"/>
                    <a:pt x="137365" y="23755"/>
                    <a:pt x="130804" y="305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6" name="Google Shape;3146;p8"/>
            <p:cNvSpPr/>
            <p:nvPr/>
          </p:nvSpPr>
          <p:spPr>
            <a:xfrm rot="-969350">
              <a:off x="10487605" y="2620021"/>
              <a:ext cx="128033" cy="35859"/>
            </a:xfrm>
            <a:custGeom>
              <a:rect b="b" l="l" r="r" t="t"/>
              <a:pathLst>
                <a:path extrusionOk="0" h="38074" w="135942">
                  <a:moveTo>
                    <a:pt x="0" y="24187"/>
                  </a:moveTo>
                  <a:cubicBezTo>
                    <a:pt x="0" y="19813"/>
                    <a:pt x="68" y="15439"/>
                    <a:pt x="68" y="11065"/>
                  </a:cubicBezTo>
                  <a:cubicBezTo>
                    <a:pt x="43260" y="-5473"/>
                    <a:pt x="86930" y="-962"/>
                    <a:pt x="130668" y="8332"/>
                  </a:cubicBezTo>
                  <a:cubicBezTo>
                    <a:pt x="137297" y="15781"/>
                    <a:pt x="137433" y="23709"/>
                    <a:pt x="132445" y="31978"/>
                  </a:cubicBezTo>
                  <a:cubicBezTo>
                    <a:pt x="93422" y="42707"/>
                    <a:pt x="53716" y="36010"/>
                    <a:pt x="14352" y="36010"/>
                  </a:cubicBezTo>
                  <a:cubicBezTo>
                    <a:pt x="7450" y="36010"/>
                    <a:pt x="3554" y="29654"/>
                    <a:pt x="0" y="241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7" name="Google Shape;3147;p8"/>
            <p:cNvSpPr/>
            <p:nvPr/>
          </p:nvSpPr>
          <p:spPr>
            <a:xfrm rot="-969350">
              <a:off x="10485417" y="2598023"/>
              <a:ext cx="138234" cy="63294"/>
            </a:xfrm>
            <a:custGeom>
              <a:rect b="b" l="l" r="r" t="t"/>
              <a:pathLst>
                <a:path extrusionOk="0" h="67204" w="146773">
                  <a:moveTo>
                    <a:pt x="131283" y="52829"/>
                  </a:moveTo>
                  <a:cubicBezTo>
                    <a:pt x="131215" y="46336"/>
                    <a:pt x="131146" y="39844"/>
                    <a:pt x="131146" y="33283"/>
                  </a:cubicBezTo>
                  <a:cubicBezTo>
                    <a:pt x="100461" y="19137"/>
                    <a:pt x="68000" y="29798"/>
                    <a:pt x="36495" y="26722"/>
                  </a:cubicBezTo>
                  <a:cubicBezTo>
                    <a:pt x="23031" y="25424"/>
                    <a:pt x="7928" y="29661"/>
                    <a:pt x="0" y="13533"/>
                  </a:cubicBezTo>
                  <a:cubicBezTo>
                    <a:pt x="0" y="9159"/>
                    <a:pt x="0" y="4785"/>
                    <a:pt x="0" y="411"/>
                  </a:cubicBezTo>
                  <a:cubicBezTo>
                    <a:pt x="42713" y="1778"/>
                    <a:pt x="85563" y="-2869"/>
                    <a:pt x="128139" y="3282"/>
                  </a:cubicBezTo>
                  <a:cubicBezTo>
                    <a:pt x="143243" y="9432"/>
                    <a:pt x="146455" y="22212"/>
                    <a:pt x="146728" y="36700"/>
                  </a:cubicBezTo>
                  <a:cubicBezTo>
                    <a:pt x="146933" y="46268"/>
                    <a:pt x="146660" y="55767"/>
                    <a:pt x="141056" y="64173"/>
                  </a:cubicBezTo>
                  <a:cubicBezTo>
                    <a:pt x="138322" y="67522"/>
                    <a:pt x="135042" y="68069"/>
                    <a:pt x="131283" y="65950"/>
                  </a:cubicBezTo>
                  <a:lnTo>
                    <a:pt x="131283" y="65950"/>
                  </a:lnTo>
                  <a:cubicBezTo>
                    <a:pt x="127387" y="61576"/>
                    <a:pt x="127319" y="57203"/>
                    <a:pt x="131283" y="528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8" name="Google Shape;3148;p8"/>
            <p:cNvSpPr/>
            <p:nvPr/>
          </p:nvSpPr>
          <p:spPr>
            <a:xfrm rot="-969350">
              <a:off x="10481719" y="2613390"/>
              <a:ext cx="124804" cy="18665"/>
            </a:xfrm>
            <a:custGeom>
              <a:rect b="b" l="l" r="r" t="t"/>
              <a:pathLst>
                <a:path extrusionOk="0" h="19818" w="132514">
                  <a:moveTo>
                    <a:pt x="1437" y="0"/>
                  </a:moveTo>
                  <a:cubicBezTo>
                    <a:pt x="12167" y="6356"/>
                    <a:pt x="23921" y="6766"/>
                    <a:pt x="35949" y="6629"/>
                  </a:cubicBezTo>
                  <a:cubicBezTo>
                    <a:pt x="63012" y="6424"/>
                    <a:pt x="90075" y="6697"/>
                    <a:pt x="117138" y="6697"/>
                  </a:cubicBezTo>
                  <a:cubicBezTo>
                    <a:pt x="126090" y="6697"/>
                    <a:pt x="131353" y="10729"/>
                    <a:pt x="132515" y="19819"/>
                  </a:cubicBezTo>
                  <a:cubicBezTo>
                    <a:pt x="88845" y="19819"/>
                    <a:pt x="45175" y="19750"/>
                    <a:pt x="1437" y="19682"/>
                  </a:cubicBezTo>
                  <a:cubicBezTo>
                    <a:pt x="-340" y="13121"/>
                    <a:pt x="-613" y="6561"/>
                    <a:pt x="143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9" name="Google Shape;3149;p8"/>
            <p:cNvSpPr/>
            <p:nvPr/>
          </p:nvSpPr>
          <p:spPr>
            <a:xfrm rot="-969350">
              <a:off x="10490441" y="2643020"/>
              <a:ext cx="124849" cy="18536"/>
            </a:xfrm>
            <a:custGeom>
              <a:rect b="b" l="l" r="r" t="t"/>
              <a:pathLst>
                <a:path extrusionOk="0" h="19682" w="132561">
                  <a:moveTo>
                    <a:pt x="132562" y="6492"/>
                  </a:moveTo>
                  <a:cubicBezTo>
                    <a:pt x="132562" y="10866"/>
                    <a:pt x="132562" y="15240"/>
                    <a:pt x="132562" y="19614"/>
                  </a:cubicBezTo>
                  <a:cubicBezTo>
                    <a:pt x="88824" y="19614"/>
                    <a:pt x="45085" y="19682"/>
                    <a:pt x="1347" y="19682"/>
                  </a:cubicBezTo>
                  <a:cubicBezTo>
                    <a:pt x="-225" y="13121"/>
                    <a:pt x="-634" y="6561"/>
                    <a:pt x="1279" y="0"/>
                  </a:cubicBezTo>
                  <a:cubicBezTo>
                    <a:pt x="11940" y="6219"/>
                    <a:pt x="23626" y="6766"/>
                    <a:pt x="35654" y="6629"/>
                  </a:cubicBezTo>
                  <a:cubicBezTo>
                    <a:pt x="67979" y="6356"/>
                    <a:pt x="100236" y="6492"/>
                    <a:pt x="132562" y="649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0" name="Google Shape;3150;p8"/>
            <p:cNvSpPr/>
            <p:nvPr/>
          </p:nvSpPr>
          <p:spPr>
            <a:xfrm rot="-969350">
              <a:off x="10476123" y="2589195"/>
              <a:ext cx="125383" cy="18617"/>
            </a:xfrm>
            <a:custGeom>
              <a:rect b="b" l="l" r="r" t="t"/>
              <a:pathLst>
                <a:path extrusionOk="0" h="19767" w="133128">
                  <a:moveTo>
                    <a:pt x="131283" y="19682"/>
                  </a:moveTo>
                  <a:cubicBezTo>
                    <a:pt x="98957" y="19682"/>
                    <a:pt x="66701" y="19477"/>
                    <a:pt x="34376" y="19750"/>
                  </a:cubicBezTo>
                  <a:cubicBezTo>
                    <a:pt x="22348" y="19887"/>
                    <a:pt x="10730" y="19340"/>
                    <a:pt x="0" y="13121"/>
                  </a:cubicBezTo>
                  <a:cubicBezTo>
                    <a:pt x="0" y="8748"/>
                    <a:pt x="0" y="4374"/>
                    <a:pt x="0" y="0"/>
                  </a:cubicBezTo>
                  <a:cubicBezTo>
                    <a:pt x="10798" y="6424"/>
                    <a:pt x="22758" y="6766"/>
                    <a:pt x="34854" y="6629"/>
                  </a:cubicBezTo>
                  <a:cubicBezTo>
                    <a:pt x="60003" y="6356"/>
                    <a:pt x="85153" y="6561"/>
                    <a:pt x="110302" y="6561"/>
                  </a:cubicBezTo>
                  <a:cubicBezTo>
                    <a:pt x="117956" y="6561"/>
                    <a:pt x="125747" y="6287"/>
                    <a:pt x="131283" y="13121"/>
                  </a:cubicBezTo>
                  <a:cubicBezTo>
                    <a:pt x="132923" y="14557"/>
                    <a:pt x="133470" y="16060"/>
                    <a:pt x="132923" y="17495"/>
                  </a:cubicBezTo>
                  <a:cubicBezTo>
                    <a:pt x="132376" y="18999"/>
                    <a:pt x="131830" y="19682"/>
                    <a:pt x="131283" y="196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1" name="Google Shape;3151;p8"/>
            <p:cNvSpPr/>
            <p:nvPr/>
          </p:nvSpPr>
          <p:spPr>
            <a:xfrm rot="-969350">
              <a:off x="10517181" y="2730516"/>
              <a:ext cx="126279" cy="19761"/>
            </a:xfrm>
            <a:custGeom>
              <a:rect b="b" l="l" r="r" t="t"/>
              <a:pathLst>
                <a:path extrusionOk="0" h="20981" w="134080">
                  <a:moveTo>
                    <a:pt x="131693" y="20639"/>
                  </a:moveTo>
                  <a:cubicBezTo>
                    <a:pt x="87819" y="20776"/>
                    <a:pt x="43875" y="20844"/>
                    <a:pt x="0" y="20981"/>
                  </a:cubicBezTo>
                  <a:cubicBezTo>
                    <a:pt x="0" y="16539"/>
                    <a:pt x="68" y="12097"/>
                    <a:pt x="68" y="7655"/>
                  </a:cubicBezTo>
                  <a:cubicBezTo>
                    <a:pt x="42713" y="-4852"/>
                    <a:pt x="85768" y="957"/>
                    <a:pt x="128823" y="4306"/>
                  </a:cubicBezTo>
                  <a:cubicBezTo>
                    <a:pt x="134973" y="8816"/>
                    <a:pt x="135452" y="14352"/>
                    <a:pt x="131693" y="206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2" name="Google Shape;3152;p8"/>
            <p:cNvSpPr/>
            <p:nvPr/>
          </p:nvSpPr>
          <p:spPr>
            <a:xfrm rot="-969350">
              <a:off x="10514765" y="2725657"/>
              <a:ext cx="126140" cy="12357"/>
            </a:xfrm>
            <a:custGeom>
              <a:rect b="b" l="l" r="r" t="t"/>
              <a:pathLst>
                <a:path extrusionOk="0" h="13121" w="133932">
                  <a:moveTo>
                    <a:pt x="131556" y="13053"/>
                  </a:moveTo>
                  <a:cubicBezTo>
                    <a:pt x="87682" y="13053"/>
                    <a:pt x="43875" y="13121"/>
                    <a:pt x="0" y="13121"/>
                  </a:cubicBezTo>
                  <a:cubicBezTo>
                    <a:pt x="68" y="8748"/>
                    <a:pt x="68" y="4374"/>
                    <a:pt x="68" y="0"/>
                  </a:cubicBezTo>
                  <a:cubicBezTo>
                    <a:pt x="43807" y="0"/>
                    <a:pt x="87545" y="0"/>
                    <a:pt x="131283" y="0"/>
                  </a:cubicBezTo>
                  <a:cubicBezTo>
                    <a:pt x="134769" y="4306"/>
                    <a:pt x="134769" y="8679"/>
                    <a:pt x="131556" y="130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3" name="Google Shape;3153;p8"/>
            <p:cNvSpPr/>
            <p:nvPr/>
          </p:nvSpPr>
          <p:spPr>
            <a:xfrm rot="-969350">
              <a:off x="10506190" y="2696006"/>
              <a:ext cx="125937" cy="12487"/>
            </a:xfrm>
            <a:custGeom>
              <a:rect b="b" l="l" r="r" t="t"/>
              <a:pathLst>
                <a:path extrusionOk="0" h="13258" w="133717">
                  <a:moveTo>
                    <a:pt x="205" y="0"/>
                  </a:moveTo>
                  <a:cubicBezTo>
                    <a:pt x="43807" y="68"/>
                    <a:pt x="87408" y="68"/>
                    <a:pt x="131010" y="137"/>
                  </a:cubicBezTo>
                  <a:cubicBezTo>
                    <a:pt x="134632" y="4511"/>
                    <a:pt x="134632" y="8953"/>
                    <a:pt x="130941" y="13258"/>
                  </a:cubicBezTo>
                  <a:cubicBezTo>
                    <a:pt x="87271" y="13258"/>
                    <a:pt x="43670" y="13190"/>
                    <a:pt x="0" y="13190"/>
                  </a:cubicBezTo>
                  <a:cubicBezTo>
                    <a:pt x="68" y="8816"/>
                    <a:pt x="137" y="4442"/>
                    <a:pt x="205"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4" name="Google Shape;3154;p8"/>
            <p:cNvSpPr/>
            <p:nvPr/>
          </p:nvSpPr>
          <p:spPr>
            <a:xfrm rot="-969350">
              <a:off x="11594720" y="2210412"/>
              <a:ext cx="180595" cy="62689"/>
            </a:xfrm>
            <a:custGeom>
              <a:rect b="b" l="l" r="r" t="t"/>
              <a:pathLst>
                <a:path extrusionOk="0" h="66562" w="191751">
                  <a:moveTo>
                    <a:pt x="0" y="16402"/>
                  </a:moveTo>
                  <a:cubicBezTo>
                    <a:pt x="12780" y="15240"/>
                    <a:pt x="25491" y="15787"/>
                    <a:pt x="38134" y="11618"/>
                  </a:cubicBezTo>
                  <a:cubicBezTo>
                    <a:pt x="47019" y="8748"/>
                    <a:pt x="57201" y="9363"/>
                    <a:pt x="66769" y="9294"/>
                  </a:cubicBezTo>
                  <a:cubicBezTo>
                    <a:pt x="92534" y="9021"/>
                    <a:pt x="118298" y="9158"/>
                    <a:pt x="144062" y="9158"/>
                  </a:cubicBezTo>
                  <a:cubicBezTo>
                    <a:pt x="152810" y="9158"/>
                    <a:pt x="161421" y="8748"/>
                    <a:pt x="166615" y="0"/>
                  </a:cubicBezTo>
                  <a:cubicBezTo>
                    <a:pt x="176046" y="9773"/>
                    <a:pt x="182333" y="21254"/>
                    <a:pt x="185340" y="34512"/>
                  </a:cubicBezTo>
                  <a:cubicBezTo>
                    <a:pt x="188620" y="38613"/>
                    <a:pt x="187322" y="44832"/>
                    <a:pt x="191628" y="48454"/>
                  </a:cubicBezTo>
                  <a:lnTo>
                    <a:pt x="191628" y="48454"/>
                  </a:lnTo>
                  <a:cubicBezTo>
                    <a:pt x="192858" y="58910"/>
                    <a:pt x="184657" y="62395"/>
                    <a:pt x="177618" y="62669"/>
                  </a:cubicBezTo>
                  <a:cubicBezTo>
                    <a:pt x="129711" y="64240"/>
                    <a:pt x="80300" y="76952"/>
                    <a:pt x="36220" y="45857"/>
                  </a:cubicBezTo>
                  <a:cubicBezTo>
                    <a:pt x="22348" y="38339"/>
                    <a:pt x="4237" y="35811"/>
                    <a:pt x="0" y="1640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5" name="Google Shape;3155;p8"/>
            <p:cNvSpPr/>
            <p:nvPr/>
          </p:nvSpPr>
          <p:spPr>
            <a:xfrm rot="-969350">
              <a:off x="11637149" y="2235599"/>
              <a:ext cx="162520" cy="73247"/>
            </a:xfrm>
            <a:custGeom>
              <a:rect b="b" l="l" r="r" t="t"/>
              <a:pathLst>
                <a:path extrusionOk="0" h="77772" w="172560">
                  <a:moveTo>
                    <a:pt x="0" y="0"/>
                  </a:moveTo>
                  <a:cubicBezTo>
                    <a:pt x="5468" y="547"/>
                    <a:pt x="10935" y="1845"/>
                    <a:pt x="14625" y="6014"/>
                  </a:cubicBezTo>
                  <a:cubicBezTo>
                    <a:pt x="24739" y="17700"/>
                    <a:pt x="37519" y="20366"/>
                    <a:pt x="52349" y="20024"/>
                  </a:cubicBezTo>
                  <a:cubicBezTo>
                    <a:pt x="80369" y="19340"/>
                    <a:pt x="108388" y="19819"/>
                    <a:pt x="136409" y="19819"/>
                  </a:cubicBezTo>
                  <a:cubicBezTo>
                    <a:pt x="143995" y="19819"/>
                    <a:pt x="151649" y="19956"/>
                    <a:pt x="157047" y="13190"/>
                  </a:cubicBezTo>
                  <a:cubicBezTo>
                    <a:pt x="165317" y="24876"/>
                    <a:pt x="170169" y="37724"/>
                    <a:pt x="170306" y="52144"/>
                  </a:cubicBezTo>
                  <a:cubicBezTo>
                    <a:pt x="176934" y="65402"/>
                    <a:pt x="167777" y="72100"/>
                    <a:pt x="158004" y="72851"/>
                  </a:cubicBezTo>
                  <a:cubicBezTo>
                    <a:pt x="118367" y="75790"/>
                    <a:pt x="77840" y="85836"/>
                    <a:pt x="39912" y="64377"/>
                  </a:cubicBezTo>
                  <a:cubicBezTo>
                    <a:pt x="27884" y="42166"/>
                    <a:pt x="957" y="29045"/>
                    <a:pt x="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6" name="Google Shape;3156;p8"/>
            <p:cNvSpPr/>
            <p:nvPr/>
          </p:nvSpPr>
          <p:spPr>
            <a:xfrm rot="-969350">
              <a:off x="11674540" y="2359743"/>
              <a:ext cx="150163" cy="51087"/>
            </a:xfrm>
            <a:custGeom>
              <a:rect b="b" l="l" r="r" t="t"/>
              <a:pathLst>
                <a:path extrusionOk="0" h="54243" w="159439">
                  <a:moveTo>
                    <a:pt x="146181" y="47682"/>
                  </a:moveTo>
                  <a:cubicBezTo>
                    <a:pt x="137160" y="51577"/>
                    <a:pt x="128071" y="54311"/>
                    <a:pt x="118025" y="54243"/>
                  </a:cubicBezTo>
                  <a:cubicBezTo>
                    <a:pt x="85494" y="53901"/>
                    <a:pt x="53033" y="54106"/>
                    <a:pt x="20502" y="54106"/>
                  </a:cubicBezTo>
                  <a:cubicBezTo>
                    <a:pt x="12712" y="54106"/>
                    <a:pt x="5262" y="53423"/>
                    <a:pt x="0" y="46657"/>
                  </a:cubicBezTo>
                  <a:cubicBezTo>
                    <a:pt x="68" y="45085"/>
                    <a:pt x="68" y="43513"/>
                    <a:pt x="137" y="41941"/>
                  </a:cubicBezTo>
                  <a:cubicBezTo>
                    <a:pt x="752" y="38729"/>
                    <a:pt x="1777" y="35722"/>
                    <a:pt x="3007" y="32715"/>
                  </a:cubicBezTo>
                  <a:cubicBezTo>
                    <a:pt x="12781" y="18364"/>
                    <a:pt x="16334" y="-3437"/>
                    <a:pt x="41483" y="458"/>
                  </a:cubicBezTo>
                  <a:cubicBezTo>
                    <a:pt x="67316" y="6541"/>
                    <a:pt x="93627" y="3534"/>
                    <a:pt x="119733" y="4627"/>
                  </a:cubicBezTo>
                  <a:cubicBezTo>
                    <a:pt x="133607" y="5174"/>
                    <a:pt x="148505" y="2850"/>
                    <a:pt x="159440" y="15015"/>
                  </a:cubicBezTo>
                  <a:cubicBezTo>
                    <a:pt x="159029" y="27522"/>
                    <a:pt x="153631" y="37978"/>
                    <a:pt x="146181" y="476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7" name="Google Shape;3157;p8"/>
            <p:cNvSpPr/>
            <p:nvPr/>
          </p:nvSpPr>
          <p:spPr>
            <a:xfrm rot="-969350">
              <a:off x="11679430" y="2278048"/>
              <a:ext cx="135445" cy="59288"/>
            </a:xfrm>
            <a:custGeom>
              <a:rect b="b" l="l" r="r" t="t"/>
              <a:pathLst>
                <a:path extrusionOk="0" h="62950" w="143813">
                  <a:moveTo>
                    <a:pt x="5882" y="478"/>
                  </a:moveTo>
                  <a:cubicBezTo>
                    <a:pt x="13057" y="6766"/>
                    <a:pt x="18730" y="14215"/>
                    <a:pt x="30484" y="13873"/>
                  </a:cubicBezTo>
                  <a:cubicBezTo>
                    <a:pt x="60827" y="12985"/>
                    <a:pt x="91239" y="13463"/>
                    <a:pt x="121651" y="13463"/>
                  </a:cubicBezTo>
                  <a:cubicBezTo>
                    <a:pt x="130808" y="13463"/>
                    <a:pt x="135592" y="8679"/>
                    <a:pt x="137027" y="0"/>
                  </a:cubicBezTo>
                  <a:cubicBezTo>
                    <a:pt x="145570" y="14762"/>
                    <a:pt x="144339" y="30617"/>
                    <a:pt x="142426" y="46540"/>
                  </a:cubicBezTo>
                  <a:cubicBezTo>
                    <a:pt x="137301" y="57680"/>
                    <a:pt x="127596" y="61780"/>
                    <a:pt x="116320" y="62190"/>
                  </a:cubicBezTo>
                  <a:cubicBezTo>
                    <a:pt x="90555" y="63147"/>
                    <a:pt x="64791" y="63284"/>
                    <a:pt x="39095" y="62122"/>
                  </a:cubicBezTo>
                  <a:cubicBezTo>
                    <a:pt x="23650" y="61438"/>
                    <a:pt x="13262" y="52896"/>
                    <a:pt x="6906" y="39091"/>
                  </a:cubicBezTo>
                  <a:cubicBezTo>
                    <a:pt x="1849" y="26448"/>
                    <a:pt x="-5190" y="13668"/>
                    <a:pt x="5882"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8" name="Google Shape;3158;p8"/>
            <p:cNvSpPr/>
            <p:nvPr/>
          </p:nvSpPr>
          <p:spPr>
            <a:xfrm rot="-969350">
              <a:off x="11694114" y="2335499"/>
              <a:ext cx="128782" cy="34563"/>
            </a:xfrm>
            <a:custGeom>
              <a:rect b="b" l="l" r="r" t="t"/>
              <a:pathLst>
                <a:path extrusionOk="0" h="36698" w="136737">
                  <a:moveTo>
                    <a:pt x="129357" y="36699"/>
                  </a:moveTo>
                  <a:cubicBezTo>
                    <a:pt x="93410" y="36562"/>
                    <a:pt x="57394" y="36357"/>
                    <a:pt x="21447" y="36426"/>
                  </a:cubicBezTo>
                  <a:cubicBezTo>
                    <a:pt x="11264" y="36426"/>
                    <a:pt x="4772" y="32599"/>
                    <a:pt x="3132" y="22142"/>
                  </a:cubicBezTo>
                  <a:cubicBezTo>
                    <a:pt x="-2951" y="10661"/>
                    <a:pt x="-422" y="2939"/>
                    <a:pt x="12904" y="0"/>
                  </a:cubicBezTo>
                  <a:cubicBezTo>
                    <a:pt x="42154" y="957"/>
                    <a:pt x="71404" y="68"/>
                    <a:pt x="100654" y="478"/>
                  </a:cubicBezTo>
                  <a:cubicBezTo>
                    <a:pt x="113502" y="683"/>
                    <a:pt x="127034" y="-888"/>
                    <a:pt x="136738" y="10661"/>
                  </a:cubicBezTo>
                  <a:cubicBezTo>
                    <a:pt x="136123" y="19887"/>
                    <a:pt x="136396" y="29318"/>
                    <a:pt x="129357" y="366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9" name="Google Shape;3159;p8"/>
            <p:cNvSpPr/>
            <p:nvPr/>
          </p:nvSpPr>
          <p:spPr>
            <a:xfrm rot="-969350">
              <a:off x="11689887" y="2307970"/>
              <a:ext cx="130180" cy="37589"/>
            </a:xfrm>
            <a:custGeom>
              <a:rect b="b" l="l" r="r" t="t"/>
              <a:pathLst>
                <a:path extrusionOk="0" h="39911" w="138222">
                  <a:moveTo>
                    <a:pt x="133392" y="39911"/>
                  </a:moveTo>
                  <a:cubicBezTo>
                    <a:pt x="98743" y="39774"/>
                    <a:pt x="64094" y="39569"/>
                    <a:pt x="29446" y="39433"/>
                  </a:cubicBezTo>
                  <a:cubicBezTo>
                    <a:pt x="20766" y="39364"/>
                    <a:pt x="11882" y="39774"/>
                    <a:pt x="6141" y="31300"/>
                  </a:cubicBezTo>
                  <a:cubicBezTo>
                    <a:pt x="-2196" y="20502"/>
                    <a:pt x="-2333" y="10046"/>
                    <a:pt x="7509" y="0"/>
                  </a:cubicBezTo>
                  <a:cubicBezTo>
                    <a:pt x="9832" y="3622"/>
                    <a:pt x="12429" y="7108"/>
                    <a:pt x="14343" y="10935"/>
                  </a:cubicBezTo>
                  <a:cubicBezTo>
                    <a:pt x="16392" y="15103"/>
                    <a:pt x="19126" y="18862"/>
                    <a:pt x="23774" y="18930"/>
                  </a:cubicBezTo>
                  <a:cubicBezTo>
                    <a:pt x="58627" y="19340"/>
                    <a:pt x="93618" y="22074"/>
                    <a:pt x="128403" y="17359"/>
                  </a:cubicBezTo>
                  <a:cubicBezTo>
                    <a:pt x="131479" y="16949"/>
                    <a:pt x="134349" y="14693"/>
                    <a:pt x="137356" y="13327"/>
                  </a:cubicBezTo>
                  <a:cubicBezTo>
                    <a:pt x="138654" y="22621"/>
                    <a:pt x="139269" y="31710"/>
                    <a:pt x="133392" y="399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0" name="Google Shape;3160;p8"/>
            <p:cNvSpPr/>
            <p:nvPr/>
          </p:nvSpPr>
          <p:spPr>
            <a:xfrm rot="-969350">
              <a:off x="11767965" y="2218406"/>
              <a:ext cx="5973" cy="13130"/>
            </a:xfrm>
            <a:custGeom>
              <a:rect b="b" l="l" r="r" t="t"/>
              <a:pathLst>
                <a:path extrusionOk="0" h="13941" w="6342">
                  <a:moveTo>
                    <a:pt x="6325" y="13941"/>
                  </a:moveTo>
                  <a:cubicBezTo>
                    <a:pt x="925" y="10798"/>
                    <a:pt x="-237" y="5741"/>
                    <a:pt x="37" y="0"/>
                  </a:cubicBezTo>
                  <a:cubicBezTo>
                    <a:pt x="5026" y="3349"/>
                    <a:pt x="6529" y="8269"/>
                    <a:pt x="6325" y="139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1" name="Google Shape;3161;p8"/>
            <p:cNvSpPr/>
            <p:nvPr/>
          </p:nvSpPr>
          <p:spPr>
            <a:xfrm rot="-969350">
              <a:off x="9978345" y="2607118"/>
              <a:ext cx="47797" cy="198128"/>
            </a:xfrm>
            <a:custGeom>
              <a:rect b="b" l="l" r="r" t="t"/>
              <a:pathLst>
                <a:path extrusionOk="0" h="210368" w="50750">
                  <a:moveTo>
                    <a:pt x="19819" y="209139"/>
                  </a:moveTo>
                  <a:cubicBezTo>
                    <a:pt x="17905" y="209685"/>
                    <a:pt x="15923" y="210095"/>
                    <a:pt x="13873" y="210369"/>
                  </a:cubicBezTo>
                  <a:cubicBezTo>
                    <a:pt x="4852" y="203193"/>
                    <a:pt x="6629" y="193010"/>
                    <a:pt x="6629" y="183511"/>
                  </a:cubicBezTo>
                  <a:cubicBezTo>
                    <a:pt x="6492" y="133964"/>
                    <a:pt x="6492" y="84348"/>
                    <a:pt x="6629" y="34801"/>
                  </a:cubicBezTo>
                  <a:cubicBezTo>
                    <a:pt x="6629" y="22910"/>
                    <a:pt x="7039" y="11019"/>
                    <a:pt x="0" y="562"/>
                  </a:cubicBezTo>
                  <a:cubicBezTo>
                    <a:pt x="9499" y="-1625"/>
                    <a:pt x="17905" y="3159"/>
                    <a:pt x="26857" y="4799"/>
                  </a:cubicBezTo>
                  <a:cubicBezTo>
                    <a:pt x="31027" y="4184"/>
                    <a:pt x="34854" y="5141"/>
                    <a:pt x="38271" y="7670"/>
                  </a:cubicBezTo>
                  <a:cubicBezTo>
                    <a:pt x="45242" y="13821"/>
                    <a:pt x="48453" y="22158"/>
                    <a:pt x="48590" y="30906"/>
                  </a:cubicBezTo>
                  <a:cubicBezTo>
                    <a:pt x="49479" y="86193"/>
                    <a:pt x="54126" y="141549"/>
                    <a:pt x="46198" y="196700"/>
                  </a:cubicBezTo>
                  <a:cubicBezTo>
                    <a:pt x="41551" y="203193"/>
                    <a:pt x="34444" y="203398"/>
                    <a:pt x="27473" y="203808"/>
                  </a:cubicBezTo>
                  <a:cubicBezTo>
                    <a:pt x="24397" y="204901"/>
                    <a:pt x="22006" y="206952"/>
                    <a:pt x="19819" y="2091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2" name="Google Shape;3162;p8"/>
            <p:cNvSpPr/>
            <p:nvPr/>
          </p:nvSpPr>
          <p:spPr>
            <a:xfrm rot="-969350">
              <a:off x="10045963" y="2825164"/>
              <a:ext cx="43768" cy="185949"/>
            </a:xfrm>
            <a:custGeom>
              <a:rect b="b" l="l" r="r" t="t"/>
              <a:pathLst>
                <a:path extrusionOk="0" h="197436" w="46472">
                  <a:moveTo>
                    <a:pt x="27473" y="6287"/>
                  </a:moveTo>
                  <a:cubicBezTo>
                    <a:pt x="34512" y="6697"/>
                    <a:pt x="41620" y="6971"/>
                    <a:pt x="46472" y="13326"/>
                  </a:cubicBezTo>
                  <a:cubicBezTo>
                    <a:pt x="37861" y="61712"/>
                    <a:pt x="43738" y="110507"/>
                    <a:pt x="42509" y="159097"/>
                  </a:cubicBezTo>
                  <a:cubicBezTo>
                    <a:pt x="41961" y="180078"/>
                    <a:pt x="37315" y="195318"/>
                    <a:pt x="13327" y="197027"/>
                  </a:cubicBezTo>
                  <a:cubicBezTo>
                    <a:pt x="11276" y="197300"/>
                    <a:pt x="9227" y="197437"/>
                    <a:pt x="7176" y="197437"/>
                  </a:cubicBezTo>
                  <a:cubicBezTo>
                    <a:pt x="4784" y="197300"/>
                    <a:pt x="2393" y="197163"/>
                    <a:pt x="0" y="197027"/>
                  </a:cubicBezTo>
                  <a:cubicBezTo>
                    <a:pt x="68" y="142901"/>
                    <a:pt x="68" y="88843"/>
                    <a:pt x="205" y="34717"/>
                  </a:cubicBezTo>
                  <a:cubicBezTo>
                    <a:pt x="205" y="27131"/>
                    <a:pt x="342" y="19545"/>
                    <a:pt x="820" y="12028"/>
                  </a:cubicBezTo>
                  <a:cubicBezTo>
                    <a:pt x="1367" y="4100"/>
                    <a:pt x="7245" y="1504"/>
                    <a:pt x="13873" y="0"/>
                  </a:cubicBezTo>
                  <a:cubicBezTo>
                    <a:pt x="15924" y="137"/>
                    <a:pt x="17905" y="547"/>
                    <a:pt x="19887" y="1025"/>
                  </a:cubicBezTo>
                  <a:cubicBezTo>
                    <a:pt x="22211" y="3075"/>
                    <a:pt x="24535" y="5126"/>
                    <a:pt x="27473"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3" name="Google Shape;3163;p8"/>
            <p:cNvSpPr/>
            <p:nvPr/>
          </p:nvSpPr>
          <p:spPr>
            <a:xfrm rot="-969350">
              <a:off x="10022474" y="2604196"/>
              <a:ext cx="55574" cy="145477"/>
            </a:xfrm>
            <a:custGeom>
              <a:rect b="b" l="l" r="r" t="t"/>
              <a:pathLst>
                <a:path extrusionOk="0" h="154464" w="59007">
                  <a:moveTo>
                    <a:pt x="59007" y="145368"/>
                  </a:moveTo>
                  <a:cubicBezTo>
                    <a:pt x="51216" y="152270"/>
                    <a:pt x="41512" y="151245"/>
                    <a:pt x="32218" y="151587"/>
                  </a:cubicBezTo>
                  <a:cubicBezTo>
                    <a:pt x="13493" y="159788"/>
                    <a:pt x="4266" y="149468"/>
                    <a:pt x="3446" y="133203"/>
                  </a:cubicBezTo>
                  <a:cubicBezTo>
                    <a:pt x="1260" y="90148"/>
                    <a:pt x="-4960" y="46683"/>
                    <a:pt x="7820" y="4107"/>
                  </a:cubicBezTo>
                  <a:cubicBezTo>
                    <a:pt x="10554" y="-62"/>
                    <a:pt x="14108" y="-1087"/>
                    <a:pt x="18618" y="1168"/>
                  </a:cubicBezTo>
                  <a:cubicBezTo>
                    <a:pt x="21215" y="3014"/>
                    <a:pt x="23607" y="5747"/>
                    <a:pt x="26477" y="6636"/>
                  </a:cubicBezTo>
                  <a:cubicBezTo>
                    <a:pt x="35020" y="9233"/>
                    <a:pt x="38437" y="14768"/>
                    <a:pt x="38368" y="23448"/>
                  </a:cubicBezTo>
                  <a:cubicBezTo>
                    <a:pt x="38232" y="43950"/>
                    <a:pt x="38368" y="64452"/>
                    <a:pt x="38437" y="84954"/>
                  </a:cubicBezTo>
                  <a:cubicBezTo>
                    <a:pt x="38437" y="97871"/>
                    <a:pt x="38232" y="110856"/>
                    <a:pt x="38505" y="123772"/>
                  </a:cubicBezTo>
                  <a:cubicBezTo>
                    <a:pt x="38915" y="140789"/>
                    <a:pt x="39052" y="140789"/>
                    <a:pt x="59007" y="14536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4" name="Google Shape;3164;p8"/>
            <p:cNvSpPr/>
            <p:nvPr/>
          </p:nvSpPr>
          <p:spPr>
            <a:xfrm rot="-969350">
              <a:off x="9976614" y="2602091"/>
              <a:ext cx="54452" cy="16701"/>
            </a:xfrm>
            <a:custGeom>
              <a:rect b="b" l="l" r="r" t="t"/>
              <a:pathLst>
                <a:path extrusionOk="0" h="17733" w="57816">
                  <a:moveTo>
                    <a:pt x="45652" y="14330"/>
                  </a:moveTo>
                  <a:cubicBezTo>
                    <a:pt x="43465" y="14330"/>
                    <a:pt x="41278" y="14398"/>
                    <a:pt x="39091" y="14398"/>
                  </a:cubicBezTo>
                  <a:cubicBezTo>
                    <a:pt x="25970" y="23214"/>
                    <a:pt x="16880" y="12280"/>
                    <a:pt x="6492" y="7701"/>
                  </a:cubicBezTo>
                  <a:cubicBezTo>
                    <a:pt x="4442" y="7086"/>
                    <a:pt x="2460" y="6402"/>
                    <a:pt x="410" y="5651"/>
                  </a:cubicBezTo>
                  <a:cubicBezTo>
                    <a:pt x="274" y="4216"/>
                    <a:pt x="137" y="2780"/>
                    <a:pt x="0" y="1345"/>
                  </a:cubicBezTo>
                  <a:cubicBezTo>
                    <a:pt x="19956" y="-2960"/>
                    <a:pt x="38681" y="4147"/>
                    <a:pt x="57816" y="7564"/>
                  </a:cubicBezTo>
                  <a:cubicBezTo>
                    <a:pt x="55424" y="12827"/>
                    <a:pt x="50436" y="13373"/>
                    <a:pt x="45652" y="1433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5" name="Google Shape;3165;p8"/>
            <p:cNvSpPr/>
            <p:nvPr/>
          </p:nvSpPr>
          <p:spPr>
            <a:xfrm rot="-969350">
              <a:off x="10157005" y="2702780"/>
              <a:ext cx="19631" cy="6684"/>
            </a:xfrm>
            <a:custGeom>
              <a:rect b="b" l="l" r="r" t="t"/>
              <a:pathLst>
                <a:path extrusionOk="0" h="7097" w="20844">
                  <a:moveTo>
                    <a:pt x="546" y="647"/>
                  </a:moveTo>
                  <a:cubicBezTo>
                    <a:pt x="7449" y="578"/>
                    <a:pt x="14830" y="-2087"/>
                    <a:pt x="20844" y="3927"/>
                  </a:cubicBezTo>
                  <a:cubicBezTo>
                    <a:pt x="14215" y="8916"/>
                    <a:pt x="7039" y="6729"/>
                    <a:pt x="0" y="5909"/>
                  </a:cubicBezTo>
                  <a:cubicBezTo>
                    <a:pt x="342" y="4200"/>
                    <a:pt x="478" y="2424"/>
                    <a:pt x="546" y="6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6" name="Google Shape;3166;p8"/>
            <p:cNvSpPr/>
            <p:nvPr/>
          </p:nvSpPr>
          <p:spPr>
            <a:xfrm rot="-969350">
              <a:off x="10098613" y="2848592"/>
              <a:ext cx="61533" cy="132724"/>
            </a:xfrm>
            <a:custGeom>
              <a:rect b="b" l="l" r="r" t="t"/>
              <a:pathLst>
                <a:path extrusionOk="0" h="140923" w="65334">
                  <a:moveTo>
                    <a:pt x="31917" y="2739"/>
                  </a:moveTo>
                  <a:cubicBezTo>
                    <a:pt x="43329" y="3490"/>
                    <a:pt x="55220" y="1440"/>
                    <a:pt x="65334" y="9026"/>
                  </a:cubicBezTo>
                  <a:cubicBezTo>
                    <a:pt x="62123" y="9299"/>
                    <a:pt x="58842" y="9299"/>
                    <a:pt x="55699" y="9846"/>
                  </a:cubicBezTo>
                  <a:cubicBezTo>
                    <a:pt x="40186" y="12374"/>
                    <a:pt x="38272" y="13810"/>
                    <a:pt x="37998" y="27273"/>
                  </a:cubicBezTo>
                  <a:cubicBezTo>
                    <a:pt x="37520" y="48869"/>
                    <a:pt x="37794" y="70464"/>
                    <a:pt x="37725" y="92060"/>
                  </a:cubicBezTo>
                  <a:cubicBezTo>
                    <a:pt x="37725" y="97459"/>
                    <a:pt x="37794" y="102858"/>
                    <a:pt x="37725" y="108257"/>
                  </a:cubicBezTo>
                  <a:cubicBezTo>
                    <a:pt x="37315" y="131903"/>
                    <a:pt x="37246" y="131903"/>
                    <a:pt x="11550" y="140924"/>
                  </a:cubicBezTo>
                  <a:cubicBezTo>
                    <a:pt x="-8064" y="99782"/>
                    <a:pt x="2803" y="56728"/>
                    <a:pt x="4785" y="14493"/>
                  </a:cubicBezTo>
                  <a:cubicBezTo>
                    <a:pt x="5400" y="142"/>
                    <a:pt x="18521" y="-3070"/>
                    <a:pt x="31917" y="27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7" name="Google Shape;3167;p8"/>
            <p:cNvSpPr/>
            <p:nvPr/>
          </p:nvSpPr>
          <p:spPr>
            <a:xfrm rot="-969350">
              <a:off x="10083064" y="2830683"/>
              <a:ext cx="44025" cy="164064"/>
            </a:xfrm>
            <a:custGeom>
              <a:rect b="b" l="l" r="r" t="t"/>
              <a:pathLst>
                <a:path extrusionOk="0" h="174200" w="46745">
                  <a:moveTo>
                    <a:pt x="46746" y="28840"/>
                  </a:moveTo>
                  <a:cubicBezTo>
                    <a:pt x="26995" y="33213"/>
                    <a:pt x="26516" y="33213"/>
                    <a:pt x="26448" y="50504"/>
                  </a:cubicBezTo>
                  <a:cubicBezTo>
                    <a:pt x="26175" y="89321"/>
                    <a:pt x="26379" y="128207"/>
                    <a:pt x="26379" y="167025"/>
                  </a:cubicBezTo>
                  <a:cubicBezTo>
                    <a:pt x="26379" y="167025"/>
                    <a:pt x="23099" y="167025"/>
                    <a:pt x="23099" y="167025"/>
                  </a:cubicBezTo>
                  <a:lnTo>
                    <a:pt x="19819" y="167025"/>
                  </a:lnTo>
                  <a:cubicBezTo>
                    <a:pt x="18110" y="169758"/>
                    <a:pt x="15308" y="171398"/>
                    <a:pt x="13122" y="173585"/>
                  </a:cubicBezTo>
                  <a:cubicBezTo>
                    <a:pt x="8748" y="173790"/>
                    <a:pt x="4374" y="173995"/>
                    <a:pt x="0" y="174200"/>
                  </a:cubicBezTo>
                  <a:cubicBezTo>
                    <a:pt x="137" y="124517"/>
                    <a:pt x="-68" y="74833"/>
                    <a:pt x="205" y="25149"/>
                  </a:cubicBezTo>
                  <a:cubicBezTo>
                    <a:pt x="274" y="7517"/>
                    <a:pt x="4100" y="-6014"/>
                    <a:pt x="26653" y="2733"/>
                  </a:cubicBezTo>
                  <a:cubicBezTo>
                    <a:pt x="28704" y="2528"/>
                    <a:pt x="30617" y="2802"/>
                    <a:pt x="32530" y="3553"/>
                  </a:cubicBezTo>
                  <a:cubicBezTo>
                    <a:pt x="39228" y="12301"/>
                    <a:pt x="17496" y="12779"/>
                    <a:pt x="27064" y="22347"/>
                  </a:cubicBezTo>
                  <a:cubicBezTo>
                    <a:pt x="34376" y="22416"/>
                    <a:pt x="41483" y="22757"/>
                    <a:pt x="46746" y="2884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8" name="Google Shape;3168;p8"/>
            <p:cNvSpPr/>
            <p:nvPr/>
          </p:nvSpPr>
          <p:spPr>
            <a:xfrm rot="-969350">
              <a:off x="10150800" y="2861630"/>
              <a:ext cx="7852" cy="4978"/>
            </a:xfrm>
            <a:custGeom>
              <a:rect b="b" l="l" r="r" t="t"/>
              <a:pathLst>
                <a:path extrusionOk="0" h="5286" w="8337">
                  <a:moveTo>
                    <a:pt x="8337" y="459"/>
                  </a:moveTo>
                  <a:cubicBezTo>
                    <a:pt x="8201" y="1962"/>
                    <a:pt x="8201" y="3398"/>
                    <a:pt x="8269" y="4901"/>
                  </a:cubicBezTo>
                  <a:cubicBezTo>
                    <a:pt x="4989" y="5516"/>
                    <a:pt x="0" y="5790"/>
                    <a:pt x="0" y="2578"/>
                  </a:cubicBezTo>
                  <a:cubicBezTo>
                    <a:pt x="68" y="-566"/>
                    <a:pt x="5057" y="-224"/>
                    <a:pt x="8337" y="4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9" name="Google Shape;3169;p8"/>
            <p:cNvSpPr/>
            <p:nvPr/>
          </p:nvSpPr>
          <p:spPr>
            <a:xfrm rot="-969350">
              <a:off x="10117546" y="2986685"/>
              <a:ext cx="6308" cy="6178"/>
            </a:xfrm>
            <a:custGeom>
              <a:rect b="b" l="l" r="r" t="t"/>
              <a:pathLst>
                <a:path extrusionOk="0" h="6560" w="6697">
                  <a:moveTo>
                    <a:pt x="0" y="6561"/>
                  </a:moveTo>
                  <a:cubicBezTo>
                    <a:pt x="2255" y="4374"/>
                    <a:pt x="4442" y="2187"/>
                    <a:pt x="6697" y="0"/>
                  </a:cubicBezTo>
                  <a:cubicBezTo>
                    <a:pt x="6629" y="2187"/>
                    <a:pt x="6629" y="4305"/>
                    <a:pt x="6629" y="6492"/>
                  </a:cubicBezTo>
                  <a:cubicBezTo>
                    <a:pt x="4374" y="6492"/>
                    <a:pt x="2187" y="6561"/>
                    <a:pt x="0"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0" name="Google Shape;3170;p8"/>
            <p:cNvSpPr/>
            <p:nvPr/>
          </p:nvSpPr>
          <p:spPr>
            <a:xfrm rot="-969350">
              <a:off x="10252902" y="2828880"/>
              <a:ext cx="26325" cy="11727"/>
            </a:xfrm>
            <a:custGeom>
              <a:rect b="b" l="l" r="r" t="t"/>
              <a:pathLst>
                <a:path extrusionOk="0" h="12452" w="27951">
                  <a:moveTo>
                    <a:pt x="0" y="6097"/>
                  </a:moveTo>
                  <a:cubicBezTo>
                    <a:pt x="7791" y="-1284"/>
                    <a:pt x="16812" y="-942"/>
                    <a:pt x="27951" y="1791"/>
                  </a:cubicBezTo>
                  <a:cubicBezTo>
                    <a:pt x="21049" y="8284"/>
                    <a:pt x="13805" y="10881"/>
                    <a:pt x="6014" y="12452"/>
                  </a:cubicBezTo>
                  <a:cubicBezTo>
                    <a:pt x="4032" y="10402"/>
                    <a:pt x="2051" y="8215"/>
                    <a:pt x="0" y="609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1" name="Google Shape;3171;p8"/>
            <p:cNvSpPr/>
            <p:nvPr/>
          </p:nvSpPr>
          <p:spPr>
            <a:xfrm rot="-969350">
              <a:off x="10323112" y="2810219"/>
              <a:ext cx="12937" cy="5951"/>
            </a:xfrm>
            <a:custGeom>
              <a:rect b="b" l="l" r="r" t="t"/>
              <a:pathLst>
                <a:path extrusionOk="0" h="6319" w="13736">
                  <a:moveTo>
                    <a:pt x="0" y="6105"/>
                  </a:moveTo>
                  <a:cubicBezTo>
                    <a:pt x="3144" y="912"/>
                    <a:pt x="8201" y="-182"/>
                    <a:pt x="13737" y="23"/>
                  </a:cubicBezTo>
                  <a:cubicBezTo>
                    <a:pt x="10730" y="5490"/>
                    <a:pt x="5878" y="6925"/>
                    <a:pt x="0" y="610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2" name="Google Shape;3172;p8"/>
            <p:cNvSpPr/>
            <p:nvPr/>
          </p:nvSpPr>
          <p:spPr>
            <a:xfrm rot="-969350">
              <a:off x="10179251" y="2660479"/>
              <a:ext cx="44926" cy="20146"/>
            </a:xfrm>
            <a:custGeom>
              <a:rect b="b" l="l" r="r" t="t"/>
              <a:pathLst>
                <a:path extrusionOk="0" h="21390" w="47701">
                  <a:moveTo>
                    <a:pt x="40526" y="21391"/>
                  </a:moveTo>
                  <a:cubicBezTo>
                    <a:pt x="26857" y="20229"/>
                    <a:pt x="12574" y="22552"/>
                    <a:pt x="0" y="14625"/>
                  </a:cubicBezTo>
                  <a:cubicBezTo>
                    <a:pt x="2050" y="14283"/>
                    <a:pt x="4169" y="13873"/>
                    <a:pt x="6218" y="13600"/>
                  </a:cubicBezTo>
                  <a:cubicBezTo>
                    <a:pt x="15992" y="12096"/>
                    <a:pt x="15992" y="12096"/>
                    <a:pt x="9977" y="3895"/>
                  </a:cubicBezTo>
                  <a:cubicBezTo>
                    <a:pt x="9363" y="3075"/>
                    <a:pt x="8952" y="2050"/>
                    <a:pt x="8406" y="1162"/>
                  </a:cubicBezTo>
                  <a:cubicBezTo>
                    <a:pt x="16880" y="752"/>
                    <a:pt x="25423" y="410"/>
                    <a:pt x="33897" y="0"/>
                  </a:cubicBezTo>
                  <a:cubicBezTo>
                    <a:pt x="38476" y="1982"/>
                    <a:pt x="43054" y="4032"/>
                    <a:pt x="47702" y="6014"/>
                  </a:cubicBezTo>
                  <a:cubicBezTo>
                    <a:pt x="47633" y="10046"/>
                    <a:pt x="38680" y="9499"/>
                    <a:pt x="42713" y="15718"/>
                  </a:cubicBezTo>
                  <a:cubicBezTo>
                    <a:pt x="43191" y="18110"/>
                    <a:pt x="42439" y="19956"/>
                    <a:pt x="40526" y="2139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3" name="Google Shape;3173;p8"/>
            <p:cNvSpPr/>
            <p:nvPr/>
          </p:nvSpPr>
          <p:spPr>
            <a:xfrm rot="-969350">
              <a:off x="10629535" y="2639589"/>
              <a:ext cx="15565" cy="106137"/>
            </a:xfrm>
            <a:custGeom>
              <a:rect b="b" l="l" r="r" t="t"/>
              <a:pathLst>
                <a:path extrusionOk="0" h="112694" w="16527">
                  <a:moveTo>
                    <a:pt x="0" y="52622"/>
                  </a:moveTo>
                  <a:cubicBezTo>
                    <a:pt x="68" y="48249"/>
                    <a:pt x="68" y="43875"/>
                    <a:pt x="137" y="39501"/>
                  </a:cubicBezTo>
                  <a:cubicBezTo>
                    <a:pt x="68" y="33009"/>
                    <a:pt x="68" y="26516"/>
                    <a:pt x="0" y="20024"/>
                  </a:cubicBezTo>
                  <a:cubicBezTo>
                    <a:pt x="137" y="13326"/>
                    <a:pt x="274" y="6697"/>
                    <a:pt x="410" y="0"/>
                  </a:cubicBezTo>
                  <a:cubicBezTo>
                    <a:pt x="2460" y="68"/>
                    <a:pt x="4511" y="205"/>
                    <a:pt x="6629" y="342"/>
                  </a:cubicBezTo>
                  <a:cubicBezTo>
                    <a:pt x="11140" y="3622"/>
                    <a:pt x="13326" y="8269"/>
                    <a:pt x="14557" y="13531"/>
                  </a:cubicBezTo>
                  <a:cubicBezTo>
                    <a:pt x="16128" y="20434"/>
                    <a:pt x="15855" y="27473"/>
                    <a:pt x="16060" y="34512"/>
                  </a:cubicBezTo>
                  <a:cubicBezTo>
                    <a:pt x="17017" y="43396"/>
                    <a:pt x="16197" y="52212"/>
                    <a:pt x="16265" y="61097"/>
                  </a:cubicBezTo>
                  <a:cubicBezTo>
                    <a:pt x="16743" y="74013"/>
                    <a:pt x="17222" y="86930"/>
                    <a:pt x="7791" y="97522"/>
                  </a:cubicBezTo>
                  <a:cubicBezTo>
                    <a:pt x="7176" y="102580"/>
                    <a:pt x="6560" y="107637"/>
                    <a:pt x="5877" y="112694"/>
                  </a:cubicBezTo>
                  <a:cubicBezTo>
                    <a:pt x="4169" y="107910"/>
                    <a:pt x="2460" y="103126"/>
                    <a:pt x="752" y="98342"/>
                  </a:cubicBezTo>
                  <a:cubicBezTo>
                    <a:pt x="752" y="93969"/>
                    <a:pt x="683" y="89595"/>
                    <a:pt x="683" y="85221"/>
                  </a:cubicBezTo>
                  <a:cubicBezTo>
                    <a:pt x="615" y="80847"/>
                    <a:pt x="546" y="76473"/>
                    <a:pt x="478" y="72100"/>
                  </a:cubicBezTo>
                  <a:cubicBezTo>
                    <a:pt x="274" y="65676"/>
                    <a:pt x="137" y="59115"/>
                    <a:pt x="0" y="5262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4" name="Google Shape;3174;p8"/>
            <p:cNvSpPr/>
            <p:nvPr/>
          </p:nvSpPr>
          <p:spPr>
            <a:xfrm rot="-969350">
              <a:off x="10570881" y="2399049"/>
              <a:ext cx="982847" cy="43135"/>
            </a:xfrm>
            <a:custGeom>
              <a:rect b="b" l="l" r="r" t="t"/>
              <a:pathLst>
                <a:path extrusionOk="0" h="45799" w="1043563">
                  <a:moveTo>
                    <a:pt x="6560" y="33214"/>
                  </a:moveTo>
                  <a:cubicBezTo>
                    <a:pt x="4374" y="31027"/>
                    <a:pt x="2187" y="28840"/>
                    <a:pt x="0" y="26653"/>
                  </a:cubicBezTo>
                  <a:cubicBezTo>
                    <a:pt x="2187" y="22280"/>
                    <a:pt x="4374" y="17906"/>
                    <a:pt x="6560" y="13532"/>
                  </a:cubicBezTo>
                  <a:cubicBezTo>
                    <a:pt x="7586" y="7928"/>
                    <a:pt x="9704" y="2324"/>
                    <a:pt x="15786" y="1504"/>
                  </a:cubicBezTo>
                  <a:cubicBezTo>
                    <a:pt x="24397" y="342"/>
                    <a:pt x="33214" y="479"/>
                    <a:pt x="41893" y="479"/>
                  </a:cubicBezTo>
                  <a:cubicBezTo>
                    <a:pt x="357490" y="411"/>
                    <a:pt x="673089" y="616"/>
                    <a:pt x="988754" y="1"/>
                  </a:cubicBezTo>
                  <a:cubicBezTo>
                    <a:pt x="1007753" y="-68"/>
                    <a:pt x="1025112" y="6493"/>
                    <a:pt x="1043564" y="7245"/>
                  </a:cubicBezTo>
                  <a:cubicBezTo>
                    <a:pt x="1033244" y="32121"/>
                    <a:pt x="1010145" y="36631"/>
                    <a:pt x="987662" y="42167"/>
                  </a:cubicBezTo>
                  <a:cubicBezTo>
                    <a:pt x="898408" y="49548"/>
                    <a:pt x="809087" y="43260"/>
                    <a:pt x="719833" y="44080"/>
                  </a:cubicBezTo>
                  <a:cubicBezTo>
                    <a:pt x="500801" y="46062"/>
                    <a:pt x="281769" y="44832"/>
                    <a:pt x="62736" y="44559"/>
                  </a:cubicBezTo>
                  <a:cubicBezTo>
                    <a:pt x="43465" y="44559"/>
                    <a:pt x="23099" y="47771"/>
                    <a:pt x="6560" y="3321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5" name="Google Shape;3175;p8"/>
            <p:cNvSpPr/>
            <p:nvPr/>
          </p:nvSpPr>
          <p:spPr>
            <a:xfrm rot="-969350">
              <a:off x="10311955" y="2659982"/>
              <a:ext cx="12229" cy="7894"/>
            </a:xfrm>
            <a:custGeom>
              <a:rect b="b" l="l" r="r" t="t"/>
              <a:pathLst>
                <a:path extrusionOk="0" h="8382" w="12984">
                  <a:moveTo>
                    <a:pt x="12985" y="8382"/>
                  </a:moveTo>
                  <a:cubicBezTo>
                    <a:pt x="7723" y="7084"/>
                    <a:pt x="2597" y="5444"/>
                    <a:pt x="0" y="45"/>
                  </a:cubicBezTo>
                  <a:cubicBezTo>
                    <a:pt x="6288" y="-297"/>
                    <a:pt x="11482" y="1207"/>
                    <a:pt x="12985" y="83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6" name="Google Shape;3176;p8"/>
            <p:cNvSpPr/>
            <p:nvPr/>
          </p:nvSpPr>
          <p:spPr>
            <a:xfrm rot="-969350">
              <a:off x="10210286" y="2658222"/>
              <a:ext cx="38380" cy="14687"/>
            </a:xfrm>
            <a:custGeom>
              <a:rect b="b" l="l" r="r" t="t"/>
              <a:pathLst>
                <a:path extrusionOk="0" h="15594" w="40751">
                  <a:moveTo>
                    <a:pt x="6444" y="8338"/>
                  </a:moveTo>
                  <a:cubicBezTo>
                    <a:pt x="3642" y="7449"/>
                    <a:pt x="-321" y="7723"/>
                    <a:pt x="21" y="3417"/>
                  </a:cubicBezTo>
                  <a:cubicBezTo>
                    <a:pt x="89" y="2597"/>
                    <a:pt x="3164" y="1640"/>
                    <a:pt x="5009" y="1298"/>
                  </a:cubicBezTo>
                  <a:cubicBezTo>
                    <a:pt x="8084" y="683"/>
                    <a:pt x="11297" y="410"/>
                    <a:pt x="14441" y="0"/>
                  </a:cubicBezTo>
                  <a:cubicBezTo>
                    <a:pt x="18541" y="68"/>
                    <a:pt x="22710" y="137"/>
                    <a:pt x="26810" y="273"/>
                  </a:cubicBezTo>
                  <a:cubicBezTo>
                    <a:pt x="31457" y="2665"/>
                    <a:pt x="36104" y="4989"/>
                    <a:pt x="40752" y="7381"/>
                  </a:cubicBezTo>
                  <a:cubicBezTo>
                    <a:pt x="33849" y="9021"/>
                    <a:pt x="25580" y="6424"/>
                    <a:pt x="20591" y="14010"/>
                  </a:cubicBezTo>
                  <a:cubicBezTo>
                    <a:pt x="13142" y="18930"/>
                    <a:pt x="10818" y="11071"/>
                    <a:pt x="6444" y="8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7" name="Google Shape;3177;p8"/>
            <p:cNvSpPr/>
            <p:nvPr/>
          </p:nvSpPr>
          <p:spPr>
            <a:xfrm rot="-969350">
              <a:off x="10092327" y="3010437"/>
              <a:ext cx="27724" cy="24764"/>
            </a:xfrm>
            <a:custGeom>
              <a:rect b="b" l="l" r="r" t="t"/>
              <a:pathLst>
                <a:path extrusionOk="0" h="26293" w="29436">
                  <a:moveTo>
                    <a:pt x="2920" y="7586"/>
                  </a:moveTo>
                  <a:cubicBezTo>
                    <a:pt x="11736" y="5057"/>
                    <a:pt x="20552" y="2529"/>
                    <a:pt x="29368" y="0"/>
                  </a:cubicBezTo>
                  <a:cubicBezTo>
                    <a:pt x="29368" y="8611"/>
                    <a:pt x="29368" y="17222"/>
                    <a:pt x="29436" y="25833"/>
                  </a:cubicBezTo>
                  <a:cubicBezTo>
                    <a:pt x="24311" y="25969"/>
                    <a:pt x="19185" y="26448"/>
                    <a:pt x="14059" y="26243"/>
                  </a:cubicBezTo>
                  <a:cubicBezTo>
                    <a:pt x="-1658" y="25559"/>
                    <a:pt x="-2273" y="24329"/>
                    <a:pt x="2920" y="75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8" name="Google Shape;3178;p8"/>
            <p:cNvSpPr/>
            <p:nvPr/>
          </p:nvSpPr>
          <p:spPr>
            <a:xfrm rot="-969350">
              <a:off x="10284316" y="2655036"/>
              <a:ext cx="12937" cy="6369"/>
            </a:xfrm>
            <a:custGeom>
              <a:rect b="b" l="l" r="r" t="t"/>
              <a:pathLst>
                <a:path extrusionOk="0" h="6762" w="13736">
                  <a:moveTo>
                    <a:pt x="13737" y="6762"/>
                  </a:moveTo>
                  <a:cubicBezTo>
                    <a:pt x="8201" y="6557"/>
                    <a:pt x="3076" y="5600"/>
                    <a:pt x="0" y="270"/>
                  </a:cubicBezTo>
                  <a:cubicBezTo>
                    <a:pt x="6082" y="-619"/>
                    <a:pt x="11140" y="475"/>
                    <a:pt x="13737" y="67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9" name="Google Shape;3179;p8"/>
            <p:cNvSpPr/>
            <p:nvPr/>
          </p:nvSpPr>
          <p:spPr>
            <a:xfrm rot="-969350">
              <a:off x="10059534" y="2833167"/>
              <a:ext cx="49753" cy="173023"/>
            </a:xfrm>
            <a:custGeom>
              <a:rect b="b" l="l" r="r" t="t"/>
              <a:pathLst>
                <a:path extrusionOk="0" h="183712" w="52827">
                  <a:moveTo>
                    <a:pt x="52827" y="6561"/>
                  </a:moveTo>
                  <a:cubicBezTo>
                    <a:pt x="33624" y="10661"/>
                    <a:pt x="33077" y="10661"/>
                    <a:pt x="32940" y="25491"/>
                  </a:cubicBezTo>
                  <a:cubicBezTo>
                    <a:pt x="32599" y="63625"/>
                    <a:pt x="32667" y="101759"/>
                    <a:pt x="32803" y="139894"/>
                  </a:cubicBezTo>
                  <a:cubicBezTo>
                    <a:pt x="32871" y="153015"/>
                    <a:pt x="33077" y="166068"/>
                    <a:pt x="26106" y="177959"/>
                  </a:cubicBezTo>
                  <a:cubicBezTo>
                    <a:pt x="18794" y="186092"/>
                    <a:pt x="8952" y="183017"/>
                    <a:pt x="0" y="183632"/>
                  </a:cubicBezTo>
                  <a:cubicBezTo>
                    <a:pt x="3554" y="181240"/>
                    <a:pt x="6834" y="178438"/>
                    <a:pt x="10592" y="176661"/>
                  </a:cubicBezTo>
                  <a:cubicBezTo>
                    <a:pt x="16060" y="174064"/>
                    <a:pt x="19067" y="170237"/>
                    <a:pt x="19203" y="164291"/>
                  </a:cubicBezTo>
                  <a:cubicBezTo>
                    <a:pt x="19409" y="155680"/>
                    <a:pt x="19545" y="147001"/>
                    <a:pt x="19545" y="138390"/>
                  </a:cubicBezTo>
                  <a:cubicBezTo>
                    <a:pt x="19614" y="98411"/>
                    <a:pt x="19682" y="58431"/>
                    <a:pt x="19545" y="18520"/>
                  </a:cubicBezTo>
                  <a:cubicBezTo>
                    <a:pt x="19477" y="8748"/>
                    <a:pt x="22211" y="1572"/>
                    <a:pt x="33077" y="0"/>
                  </a:cubicBezTo>
                  <a:cubicBezTo>
                    <a:pt x="40458" y="137"/>
                    <a:pt x="47633" y="410"/>
                    <a:pt x="52827"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nvGrpSpPr>
            <p:cNvPr id="3180" name="Google Shape;3180;p8"/>
            <p:cNvGrpSpPr/>
            <p:nvPr/>
          </p:nvGrpSpPr>
          <p:grpSpPr>
            <a:xfrm rot="-969350">
              <a:off x="9427453" y="2675735"/>
              <a:ext cx="572245" cy="457457"/>
              <a:chOff x="9395207" y="3072944"/>
              <a:chExt cx="607596" cy="485717"/>
            </a:xfrm>
          </p:grpSpPr>
          <p:sp>
            <p:nvSpPr>
              <p:cNvPr id="3181" name="Google Shape;3181;p8"/>
              <p:cNvSpPr/>
              <p:nvPr/>
            </p:nvSpPr>
            <p:spPr>
              <a:xfrm>
                <a:off x="9818822" y="3076853"/>
                <a:ext cx="104917" cy="53095"/>
              </a:xfrm>
              <a:custGeom>
                <a:rect b="b" l="l" r="r" t="t"/>
                <a:pathLst>
                  <a:path extrusionOk="0" h="53095" w="104917">
                    <a:moveTo>
                      <a:pt x="68916" y="49858"/>
                    </a:moveTo>
                    <a:cubicBezTo>
                      <a:pt x="53335" y="50610"/>
                      <a:pt x="38505" y="46988"/>
                      <a:pt x="23880" y="41931"/>
                    </a:cubicBezTo>
                    <a:cubicBezTo>
                      <a:pt x="11852" y="37625"/>
                      <a:pt x="-2500" y="34208"/>
                      <a:pt x="371" y="17260"/>
                    </a:cubicBezTo>
                    <a:cubicBezTo>
                      <a:pt x="3241" y="-99"/>
                      <a:pt x="20531" y="5437"/>
                      <a:pt x="31397" y="858"/>
                    </a:cubicBezTo>
                    <a:cubicBezTo>
                      <a:pt x="41990" y="448"/>
                      <a:pt x="52652" y="-1534"/>
                      <a:pt x="63039" y="2430"/>
                    </a:cubicBezTo>
                    <a:cubicBezTo>
                      <a:pt x="71924" y="2840"/>
                      <a:pt x="80740" y="3250"/>
                      <a:pt x="89624" y="3660"/>
                    </a:cubicBezTo>
                    <a:cubicBezTo>
                      <a:pt x="105548" y="12612"/>
                      <a:pt x="108008" y="26827"/>
                      <a:pt x="101720" y="41862"/>
                    </a:cubicBezTo>
                    <a:cubicBezTo>
                      <a:pt x="95091" y="57717"/>
                      <a:pt x="81355" y="53138"/>
                      <a:pt x="68916" y="498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2" name="Google Shape;3182;p8"/>
              <p:cNvSpPr/>
              <p:nvPr/>
            </p:nvSpPr>
            <p:spPr>
              <a:xfrm>
                <a:off x="9887738" y="3080444"/>
                <a:ext cx="69653" cy="59541"/>
              </a:xfrm>
              <a:custGeom>
                <a:rect b="b" l="l" r="r" t="t"/>
                <a:pathLst>
                  <a:path extrusionOk="0" h="59541" w="69653">
                    <a:moveTo>
                      <a:pt x="0" y="46267"/>
                    </a:moveTo>
                    <a:cubicBezTo>
                      <a:pt x="28157" y="47975"/>
                      <a:pt x="28772" y="39091"/>
                      <a:pt x="26585" y="15035"/>
                    </a:cubicBezTo>
                    <a:cubicBezTo>
                      <a:pt x="26107" y="9909"/>
                      <a:pt x="22758" y="5057"/>
                      <a:pt x="20707" y="68"/>
                    </a:cubicBezTo>
                    <a:cubicBezTo>
                      <a:pt x="25150" y="68"/>
                      <a:pt x="29524" y="0"/>
                      <a:pt x="33966" y="0"/>
                    </a:cubicBezTo>
                    <a:cubicBezTo>
                      <a:pt x="73057" y="8133"/>
                      <a:pt x="79686" y="25696"/>
                      <a:pt x="55561" y="57133"/>
                    </a:cubicBezTo>
                    <a:cubicBezTo>
                      <a:pt x="45037" y="61507"/>
                      <a:pt x="35401" y="59798"/>
                      <a:pt x="26449" y="53033"/>
                    </a:cubicBezTo>
                    <a:cubicBezTo>
                      <a:pt x="17018" y="52964"/>
                      <a:pt x="7655" y="52964"/>
                      <a:pt x="0" y="4626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3" name="Google Shape;3183;p8"/>
              <p:cNvSpPr/>
              <p:nvPr/>
            </p:nvSpPr>
            <p:spPr>
              <a:xfrm>
                <a:off x="9921704" y="3080513"/>
                <a:ext cx="50732" cy="64594"/>
              </a:xfrm>
              <a:custGeom>
                <a:rect b="b" l="l" r="r" t="t"/>
                <a:pathLst>
                  <a:path extrusionOk="0" h="64594" w="50732">
                    <a:moveTo>
                      <a:pt x="19614" y="52281"/>
                    </a:moveTo>
                    <a:cubicBezTo>
                      <a:pt x="30411" y="41620"/>
                      <a:pt x="25423" y="28361"/>
                      <a:pt x="25149" y="16060"/>
                    </a:cubicBezTo>
                    <a:cubicBezTo>
                      <a:pt x="25012" y="11344"/>
                      <a:pt x="21254" y="8543"/>
                      <a:pt x="17017" y="7449"/>
                    </a:cubicBezTo>
                    <a:cubicBezTo>
                      <a:pt x="10866" y="5877"/>
                      <a:pt x="4169" y="5809"/>
                      <a:pt x="0" y="0"/>
                    </a:cubicBezTo>
                    <a:cubicBezTo>
                      <a:pt x="10934" y="205"/>
                      <a:pt x="21869" y="410"/>
                      <a:pt x="32871" y="615"/>
                    </a:cubicBezTo>
                    <a:cubicBezTo>
                      <a:pt x="35059" y="2597"/>
                      <a:pt x="37245" y="4647"/>
                      <a:pt x="39364" y="6629"/>
                    </a:cubicBezTo>
                    <a:cubicBezTo>
                      <a:pt x="50914" y="22211"/>
                      <a:pt x="53101" y="39501"/>
                      <a:pt x="48453" y="58021"/>
                    </a:cubicBezTo>
                    <a:cubicBezTo>
                      <a:pt x="46130" y="61097"/>
                      <a:pt x="43191" y="63147"/>
                      <a:pt x="39569" y="64309"/>
                    </a:cubicBezTo>
                    <a:cubicBezTo>
                      <a:pt x="30138" y="64855"/>
                      <a:pt x="20365" y="66017"/>
                      <a:pt x="19614" y="522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4" name="Google Shape;3184;p8"/>
              <p:cNvSpPr/>
              <p:nvPr/>
            </p:nvSpPr>
            <p:spPr>
              <a:xfrm>
                <a:off x="9874207" y="3536978"/>
                <a:ext cx="88111" cy="21683"/>
              </a:xfrm>
              <a:custGeom>
                <a:rect b="b" l="l" r="r" t="t"/>
                <a:pathLst>
                  <a:path extrusionOk="0" h="21683" w="88111">
                    <a:moveTo>
                      <a:pt x="46882" y="21236"/>
                    </a:moveTo>
                    <a:cubicBezTo>
                      <a:pt x="41893" y="16043"/>
                      <a:pt x="35401" y="16453"/>
                      <a:pt x="29045" y="16248"/>
                    </a:cubicBezTo>
                    <a:cubicBezTo>
                      <a:pt x="19478" y="15906"/>
                      <a:pt x="9910" y="15154"/>
                      <a:pt x="410" y="14607"/>
                    </a:cubicBezTo>
                    <a:cubicBezTo>
                      <a:pt x="274" y="12967"/>
                      <a:pt x="137" y="11327"/>
                      <a:pt x="0" y="9687"/>
                    </a:cubicBezTo>
                    <a:cubicBezTo>
                      <a:pt x="1845" y="6885"/>
                      <a:pt x="4374" y="4766"/>
                      <a:pt x="7518" y="3468"/>
                    </a:cubicBezTo>
                    <a:cubicBezTo>
                      <a:pt x="20298" y="-701"/>
                      <a:pt x="33487" y="529"/>
                      <a:pt x="46609" y="187"/>
                    </a:cubicBezTo>
                    <a:cubicBezTo>
                      <a:pt x="51529" y="119"/>
                      <a:pt x="56518" y="-154"/>
                      <a:pt x="61438" y="119"/>
                    </a:cubicBezTo>
                    <a:cubicBezTo>
                      <a:pt x="69845" y="666"/>
                      <a:pt x="78319" y="1007"/>
                      <a:pt x="85563" y="6133"/>
                    </a:cubicBezTo>
                    <a:cubicBezTo>
                      <a:pt x="88502" y="8730"/>
                      <a:pt x="88911" y="11669"/>
                      <a:pt x="86725" y="14949"/>
                    </a:cubicBezTo>
                    <a:cubicBezTo>
                      <a:pt x="73125" y="15222"/>
                      <a:pt x="60823" y="23697"/>
                      <a:pt x="46882" y="2123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5" name="Google Shape;3185;p8"/>
              <p:cNvSpPr/>
              <p:nvPr/>
            </p:nvSpPr>
            <p:spPr>
              <a:xfrm>
                <a:off x="9960864" y="3533747"/>
                <a:ext cx="41939" cy="18506"/>
              </a:xfrm>
              <a:custGeom>
                <a:rect b="b" l="l" r="r" t="t"/>
                <a:pathLst>
                  <a:path extrusionOk="0" h="18506" w="41939">
                    <a:moveTo>
                      <a:pt x="0" y="18180"/>
                    </a:moveTo>
                    <a:cubicBezTo>
                      <a:pt x="137" y="16062"/>
                      <a:pt x="274" y="13875"/>
                      <a:pt x="205" y="11756"/>
                    </a:cubicBezTo>
                    <a:cubicBezTo>
                      <a:pt x="5057" y="-4714"/>
                      <a:pt x="15377" y="-750"/>
                      <a:pt x="26106" y="4922"/>
                    </a:cubicBezTo>
                    <a:cubicBezTo>
                      <a:pt x="30480" y="5264"/>
                      <a:pt x="34922" y="5605"/>
                      <a:pt x="39296" y="5947"/>
                    </a:cubicBezTo>
                    <a:cubicBezTo>
                      <a:pt x="41688" y="7245"/>
                      <a:pt x="42439" y="8476"/>
                      <a:pt x="41619" y="9637"/>
                    </a:cubicBezTo>
                    <a:cubicBezTo>
                      <a:pt x="40799" y="10799"/>
                      <a:pt x="39979" y="11346"/>
                      <a:pt x="39159" y="11346"/>
                    </a:cubicBezTo>
                    <a:cubicBezTo>
                      <a:pt x="25696" y="11414"/>
                      <a:pt x="13805" y="20299"/>
                      <a:pt x="0" y="1818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6" name="Google Shape;3186;p8"/>
              <p:cNvSpPr/>
              <p:nvPr/>
            </p:nvSpPr>
            <p:spPr>
              <a:xfrm>
                <a:off x="9834648" y="3073413"/>
                <a:ext cx="47213" cy="9793"/>
              </a:xfrm>
              <a:custGeom>
                <a:rect b="b" l="l" r="r" t="t"/>
                <a:pathLst>
                  <a:path extrusionOk="0" h="9793" w="47213">
                    <a:moveTo>
                      <a:pt x="47214" y="5870"/>
                    </a:moveTo>
                    <a:cubicBezTo>
                      <a:pt x="36279" y="6553"/>
                      <a:pt x="25413" y="7168"/>
                      <a:pt x="14479" y="7852"/>
                    </a:cubicBezTo>
                    <a:cubicBezTo>
                      <a:pt x="10446" y="10380"/>
                      <a:pt x="6278" y="10175"/>
                      <a:pt x="1972" y="8740"/>
                    </a:cubicBezTo>
                    <a:cubicBezTo>
                      <a:pt x="469" y="7168"/>
                      <a:pt x="-215" y="5528"/>
                      <a:pt x="59" y="3751"/>
                    </a:cubicBezTo>
                    <a:cubicBezTo>
                      <a:pt x="332" y="1975"/>
                      <a:pt x="674" y="1018"/>
                      <a:pt x="1152" y="1018"/>
                    </a:cubicBezTo>
                    <a:cubicBezTo>
                      <a:pt x="16734" y="813"/>
                      <a:pt x="32657" y="-3083"/>
                      <a:pt x="47214" y="587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7" name="Google Shape;3187;p8"/>
              <p:cNvSpPr/>
              <p:nvPr/>
            </p:nvSpPr>
            <p:spPr>
              <a:xfrm>
                <a:off x="9796914" y="3072944"/>
                <a:ext cx="38930" cy="14067"/>
              </a:xfrm>
              <a:custGeom>
                <a:rect b="b" l="l" r="r" t="t"/>
                <a:pathLst>
                  <a:path extrusionOk="0" h="14067" w="38930">
                    <a:moveTo>
                      <a:pt x="38886" y="1555"/>
                    </a:moveTo>
                    <a:cubicBezTo>
                      <a:pt x="38954" y="3126"/>
                      <a:pt x="38954" y="4698"/>
                      <a:pt x="38817" y="6270"/>
                    </a:cubicBezTo>
                    <a:cubicBezTo>
                      <a:pt x="26037" y="12831"/>
                      <a:pt x="13189" y="19528"/>
                      <a:pt x="0" y="7090"/>
                    </a:cubicBezTo>
                    <a:cubicBezTo>
                      <a:pt x="68" y="5177"/>
                      <a:pt x="68" y="3263"/>
                      <a:pt x="0" y="1281"/>
                    </a:cubicBezTo>
                    <a:cubicBezTo>
                      <a:pt x="12985" y="-1521"/>
                      <a:pt x="25969" y="1076"/>
                      <a:pt x="38886" y="155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8" name="Google Shape;3188;p8"/>
              <p:cNvSpPr/>
              <p:nvPr/>
            </p:nvSpPr>
            <p:spPr>
              <a:xfrm>
                <a:off x="9729393" y="3139832"/>
                <a:ext cx="105109" cy="350948"/>
              </a:xfrm>
              <a:custGeom>
                <a:rect b="b" l="l" r="r" t="t"/>
                <a:pathLst>
                  <a:path extrusionOk="0" h="350948" w="105109">
                    <a:moveTo>
                      <a:pt x="80574" y="137"/>
                    </a:moveTo>
                    <a:cubicBezTo>
                      <a:pt x="82897" y="68"/>
                      <a:pt x="85221" y="68"/>
                      <a:pt x="87476" y="0"/>
                    </a:cubicBezTo>
                    <a:cubicBezTo>
                      <a:pt x="102101" y="3349"/>
                      <a:pt x="105177" y="14010"/>
                      <a:pt x="105108" y="27131"/>
                    </a:cubicBezTo>
                    <a:cubicBezTo>
                      <a:pt x="104493" y="124380"/>
                      <a:pt x="105655" y="221629"/>
                      <a:pt x="104425" y="318878"/>
                    </a:cubicBezTo>
                    <a:cubicBezTo>
                      <a:pt x="104288" y="328719"/>
                      <a:pt x="102852" y="338560"/>
                      <a:pt x="96224" y="346625"/>
                    </a:cubicBezTo>
                    <a:cubicBezTo>
                      <a:pt x="77977" y="353322"/>
                      <a:pt x="59593" y="350998"/>
                      <a:pt x="41141" y="347923"/>
                    </a:cubicBezTo>
                    <a:cubicBezTo>
                      <a:pt x="27405" y="345736"/>
                      <a:pt x="12917" y="348743"/>
                      <a:pt x="0" y="341636"/>
                    </a:cubicBezTo>
                    <a:cubicBezTo>
                      <a:pt x="11618" y="329676"/>
                      <a:pt x="-2802" y="310404"/>
                      <a:pt x="11754" y="299196"/>
                    </a:cubicBezTo>
                    <a:cubicBezTo>
                      <a:pt x="16128" y="294276"/>
                      <a:pt x="19682" y="288808"/>
                      <a:pt x="21596" y="282384"/>
                    </a:cubicBezTo>
                    <a:cubicBezTo>
                      <a:pt x="27951" y="210216"/>
                      <a:pt x="23031" y="137980"/>
                      <a:pt x="23988" y="65812"/>
                    </a:cubicBezTo>
                    <a:cubicBezTo>
                      <a:pt x="19682" y="56313"/>
                      <a:pt x="37451" y="51461"/>
                      <a:pt x="29045" y="41073"/>
                    </a:cubicBezTo>
                    <a:cubicBezTo>
                      <a:pt x="26311" y="26790"/>
                      <a:pt x="25765" y="13190"/>
                      <a:pt x="40457" y="4374"/>
                    </a:cubicBezTo>
                    <a:cubicBezTo>
                      <a:pt x="53511" y="-68"/>
                      <a:pt x="67726" y="6356"/>
                      <a:pt x="80574" y="1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9" name="Google Shape;3189;p8"/>
              <p:cNvSpPr/>
              <p:nvPr/>
            </p:nvSpPr>
            <p:spPr>
              <a:xfrm>
                <a:off x="9816869" y="3137944"/>
                <a:ext cx="76858" cy="353031"/>
              </a:xfrm>
              <a:custGeom>
                <a:rect b="b" l="l" r="r" t="t"/>
                <a:pathLst>
                  <a:path extrusionOk="0" h="353031" w="76858">
                    <a:moveTo>
                      <a:pt x="6356" y="348444"/>
                    </a:moveTo>
                    <a:cubicBezTo>
                      <a:pt x="6356" y="250307"/>
                      <a:pt x="6356" y="152169"/>
                      <a:pt x="6493" y="54032"/>
                    </a:cubicBezTo>
                    <a:cubicBezTo>
                      <a:pt x="6493" y="42072"/>
                      <a:pt x="6493" y="29976"/>
                      <a:pt x="8475" y="18290"/>
                    </a:cubicBezTo>
                    <a:cubicBezTo>
                      <a:pt x="9978" y="9611"/>
                      <a:pt x="2802" y="7287"/>
                      <a:pt x="0" y="1956"/>
                    </a:cubicBezTo>
                    <a:cubicBezTo>
                      <a:pt x="15309" y="-777"/>
                      <a:pt x="30549" y="-436"/>
                      <a:pt x="45857" y="1683"/>
                    </a:cubicBezTo>
                    <a:cubicBezTo>
                      <a:pt x="66223" y="4280"/>
                      <a:pt x="75995" y="15624"/>
                      <a:pt x="76200" y="36400"/>
                    </a:cubicBezTo>
                    <a:cubicBezTo>
                      <a:pt x="76952" y="132214"/>
                      <a:pt x="77294" y="227959"/>
                      <a:pt x="75927" y="323773"/>
                    </a:cubicBezTo>
                    <a:cubicBezTo>
                      <a:pt x="75791" y="332521"/>
                      <a:pt x="73808" y="341063"/>
                      <a:pt x="68068" y="348239"/>
                    </a:cubicBezTo>
                    <a:cubicBezTo>
                      <a:pt x="47566" y="354732"/>
                      <a:pt x="26995" y="354458"/>
                      <a:pt x="6356" y="34844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0" name="Google Shape;3190;p8"/>
              <p:cNvSpPr/>
              <p:nvPr/>
            </p:nvSpPr>
            <p:spPr>
              <a:xfrm>
                <a:off x="9862795" y="3139012"/>
                <a:ext cx="70691" cy="355010"/>
              </a:xfrm>
              <a:custGeom>
                <a:rect b="b" l="l" r="r" t="t"/>
                <a:pathLst>
                  <a:path extrusionOk="0" h="355010" w="70691">
                    <a:moveTo>
                      <a:pt x="19477" y="347171"/>
                    </a:moveTo>
                    <a:cubicBezTo>
                      <a:pt x="19477" y="245822"/>
                      <a:pt x="19545" y="144472"/>
                      <a:pt x="19545" y="43055"/>
                    </a:cubicBezTo>
                    <a:cubicBezTo>
                      <a:pt x="19545" y="36494"/>
                      <a:pt x="19340" y="30002"/>
                      <a:pt x="19477" y="23441"/>
                    </a:cubicBezTo>
                    <a:cubicBezTo>
                      <a:pt x="19682" y="14830"/>
                      <a:pt x="16470" y="8953"/>
                      <a:pt x="7723" y="6287"/>
                    </a:cubicBezTo>
                    <a:cubicBezTo>
                      <a:pt x="4852" y="5399"/>
                      <a:pt x="2529" y="2529"/>
                      <a:pt x="0" y="547"/>
                    </a:cubicBezTo>
                    <a:cubicBezTo>
                      <a:pt x="17426" y="342"/>
                      <a:pt x="34854" y="205"/>
                      <a:pt x="52280" y="0"/>
                    </a:cubicBezTo>
                    <a:cubicBezTo>
                      <a:pt x="59047" y="1845"/>
                      <a:pt x="63147" y="6492"/>
                      <a:pt x="65744" y="12711"/>
                    </a:cubicBezTo>
                    <a:cubicBezTo>
                      <a:pt x="73876" y="46950"/>
                      <a:pt x="69434" y="81804"/>
                      <a:pt x="69844" y="116384"/>
                    </a:cubicBezTo>
                    <a:cubicBezTo>
                      <a:pt x="70596" y="177071"/>
                      <a:pt x="70391" y="237826"/>
                      <a:pt x="69844" y="298513"/>
                    </a:cubicBezTo>
                    <a:cubicBezTo>
                      <a:pt x="69707" y="316760"/>
                      <a:pt x="71347" y="335895"/>
                      <a:pt x="55561" y="349973"/>
                    </a:cubicBezTo>
                    <a:cubicBezTo>
                      <a:pt x="42781" y="358037"/>
                      <a:pt x="30890" y="355919"/>
                      <a:pt x="19477" y="34717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1" name="Google Shape;3191;p8"/>
              <p:cNvSpPr/>
              <p:nvPr/>
            </p:nvSpPr>
            <p:spPr>
              <a:xfrm>
                <a:off x="9676770" y="3189174"/>
                <a:ext cx="87408" cy="251355"/>
              </a:xfrm>
              <a:custGeom>
                <a:rect b="b" l="l" r="r" t="t"/>
                <a:pathLst>
                  <a:path extrusionOk="0" h="251355" w="87408">
                    <a:moveTo>
                      <a:pt x="80916" y="9158"/>
                    </a:moveTo>
                    <a:cubicBezTo>
                      <a:pt x="86588" y="13668"/>
                      <a:pt x="87408" y="20024"/>
                      <a:pt x="87408" y="26653"/>
                    </a:cubicBezTo>
                    <a:cubicBezTo>
                      <a:pt x="87408" y="93832"/>
                      <a:pt x="87408" y="160943"/>
                      <a:pt x="87408" y="228122"/>
                    </a:cubicBezTo>
                    <a:cubicBezTo>
                      <a:pt x="87408" y="234819"/>
                      <a:pt x="86246" y="241038"/>
                      <a:pt x="80437" y="245412"/>
                    </a:cubicBezTo>
                    <a:cubicBezTo>
                      <a:pt x="61575" y="253613"/>
                      <a:pt x="43465" y="254706"/>
                      <a:pt x="26995" y="239808"/>
                    </a:cubicBezTo>
                    <a:cubicBezTo>
                      <a:pt x="17838" y="238099"/>
                      <a:pt x="7859" y="239876"/>
                      <a:pt x="0" y="233179"/>
                    </a:cubicBezTo>
                    <a:cubicBezTo>
                      <a:pt x="20093" y="218281"/>
                      <a:pt x="26107" y="198257"/>
                      <a:pt x="25013" y="173586"/>
                    </a:cubicBezTo>
                    <a:cubicBezTo>
                      <a:pt x="23441" y="138800"/>
                      <a:pt x="23852" y="103946"/>
                      <a:pt x="24876" y="69093"/>
                    </a:cubicBezTo>
                    <a:cubicBezTo>
                      <a:pt x="25492" y="48522"/>
                      <a:pt x="21322" y="30480"/>
                      <a:pt x="7587" y="14967"/>
                    </a:cubicBezTo>
                    <a:cubicBezTo>
                      <a:pt x="12302" y="12848"/>
                      <a:pt x="17018" y="10729"/>
                      <a:pt x="21733" y="8679"/>
                    </a:cubicBezTo>
                    <a:cubicBezTo>
                      <a:pt x="29387" y="1777"/>
                      <a:pt x="38681" y="0"/>
                      <a:pt x="48523" y="0"/>
                    </a:cubicBezTo>
                    <a:cubicBezTo>
                      <a:pt x="60140" y="273"/>
                      <a:pt x="71963" y="-478"/>
                      <a:pt x="80916" y="91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2" name="Google Shape;3192;p8"/>
              <p:cNvSpPr/>
              <p:nvPr/>
            </p:nvSpPr>
            <p:spPr>
              <a:xfrm>
                <a:off x="9645197" y="3204233"/>
                <a:ext cx="66618" cy="218257"/>
              </a:xfrm>
              <a:custGeom>
                <a:rect b="b" l="l" r="r" t="t"/>
                <a:pathLst>
                  <a:path extrusionOk="0" h="218257" w="66618">
                    <a:moveTo>
                      <a:pt x="39160" y="45"/>
                    </a:moveTo>
                    <a:cubicBezTo>
                      <a:pt x="43465" y="387"/>
                      <a:pt x="47839" y="797"/>
                      <a:pt x="52144" y="1070"/>
                    </a:cubicBezTo>
                    <a:cubicBezTo>
                      <a:pt x="61234" y="1617"/>
                      <a:pt x="66086" y="6401"/>
                      <a:pt x="66223" y="15490"/>
                    </a:cubicBezTo>
                    <a:cubicBezTo>
                      <a:pt x="66496" y="27450"/>
                      <a:pt x="66564" y="39341"/>
                      <a:pt x="66564" y="51301"/>
                    </a:cubicBezTo>
                    <a:cubicBezTo>
                      <a:pt x="66632" y="93604"/>
                      <a:pt x="66564" y="135975"/>
                      <a:pt x="66564" y="178278"/>
                    </a:cubicBezTo>
                    <a:cubicBezTo>
                      <a:pt x="66564" y="184770"/>
                      <a:pt x="66838" y="191331"/>
                      <a:pt x="66154" y="197823"/>
                    </a:cubicBezTo>
                    <a:cubicBezTo>
                      <a:pt x="64992" y="209783"/>
                      <a:pt x="60551" y="214294"/>
                      <a:pt x="47770" y="216754"/>
                    </a:cubicBezTo>
                    <a:cubicBezTo>
                      <a:pt x="42440" y="217779"/>
                      <a:pt x="36973" y="217779"/>
                      <a:pt x="31573" y="218257"/>
                    </a:cubicBezTo>
                    <a:cubicBezTo>
                      <a:pt x="20502" y="218121"/>
                      <a:pt x="9499" y="218121"/>
                      <a:pt x="0" y="211082"/>
                    </a:cubicBezTo>
                    <a:cubicBezTo>
                      <a:pt x="5741" y="154700"/>
                      <a:pt x="3213" y="98183"/>
                      <a:pt x="2734" y="41665"/>
                    </a:cubicBezTo>
                    <a:cubicBezTo>
                      <a:pt x="2665" y="29842"/>
                      <a:pt x="-683" y="17677"/>
                      <a:pt x="7381" y="7016"/>
                    </a:cubicBezTo>
                    <a:cubicBezTo>
                      <a:pt x="17017" y="45"/>
                      <a:pt x="28020" y="-160"/>
                      <a:pt x="39160" y="4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3" name="Google Shape;3193;p8"/>
              <p:cNvSpPr/>
              <p:nvPr/>
            </p:nvSpPr>
            <p:spPr>
              <a:xfrm>
                <a:off x="9535507" y="3223497"/>
                <a:ext cx="90042" cy="179199"/>
              </a:xfrm>
              <a:custGeom>
                <a:rect b="b" l="l" r="r" t="t"/>
                <a:pathLst>
                  <a:path extrusionOk="0" h="179199" w="90042">
                    <a:moveTo>
                      <a:pt x="11690" y="18984"/>
                    </a:moveTo>
                    <a:cubicBezTo>
                      <a:pt x="29937" y="9211"/>
                      <a:pt x="49140" y="2445"/>
                      <a:pt x="69779" y="190"/>
                    </a:cubicBezTo>
                    <a:cubicBezTo>
                      <a:pt x="81807" y="-1450"/>
                      <a:pt x="85293" y="7844"/>
                      <a:pt x="86181" y="15977"/>
                    </a:cubicBezTo>
                    <a:cubicBezTo>
                      <a:pt x="91307" y="63200"/>
                      <a:pt x="91307" y="110629"/>
                      <a:pt x="86318" y="157852"/>
                    </a:cubicBezTo>
                    <a:cubicBezTo>
                      <a:pt x="85019" y="169812"/>
                      <a:pt x="79005" y="180951"/>
                      <a:pt x="63082" y="178970"/>
                    </a:cubicBezTo>
                    <a:cubicBezTo>
                      <a:pt x="42443" y="176509"/>
                      <a:pt x="23240" y="169675"/>
                      <a:pt x="5129" y="159561"/>
                    </a:cubicBezTo>
                    <a:cubicBezTo>
                      <a:pt x="1849" y="112406"/>
                      <a:pt x="-7378" y="65045"/>
                      <a:pt x="11690" y="1898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4" name="Google Shape;3194;p8"/>
              <p:cNvSpPr/>
              <p:nvPr/>
            </p:nvSpPr>
            <p:spPr>
              <a:xfrm>
                <a:off x="9598589" y="3211112"/>
                <a:ext cx="60836" cy="204065"/>
              </a:xfrm>
              <a:custGeom>
                <a:rect b="b" l="l" r="r" t="t"/>
                <a:pathLst>
                  <a:path extrusionOk="0" h="204065" w="60836">
                    <a:moveTo>
                      <a:pt x="0" y="191354"/>
                    </a:moveTo>
                    <a:cubicBezTo>
                      <a:pt x="9841" y="186912"/>
                      <a:pt x="14762" y="179395"/>
                      <a:pt x="14762" y="168460"/>
                    </a:cubicBezTo>
                    <a:cubicBezTo>
                      <a:pt x="14693" y="122057"/>
                      <a:pt x="14693" y="75653"/>
                      <a:pt x="14693" y="29250"/>
                    </a:cubicBezTo>
                    <a:cubicBezTo>
                      <a:pt x="14693" y="22416"/>
                      <a:pt x="12574" y="16607"/>
                      <a:pt x="6697" y="12506"/>
                    </a:cubicBezTo>
                    <a:cubicBezTo>
                      <a:pt x="12506" y="6492"/>
                      <a:pt x="19887" y="6287"/>
                      <a:pt x="27473" y="6561"/>
                    </a:cubicBezTo>
                    <a:cubicBezTo>
                      <a:pt x="33145" y="1298"/>
                      <a:pt x="41551" y="5946"/>
                      <a:pt x="47361" y="1162"/>
                    </a:cubicBezTo>
                    <a:cubicBezTo>
                      <a:pt x="49547" y="752"/>
                      <a:pt x="51802" y="410"/>
                      <a:pt x="53989" y="0"/>
                    </a:cubicBezTo>
                    <a:cubicBezTo>
                      <a:pt x="60072" y="17769"/>
                      <a:pt x="60960" y="36084"/>
                      <a:pt x="60823" y="54741"/>
                    </a:cubicBezTo>
                    <a:cubicBezTo>
                      <a:pt x="60413" y="98342"/>
                      <a:pt x="60550" y="142012"/>
                      <a:pt x="60687" y="185614"/>
                    </a:cubicBezTo>
                    <a:cubicBezTo>
                      <a:pt x="60687" y="195728"/>
                      <a:pt x="57338" y="202494"/>
                      <a:pt x="46608" y="204066"/>
                    </a:cubicBezTo>
                    <a:cubicBezTo>
                      <a:pt x="30002" y="203861"/>
                      <a:pt x="14625" y="199008"/>
                      <a:pt x="0" y="19135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5" name="Google Shape;3195;p8"/>
              <p:cNvSpPr/>
              <p:nvPr/>
            </p:nvSpPr>
            <p:spPr>
              <a:xfrm>
                <a:off x="9475233" y="3242480"/>
                <a:ext cx="72607" cy="140713"/>
              </a:xfrm>
              <a:custGeom>
                <a:rect b="b" l="l" r="r" t="t"/>
                <a:pathLst>
                  <a:path extrusionOk="0" h="140713" w="72607">
                    <a:moveTo>
                      <a:pt x="71963" y="0"/>
                    </a:moveTo>
                    <a:cubicBezTo>
                      <a:pt x="72168" y="38954"/>
                      <a:pt x="72374" y="77840"/>
                      <a:pt x="72578" y="116794"/>
                    </a:cubicBezTo>
                    <a:cubicBezTo>
                      <a:pt x="72646" y="125474"/>
                      <a:pt x="73125" y="134290"/>
                      <a:pt x="65403" y="140645"/>
                    </a:cubicBezTo>
                    <a:cubicBezTo>
                      <a:pt x="65403" y="140645"/>
                      <a:pt x="65675" y="140714"/>
                      <a:pt x="65675" y="140714"/>
                    </a:cubicBezTo>
                    <a:cubicBezTo>
                      <a:pt x="61166" y="132581"/>
                      <a:pt x="51187" y="139210"/>
                      <a:pt x="45857" y="133265"/>
                    </a:cubicBezTo>
                    <a:cubicBezTo>
                      <a:pt x="29318" y="129574"/>
                      <a:pt x="13668" y="123834"/>
                      <a:pt x="0" y="113582"/>
                    </a:cubicBezTo>
                    <a:cubicBezTo>
                      <a:pt x="5946" y="85084"/>
                      <a:pt x="1709" y="55903"/>
                      <a:pt x="5604" y="27268"/>
                    </a:cubicBezTo>
                    <a:cubicBezTo>
                      <a:pt x="13600" y="20024"/>
                      <a:pt x="22895" y="15923"/>
                      <a:pt x="33624" y="14967"/>
                    </a:cubicBezTo>
                    <a:cubicBezTo>
                      <a:pt x="36836" y="10866"/>
                      <a:pt x="42509" y="12506"/>
                      <a:pt x="46130" y="9499"/>
                    </a:cubicBezTo>
                    <a:cubicBezTo>
                      <a:pt x="47634" y="7586"/>
                      <a:pt x="49479" y="7039"/>
                      <a:pt x="51734" y="7791"/>
                    </a:cubicBezTo>
                    <a:cubicBezTo>
                      <a:pt x="56040" y="4852"/>
                      <a:pt x="61986" y="6082"/>
                      <a:pt x="65881" y="2187"/>
                    </a:cubicBezTo>
                    <a:cubicBezTo>
                      <a:pt x="67863" y="1435"/>
                      <a:pt x="69913" y="683"/>
                      <a:pt x="719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6" name="Google Shape;3196;p8"/>
              <p:cNvSpPr/>
              <p:nvPr/>
            </p:nvSpPr>
            <p:spPr>
              <a:xfrm>
                <a:off x="9395207" y="3269612"/>
                <a:ext cx="93042" cy="86382"/>
              </a:xfrm>
              <a:custGeom>
                <a:rect b="b" l="l" r="r" t="t"/>
                <a:pathLst>
                  <a:path extrusionOk="0" h="86382" w="93042">
                    <a:moveTo>
                      <a:pt x="85563" y="0"/>
                    </a:moveTo>
                    <a:cubicBezTo>
                      <a:pt x="87955" y="3417"/>
                      <a:pt x="92260" y="6766"/>
                      <a:pt x="92397" y="10319"/>
                    </a:cubicBezTo>
                    <a:cubicBezTo>
                      <a:pt x="93149" y="31710"/>
                      <a:pt x="93149" y="53101"/>
                      <a:pt x="92875" y="74560"/>
                    </a:cubicBezTo>
                    <a:cubicBezTo>
                      <a:pt x="92807" y="82419"/>
                      <a:pt x="86588" y="84948"/>
                      <a:pt x="79958" y="86383"/>
                    </a:cubicBezTo>
                    <a:cubicBezTo>
                      <a:pt x="51050" y="77498"/>
                      <a:pt x="25696" y="62053"/>
                      <a:pt x="0" y="45515"/>
                    </a:cubicBezTo>
                    <a:cubicBezTo>
                      <a:pt x="23236" y="26995"/>
                      <a:pt x="54331" y="10661"/>
                      <a:pt x="855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7" name="Google Shape;3197;p8"/>
              <p:cNvSpPr/>
              <p:nvPr/>
            </p:nvSpPr>
            <p:spPr>
              <a:xfrm>
                <a:off x="9574943" y="3437022"/>
                <a:ext cx="169553" cy="44445"/>
              </a:xfrm>
              <a:custGeom>
                <a:rect b="b" l="l" r="r" t="t"/>
                <a:pathLst>
                  <a:path extrusionOk="0" h="44445" w="169553">
                    <a:moveTo>
                      <a:pt x="169553" y="5150"/>
                    </a:moveTo>
                    <a:cubicBezTo>
                      <a:pt x="169007" y="15469"/>
                      <a:pt x="161216" y="24353"/>
                      <a:pt x="164633" y="35766"/>
                    </a:cubicBezTo>
                    <a:cubicBezTo>
                      <a:pt x="166888" y="43147"/>
                      <a:pt x="158824" y="42669"/>
                      <a:pt x="154382" y="44446"/>
                    </a:cubicBezTo>
                    <a:cubicBezTo>
                      <a:pt x="100734" y="42395"/>
                      <a:pt x="50025" y="27634"/>
                      <a:pt x="0" y="9660"/>
                    </a:cubicBezTo>
                    <a:cubicBezTo>
                      <a:pt x="136" y="7473"/>
                      <a:pt x="273" y="3578"/>
                      <a:pt x="683" y="3578"/>
                    </a:cubicBezTo>
                    <a:cubicBezTo>
                      <a:pt x="56996" y="776"/>
                      <a:pt x="113377" y="-3530"/>
                      <a:pt x="169553" y="5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8" name="Google Shape;3198;p8"/>
              <p:cNvSpPr/>
              <p:nvPr/>
            </p:nvSpPr>
            <p:spPr>
              <a:xfrm>
                <a:off x="9587244" y="3142324"/>
                <a:ext cx="183631" cy="50214"/>
              </a:xfrm>
              <a:custGeom>
                <a:rect b="b" l="l" r="r" t="t"/>
                <a:pathLst>
                  <a:path extrusionOk="0" h="50214" w="183631">
                    <a:moveTo>
                      <a:pt x="183632" y="4001"/>
                    </a:moveTo>
                    <a:cubicBezTo>
                      <a:pt x="175431" y="15892"/>
                      <a:pt x="177140" y="29492"/>
                      <a:pt x="177003" y="42750"/>
                    </a:cubicBezTo>
                    <a:cubicBezTo>
                      <a:pt x="163335" y="52250"/>
                      <a:pt x="147548" y="50541"/>
                      <a:pt x="132855" y="49038"/>
                    </a:cubicBezTo>
                    <a:cubicBezTo>
                      <a:pt x="96088" y="45142"/>
                      <a:pt x="59252" y="46987"/>
                      <a:pt x="22484" y="45826"/>
                    </a:cubicBezTo>
                    <a:cubicBezTo>
                      <a:pt x="14488" y="45552"/>
                      <a:pt x="1914" y="52045"/>
                      <a:pt x="0" y="36190"/>
                    </a:cubicBezTo>
                    <a:cubicBezTo>
                      <a:pt x="752" y="34686"/>
                      <a:pt x="1845" y="34413"/>
                      <a:pt x="3280" y="35369"/>
                    </a:cubicBezTo>
                    <a:cubicBezTo>
                      <a:pt x="8885" y="33729"/>
                      <a:pt x="15171" y="34071"/>
                      <a:pt x="19751" y="29629"/>
                    </a:cubicBezTo>
                    <a:cubicBezTo>
                      <a:pt x="20571" y="28125"/>
                      <a:pt x="21733" y="27920"/>
                      <a:pt x="23099" y="28877"/>
                    </a:cubicBezTo>
                    <a:cubicBezTo>
                      <a:pt x="28498" y="27237"/>
                      <a:pt x="34512" y="27374"/>
                      <a:pt x="39296" y="23683"/>
                    </a:cubicBezTo>
                    <a:cubicBezTo>
                      <a:pt x="40732" y="22248"/>
                      <a:pt x="42372" y="21906"/>
                      <a:pt x="44285" y="22658"/>
                    </a:cubicBezTo>
                    <a:cubicBezTo>
                      <a:pt x="50709" y="18148"/>
                      <a:pt x="59389" y="22453"/>
                      <a:pt x="65539" y="17054"/>
                    </a:cubicBezTo>
                    <a:cubicBezTo>
                      <a:pt x="67111" y="15619"/>
                      <a:pt x="68820" y="15346"/>
                      <a:pt x="70801" y="16166"/>
                    </a:cubicBezTo>
                    <a:cubicBezTo>
                      <a:pt x="79139" y="10357"/>
                      <a:pt x="90142" y="16986"/>
                      <a:pt x="98343" y="10425"/>
                    </a:cubicBezTo>
                    <a:cubicBezTo>
                      <a:pt x="101691" y="10015"/>
                      <a:pt x="105040" y="9605"/>
                      <a:pt x="108388" y="9195"/>
                    </a:cubicBezTo>
                    <a:cubicBezTo>
                      <a:pt x="117683" y="4958"/>
                      <a:pt x="128481" y="9537"/>
                      <a:pt x="137638" y="4206"/>
                    </a:cubicBezTo>
                    <a:cubicBezTo>
                      <a:pt x="143516" y="2156"/>
                      <a:pt x="149530" y="1336"/>
                      <a:pt x="155681" y="2771"/>
                    </a:cubicBezTo>
                    <a:cubicBezTo>
                      <a:pt x="165112" y="-236"/>
                      <a:pt x="174543" y="-2013"/>
                      <a:pt x="183632" y="400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9" name="Google Shape;3199;p8"/>
              <p:cNvSpPr/>
              <p:nvPr/>
            </p:nvSpPr>
            <p:spPr>
              <a:xfrm>
                <a:off x="9738052" y="3505524"/>
                <a:ext cx="143741" cy="44080"/>
              </a:xfrm>
              <a:custGeom>
                <a:rect b="b" l="l" r="r" t="t"/>
                <a:pathLst>
                  <a:path extrusionOk="0" h="44080" w="143741">
                    <a:moveTo>
                      <a:pt x="88932" y="41209"/>
                    </a:moveTo>
                    <a:cubicBezTo>
                      <a:pt x="60980" y="43806"/>
                      <a:pt x="33781" y="38818"/>
                      <a:pt x="6718" y="32872"/>
                    </a:cubicBezTo>
                    <a:cubicBezTo>
                      <a:pt x="1729" y="30890"/>
                      <a:pt x="-1415" y="27815"/>
                      <a:pt x="636" y="21937"/>
                    </a:cubicBezTo>
                    <a:cubicBezTo>
                      <a:pt x="30569" y="16880"/>
                      <a:pt x="59887" y="8133"/>
                      <a:pt x="90436" y="7108"/>
                    </a:cubicBezTo>
                    <a:cubicBezTo>
                      <a:pt x="98841" y="1572"/>
                      <a:pt x="109571" y="7723"/>
                      <a:pt x="117909" y="1709"/>
                    </a:cubicBezTo>
                    <a:cubicBezTo>
                      <a:pt x="121599" y="1162"/>
                      <a:pt x="125289" y="547"/>
                      <a:pt x="129048" y="0"/>
                    </a:cubicBezTo>
                    <a:cubicBezTo>
                      <a:pt x="145928" y="9841"/>
                      <a:pt x="147158" y="15308"/>
                      <a:pt x="138343" y="41415"/>
                    </a:cubicBezTo>
                    <a:lnTo>
                      <a:pt x="138615" y="41209"/>
                    </a:lnTo>
                    <a:cubicBezTo>
                      <a:pt x="122009" y="45105"/>
                      <a:pt x="105470" y="44968"/>
                      <a:pt x="88932" y="4120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0" name="Google Shape;3200;p8"/>
              <p:cNvSpPr/>
              <p:nvPr/>
            </p:nvSpPr>
            <p:spPr>
              <a:xfrm>
                <a:off x="9725293" y="3079146"/>
                <a:ext cx="123901" cy="39569"/>
              </a:xfrm>
              <a:custGeom>
                <a:rect b="b" l="l" r="r" t="t"/>
                <a:pathLst>
                  <a:path extrusionOk="0" h="39569" w="123901">
                    <a:moveTo>
                      <a:pt x="71689" y="820"/>
                    </a:moveTo>
                    <a:cubicBezTo>
                      <a:pt x="84606" y="547"/>
                      <a:pt x="97522" y="273"/>
                      <a:pt x="110507" y="0"/>
                    </a:cubicBezTo>
                    <a:cubicBezTo>
                      <a:pt x="114949" y="683"/>
                      <a:pt x="119460" y="1367"/>
                      <a:pt x="123902" y="2050"/>
                    </a:cubicBezTo>
                    <a:cubicBezTo>
                      <a:pt x="119391" y="7928"/>
                      <a:pt x="112147" y="6766"/>
                      <a:pt x="106201" y="8884"/>
                    </a:cubicBezTo>
                    <a:cubicBezTo>
                      <a:pt x="99504" y="11208"/>
                      <a:pt x="96497" y="19477"/>
                      <a:pt x="100871" y="24466"/>
                    </a:cubicBezTo>
                    <a:cubicBezTo>
                      <a:pt x="105791" y="30070"/>
                      <a:pt x="111874" y="34581"/>
                      <a:pt x="117477" y="39569"/>
                    </a:cubicBezTo>
                    <a:cubicBezTo>
                      <a:pt x="78796" y="35674"/>
                      <a:pt x="41004" y="27405"/>
                      <a:pt x="0" y="18725"/>
                    </a:cubicBezTo>
                    <a:cubicBezTo>
                      <a:pt x="24260" y="4716"/>
                      <a:pt x="49068" y="7313"/>
                      <a:pt x="71689" y="82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1" name="Google Shape;3201;p8"/>
              <p:cNvSpPr/>
              <p:nvPr/>
            </p:nvSpPr>
            <p:spPr>
              <a:xfrm>
                <a:off x="9867032" y="3494069"/>
                <a:ext cx="64011" cy="53851"/>
              </a:xfrm>
              <a:custGeom>
                <a:rect b="b" l="l" r="r" t="t"/>
                <a:pathLst>
                  <a:path extrusionOk="0" h="53851" w="64011">
                    <a:moveTo>
                      <a:pt x="9294" y="52869"/>
                    </a:moveTo>
                    <a:cubicBezTo>
                      <a:pt x="7312" y="38791"/>
                      <a:pt x="6834" y="24371"/>
                      <a:pt x="0" y="11455"/>
                    </a:cubicBezTo>
                    <a:cubicBezTo>
                      <a:pt x="6082" y="5919"/>
                      <a:pt x="14009" y="6944"/>
                      <a:pt x="21185" y="5372"/>
                    </a:cubicBezTo>
                    <a:cubicBezTo>
                      <a:pt x="28020" y="-232"/>
                      <a:pt x="36083" y="-437"/>
                      <a:pt x="44353" y="315"/>
                    </a:cubicBezTo>
                    <a:cubicBezTo>
                      <a:pt x="70869" y="12616"/>
                      <a:pt x="66632" y="31068"/>
                      <a:pt x="54536" y="51092"/>
                    </a:cubicBezTo>
                    <a:cubicBezTo>
                      <a:pt x="39569" y="53484"/>
                      <a:pt x="24534" y="54919"/>
                      <a:pt x="9294" y="5286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2" name="Google Shape;3202;p8"/>
              <p:cNvSpPr/>
              <p:nvPr/>
            </p:nvSpPr>
            <p:spPr>
              <a:xfrm>
                <a:off x="9572614" y="3178513"/>
                <a:ext cx="193802" cy="19818"/>
              </a:xfrm>
              <a:custGeom>
                <a:rect b="b" l="l" r="r" t="t"/>
                <a:pathLst>
                  <a:path extrusionOk="0" h="19818" w="193802">
                    <a:moveTo>
                      <a:pt x="14630" y="0"/>
                    </a:moveTo>
                    <a:cubicBezTo>
                      <a:pt x="22079" y="9021"/>
                      <a:pt x="32467" y="6356"/>
                      <a:pt x="41898" y="6424"/>
                    </a:cubicBezTo>
                    <a:cubicBezTo>
                      <a:pt x="91787" y="6629"/>
                      <a:pt x="141743" y="6561"/>
                      <a:pt x="191633" y="6561"/>
                    </a:cubicBezTo>
                    <a:cubicBezTo>
                      <a:pt x="194503" y="9021"/>
                      <a:pt x="194640" y="11208"/>
                      <a:pt x="191359" y="13600"/>
                    </a:cubicBezTo>
                    <a:cubicBezTo>
                      <a:pt x="189036" y="15377"/>
                      <a:pt x="187190" y="17700"/>
                      <a:pt x="185141" y="19819"/>
                    </a:cubicBezTo>
                    <a:cubicBezTo>
                      <a:pt x="173727" y="19614"/>
                      <a:pt x="162314" y="19409"/>
                      <a:pt x="150970" y="19204"/>
                    </a:cubicBezTo>
                    <a:cubicBezTo>
                      <a:pt x="143794" y="12780"/>
                      <a:pt x="133201" y="20502"/>
                      <a:pt x="126231" y="13190"/>
                    </a:cubicBezTo>
                    <a:cubicBezTo>
                      <a:pt x="95204" y="12780"/>
                      <a:pt x="64177" y="12370"/>
                      <a:pt x="33151" y="11960"/>
                    </a:cubicBezTo>
                    <a:cubicBezTo>
                      <a:pt x="23514" y="11823"/>
                      <a:pt x="13878" y="11960"/>
                      <a:pt x="4242" y="11550"/>
                    </a:cubicBezTo>
                    <a:cubicBezTo>
                      <a:pt x="2738" y="11481"/>
                      <a:pt x="-131" y="8543"/>
                      <a:pt x="5" y="8269"/>
                    </a:cubicBezTo>
                    <a:cubicBezTo>
                      <a:pt x="1440" y="5809"/>
                      <a:pt x="2944" y="2802"/>
                      <a:pt x="5335" y="1572"/>
                    </a:cubicBezTo>
                    <a:cubicBezTo>
                      <a:pt x="7932" y="205"/>
                      <a:pt x="11486" y="478"/>
                      <a:pt x="1463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3" name="Google Shape;3203;p8"/>
              <p:cNvSpPr/>
              <p:nvPr/>
            </p:nvSpPr>
            <p:spPr>
              <a:xfrm>
                <a:off x="9566541" y="3428091"/>
                <a:ext cx="190734" cy="18591"/>
              </a:xfrm>
              <a:custGeom>
                <a:rect b="b" l="l" r="r" t="t"/>
                <a:pathLst>
                  <a:path extrusionOk="0" h="18591" w="190734">
                    <a:moveTo>
                      <a:pt x="177955" y="14081"/>
                    </a:moveTo>
                    <a:cubicBezTo>
                      <a:pt x="129570" y="13944"/>
                      <a:pt x="81253" y="13739"/>
                      <a:pt x="32868" y="13739"/>
                    </a:cubicBezTo>
                    <a:cubicBezTo>
                      <a:pt x="24530" y="13739"/>
                      <a:pt x="15509" y="11621"/>
                      <a:pt x="8402" y="18591"/>
                    </a:cubicBezTo>
                    <a:cubicBezTo>
                      <a:pt x="5737" y="17361"/>
                      <a:pt x="1431" y="16815"/>
                      <a:pt x="679" y="14901"/>
                    </a:cubicBezTo>
                    <a:cubicBezTo>
                      <a:pt x="-1918" y="8614"/>
                      <a:pt x="3481" y="7930"/>
                      <a:pt x="7582" y="7862"/>
                    </a:cubicBezTo>
                    <a:cubicBezTo>
                      <a:pt x="36490" y="7725"/>
                      <a:pt x="65398" y="7794"/>
                      <a:pt x="94306" y="7794"/>
                    </a:cubicBezTo>
                    <a:cubicBezTo>
                      <a:pt x="103942" y="7794"/>
                      <a:pt x="113579" y="7657"/>
                      <a:pt x="123214" y="7384"/>
                    </a:cubicBezTo>
                    <a:cubicBezTo>
                      <a:pt x="128682" y="7247"/>
                      <a:pt x="133739" y="5607"/>
                      <a:pt x="137293" y="1028"/>
                    </a:cubicBezTo>
                    <a:cubicBezTo>
                      <a:pt x="143648" y="-817"/>
                      <a:pt x="149936" y="3"/>
                      <a:pt x="156086" y="2053"/>
                    </a:cubicBezTo>
                    <a:cubicBezTo>
                      <a:pt x="167363" y="5812"/>
                      <a:pt x="178980" y="6632"/>
                      <a:pt x="190735" y="6632"/>
                    </a:cubicBezTo>
                    <a:cubicBezTo>
                      <a:pt x="188343" y="12236"/>
                      <a:pt x="182671" y="12373"/>
                      <a:pt x="177955" y="140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4" name="Google Shape;3204;p8"/>
              <p:cNvSpPr/>
              <p:nvPr/>
            </p:nvSpPr>
            <p:spPr>
              <a:xfrm>
                <a:off x="9770535" y="3482581"/>
                <a:ext cx="166024" cy="17202"/>
              </a:xfrm>
              <a:custGeom>
                <a:rect b="b" l="l" r="r" t="t"/>
                <a:pathLst>
                  <a:path extrusionOk="0" h="17202" w="166024">
                    <a:moveTo>
                      <a:pt x="137502" y="17202"/>
                    </a:moveTo>
                    <a:cubicBezTo>
                      <a:pt x="130940" y="17066"/>
                      <a:pt x="124312" y="16997"/>
                      <a:pt x="117751" y="16861"/>
                    </a:cubicBezTo>
                    <a:cubicBezTo>
                      <a:pt x="111874" y="10232"/>
                      <a:pt x="103946" y="11667"/>
                      <a:pt x="96497" y="11530"/>
                    </a:cubicBezTo>
                    <a:cubicBezTo>
                      <a:pt x="72646" y="11188"/>
                      <a:pt x="48727" y="11120"/>
                      <a:pt x="24876" y="10642"/>
                    </a:cubicBezTo>
                    <a:cubicBezTo>
                      <a:pt x="16334" y="10505"/>
                      <a:pt x="7312" y="11325"/>
                      <a:pt x="0" y="5243"/>
                    </a:cubicBezTo>
                    <a:cubicBezTo>
                      <a:pt x="17563" y="4764"/>
                      <a:pt x="35195" y="4354"/>
                      <a:pt x="52759" y="3876"/>
                    </a:cubicBezTo>
                    <a:cubicBezTo>
                      <a:pt x="72441" y="5926"/>
                      <a:pt x="92123" y="5789"/>
                      <a:pt x="111805" y="3671"/>
                    </a:cubicBezTo>
                    <a:cubicBezTo>
                      <a:pt x="122808" y="3466"/>
                      <a:pt x="133743" y="3261"/>
                      <a:pt x="144745" y="3056"/>
                    </a:cubicBezTo>
                    <a:cubicBezTo>
                      <a:pt x="151033" y="391"/>
                      <a:pt x="157321" y="-1933"/>
                      <a:pt x="163813" y="2441"/>
                    </a:cubicBezTo>
                    <a:cubicBezTo>
                      <a:pt x="166136" y="5243"/>
                      <a:pt x="166615" y="8318"/>
                      <a:pt x="165316" y="11667"/>
                    </a:cubicBezTo>
                    <a:cubicBezTo>
                      <a:pt x="157457" y="20619"/>
                      <a:pt x="145702" y="10027"/>
                      <a:pt x="137502" y="172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5" name="Google Shape;3205;p8"/>
              <p:cNvSpPr/>
              <p:nvPr/>
            </p:nvSpPr>
            <p:spPr>
              <a:xfrm>
                <a:off x="9914119" y="3132725"/>
                <a:ext cx="49068" cy="20870"/>
              </a:xfrm>
              <a:custGeom>
                <a:rect b="b" l="l" r="r" t="t"/>
                <a:pathLst>
                  <a:path extrusionOk="0" h="20870" w="49068">
                    <a:moveTo>
                      <a:pt x="7586" y="13053"/>
                    </a:moveTo>
                    <a:cubicBezTo>
                      <a:pt x="5398" y="10798"/>
                      <a:pt x="3143" y="8611"/>
                      <a:pt x="956" y="6356"/>
                    </a:cubicBezTo>
                    <a:cubicBezTo>
                      <a:pt x="1024" y="4442"/>
                      <a:pt x="683" y="2529"/>
                      <a:pt x="0" y="683"/>
                    </a:cubicBezTo>
                    <a:cubicBezTo>
                      <a:pt x="9089" y="478"/>
                      <a:pt x="18110" y="273"/>
                      <a:pt x="27200" y="0"/>
                    </a:cubicBezTo>
                    <a:cubicBezTo>
                      <a:pt x="31983" y="7244"/>
                      <a:pt x="39637" y="6424"/>
                      <a:pt x="46745" y="6971"/>
                    </a:cubicBezTo>
                    <a:cubicBezTo>
                      <a:pt x="47497" y="8269"/>
                      <a:pt x="48317" y="9636"/>
                      <a:pt x="49068" y="11003"/>
                    </a:cubicBezTo>
                    <a:cubicBezTo>
                      <a:pt x="47907" y="14010"/>
                      <a:pt x="45925" y="16265"/>
                      <a:pt x="43123" y="17837"/>
                    </a:cubicBezTo>
                    <a:cubicBezTo>
                      <a:pt x="38749" y="19819"/>
                      <a:pt x="34102" y="20707"/>
                      <a:pt x="29318" y="20844"/>
                    </a:cubicBezTo>
                    <a:cubicBezTo>
                      <a:pt x="21049" y="21117"/>
                      <a:pt x="13531" y="19340"/>
                      <a:pt x="7586" y="13053"/>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6" name="Google Shape;3206;p8"/>
              <p:cNvSpPr/>
              <p:nvPr/>
            </p:nvSpPr>
            <p:spPr>
              <a:xfrm>
                <a:off x="9742856" y="3139074"/>
                <a:ext cx="67111" cy="7251"/>
              </a:xfrm>
              <a:custGeom>
                <a:rect b="b" l="l" r="r" t="t"/>
                <a:pathLst>
                  <a:path extrusionOk="0" h="7251" w="67111">
                    <a:moveTo>
                      <a:pt x="28020" y="7251"/>
                    </a:moveTo>
                    <a:cubicBezTo>
                      <a:pt x="18657" y="6841"/>
                      <a:pt x="9363" y="6431"/>
                      <a:pt x="0" y="6021"/>
                    </a:cubicBezTo>
                    <a:cubicBezTo>
                      <a:pt x="21869" y="-1702"/>
                      <a:pt x="44490" y="-198"/>
                      <a:pt x="67111" y="895"/>
                    </a:cubicBezTo>
                    <a:cubicBezTo>
                      <a:pt x="62600" y="6294"/>
                      <a:pt x="56381" y="6704"/>
                      <a:pt x="49958" y="6773"/>
                    </a:cubicBezTo>
                    <a:cubicBezTo>
                      <a:pt x="42645" y="6841"/>
                      <a:pt x="35332" y="7046"/>
                      <a:pt x="28020" y="725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7" name="Google Shape;3207;p8"/>
              <p:cNvSpPr/>
              <p:nvPr/>
            </p:nvSpPr>
            <p:spPr>
              <a:xfrm>
                <a:off x="9826984" y="3546733"/>
                <a:ext cx="49683" cy="4852"/>
              </a:xfrm>
              <a:custGeom>
                <a:rect b="b" l="l" r="r" t="t"/>
                <a:pathLst>
                  <a:path extrusionOk="0" h="4852" w="49683">
                    <a:moveTo>
                      <a:pt x="0" y="0"/>
                    </a:moveTo>
                    <a:cubicBezTo>
                      <a:pt x="16538" y="0"/>
                      <a:pt x="33145" y="0"/>
                      <a:pt x="49683" y="0"/>
                    </a:cubicBezTo>
                    <a:cubicBezTo>
                      <a:pt x="49137" y="1709"/>
                      <a:pt x="48385" y="3280"/>
                      <a:pt x="47565" y="4852"/>
                    </a:cubicBezTo>
                    <a:cubicBezTo>
                      <a:pt x="31778" y="2324"/>
                      <a:pt x="15308" y="6971"/>
                      <a:pt x="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8" name="Google Shape;3208;p8"/>
              <p:cNvSpPr/>
              <p:nvPr/>
            </p:nvSpPr>
            <p:spPr>
              <a:xfrm>
                <a:off x="9695564" y="3145919"/>
                <a:ext cx="29250" cy="6642"/>
              </a:xfrm>
              <a:custGeom>
                <a:rect b="b" l="l" r="r" t="t"/>
                <a:pathLst>
                  <a:path extrusionOk="0" h="6642" w="29250">
                    <a:moveTo>
                      <a:pt x="29250" y="611"/>
                    </a:moveTo>
                    <a:cubicBezTo>
                      <a:pt x="20707" y="9495"/>
                      <a:pt x="10115" y="6078"/>
                      <a:pt x="0" y="5599"/>
                    </a:cubicBezTo>
                    <a:cubicBezTo>
                      <a:pt x="8953" y="-620"/>
                      <a:pt x="19067" y="-551"/>
                      <a:pt x="29250" y="61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9" name="Google Shape;3209;p8"/>
              <p:cNvSpPr/>
              <p:nvPr/>
            </p:nvSpPr>
            <p:spPr>
              <a:xfrm>
                <a:off x="9657977" y="3152355"/>
                <a:ext cx="27541" cy="6832"/>
              </a:xfrm>
              <a:custGeom>
                <a:rect b="b" l="l" r="r" t="t"/>
                <a:pathLst>
                  <a:path extrusionOk="0" h="6832" w="27541">
                    <a:moveTo>
                      <a:pt x="27542" y="394"/>
                    </a:moveTo>
                    <a:cubicBezTo>
                      <a:pt x="19819" y="9415"/>
                      <a:pt x="9636" y="6408"/>
                      <a:pt x="0" y="6135"/>
                    </a:cubicBezTo>
                    <a:cubicBezTo>
                      <a:pt x="8407" y="257"/>
                      <a:pt x="17769" y="-699"/>
                      <a:pt x="27542" y="39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0" name="Google Shape;3210;p8"/>
              <p:cNvSpPr/>
              <p:nvPr/>
            </p:nvSpPr>
            <p:spPr>
              <a:xfrm>
                <a:off x="9698572" y="3190166"/>
                <a:ext cx="24944" cy="7755"/>
              </a:xfrm>
              <a:custGeom>
                <a:rect b="b" l="l" r="r" t="t"/>
                <a:pathLst>
                  <a:path extrusionOk="0" h="7755" w="24944">
                    <a:moveTo>
                      <a:pt x="205" y="1537"/>
                    </a:moveTo>
                    <a:cubicBezTo>
                      <a:pt x="9226" y="238"/>
                      <a:pt x="18794" y="-3110"/>
                      <a:pt x="24945" y="7551"/>
                    </a:cubicBezTo>
                    <a:cubicBezTo>
                      <a:pt x="16606" y="7619"/>
                      <a:pt x="8269" y="7687"/>
                      <a:pt x="0" y="7756"/>
                    </a:cubicBezTo>
                    <a:cubicBezTo>
                      <a:pt x="0" y="5705"/>
                      <a:pt x="68" y="3587"/>
                      <a:pt x="205" y="15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1" name="Google Shape;3211;p8"/>
              <p:cNvSpPr/>
              <p:nvPr/>
            </p:nvSpPr>
            <p:spPr>
              <a:xfrm>
                <a:off x="9727898" y="3526764"/>
                <a:ext cx="16803" cy="11589"/>
              </a:xfrm>
              <a:custGeom>
                <a:rect b="b" l="l" r="r" t="t"/>
                <a:pathLst>
                  <a:path extrusionOk="0" h="11589" w="16803">
                    <a:moveTo>
                      <a:pt x="10721" y="629"/>
                    </a:moveTo>
                    <a:cubicBezTo>
                      <a:pt x="12772" y="4251"/>
                      <a:pt x="14821" y="7941"/>
                      <a:pt x="16804" y="11563"/>
                    </a:cubicBezTo>
                    <a:cubicBezTo>
                      <a:pt x="13796" y="11495"/>
                      <a:pt x="10721" y="11837"/>
                      <a:pt x="7851" y="11153"/>
                    </a:cubicBezTo>
                    <a:cubicBezTo>
                      <a:pt x="3750" y="10265"/>
                      <a:pt x="-828" y="7121"/>
                      <a:pt x="128" y="3431"/>
                    </a:cubicBezTo>
                    <a:cubicBezTo>
                      <a:pt x="1222" y="-601"/>
                      <a:pt x="6621" y="-396"/>
                      <a:pt x="10721" y="62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2" name="Google Shape;3212;p8"/>
              <p:cNvSpPr/>
              <p:nvPr/>
            </p:nvSpPr>
            <p:spPr>
              <a:xfrm>
                <a:off x="9828487" y="3506815"/>
                <a:ext cx="27473" cy="6449"/>
              </a:xfrm>
              <a:custGeom>
                <a:rect b="b" l="l" r="r" t="t"/>
                <a:pathLst>
                  <a:path extrusionOk="0" h="6449" w="27473">
                    <a:moveTo>
                      <a:pt x="27473" y="349"/>
                    </a:moveTo>
                    <a:cubicBezTo>
                      <a:pt x="19682" y="9233"/>
                      <a:pt x="9499" y="5816"/>
                      <a:pt x="0" y="5748"/>
                    </a:cubicBezTo>
                    <a:cubicBezTo>
                      <a:pt x="8337" y="-61"/>
                      <a:pt x="17768" y="-540"/>
                      <a:pt x="27473" y="34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3" name="Google Shape;3213;p8"/>
              <p:cNvSpPr/>
              <p:nvPr/>
            </p:nvSpPr>
            <p:spPr>
              <a:xfrm>
                <a:off x="9631529" y="3159082"/>
                <a:ext cx="21254" cy="6452"/>
              </a:xfrm>
              <a:custGeom>
                <a:rect b="b" l="l" r="r" t="t"/>
                <a:pathLst>
                  <a:path extrusionOk="0" h="6452" w="21254">
                    <a:moveTo>
                      <a:pt x="21255" y="296"/>
                    </a:moveTo>
                    <a:cubicBezTo>
                      <a:pt x="15650" y="7677"/>
                      <a:pt x="7791" y="6720"/>
                      <a:pt x="0" y="5900"/>
                    </a:cubicBezTo>
                    <a:cubicBezTo>
                      <a:pt x="6219" y="570"/>
                      <a:pt x="13395" y="-660"/>
                      <a:pt x="21255" y="29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4" name="Google Shape;3214;p8"/>
              <p:cNvSpPr/>
              <p:nvPr/>
            </p:nvSpPr>
            <p:spPr>
              <a:xfrm>
                <a:off x="9625994" y="3211949"/>
                <a:ext cx="19955" cy="5969"/>
              </a:xfrm>
              <a:custGeom>
                <a:rect b="b" l="l" r="r" t="t"/>
                <a:pathLst>
                  <a:path extrusionOk="0" h="5969" w="19955">
                    <a:moveTo>
                      <a:pt x="19956" y="325"/>
                    </a:moveTo>
                    <a:cubicBezTo>
                      <a:pt x="14693" y="7159"/>
                      <a:pt x="7244" y="5997"/>
                      <a:pt x="0" y="5723"/>
                    </a:cubicBezTo>
                    <a:cubicBezTo>
                      <a:pt x="5809" y="598"/>
                      <a:pt x="12574" y="-701"/>
                      <a:pt x="19956" y="32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5" name="Google Shape;3215;p8"/>
              <p:cNvSpPr/>
              <p:nvPr/>
            </p:nvSpPr>
            <p:spPr>
              <a:xfrm>
                <a:off x="9521022" y="3375543"/>
                <a:ext cx="19819" cy="7582"/>
              </a:xfrm>
              <a:custGeom>
                <a:rect b="b" l="l" r="r" t="t"/>
                <a:pathLst>
                  <a:path extrusionOk="0" h="7582" w="19819">
                    <a:moveTo>
                      <a:pt x="0" y="134"/>
                    </a:moveTo>
                    <a:cubicBezTo>
                      <a:pt x="7586" y="-3"/>
                      <a:pt x="15582" y="-1233"/>
                      <a:pt x="19819" y="7583"/>
                    </a:cubicBezTo>
                    <a:cubicBezTo>
                      <a:pt x="12301" y="7514"/>
                      <a:pt x="5262" y="6216"/>
                      <a:pt x="0" y="13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6" name="Google Shape;3216;p8"/>
              <p:cNvSpPr/>
              <p:nvPr/>
            </p:nvSpPr>
            <p:spPr>
              <a:xfrm>
                <a:off x="9610343" y="3165723"/>
                <a:ext cx="16196" cy="5780"/>
              </a:xfrm>
              <a:custGeom>
                <a:rect b="b" l="l" r="r" t="t"/>
                <a:pathLst>
                  <a:path extrusionOk="0" h="5780" w="16196">
                    <a:moveTo>
                      <a:pt x="16197" y="216"/>
                    </a:moveTo>
                    <a:cubicBezTo>
                      <a:pt x="12096" y="5956"/>
                      <a:pt x="6288" y="6298"/>
                      <a:pt x="0" y="5410"/>
                    </a:cubicBezTo>
                    <a:cubicBezTo>
                      <a:pt x="4442" y="557"/>
                      <a:pt x="10046" y="-536"/>
                      <a:pt x="16197" y="21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7" name="Google Shape;3217;p8"/>
              <p:cNvSpPr/>
              <p:nvPr/>
            </p:nvSpPr>
            <p:spPr>
              <a:xfrm>
                <a:off x="9590524" y="3171782"/>
                <a:ext cx="16470" cy="6177"/>
              </a:xfrm>
              <a:custGeom>
                <a:rect b="b" l="l" r="r" t="t"/>
                <a:pathLst>
                  <a:path extrusionOk="0" h="6177" w="16470">
                    <a:moveTo>
                      <a:pt x="16470" y="102"/>
                    </a:moveTo>
                    <a:cubicBezTo>
                      <a:pt x="12438" y="6184"/>
                      <a:pt x="6493" y="6731"/>
                      <a:pt x="0" y="5842"/>
                    </a:cubicBezTo>
                    <a:cubicBezTo>
                      <a:pt x="4306" y="717"/>
                      <a:pt x="10115" y="-377"/>
                      <a:pt x="16470" y="1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8" name="Google Shape;3218;p8"/>
              <p:cNvSpPr/>
              <p:nvPr/>
            </p:nvSpPr>
            <p:spPr>
              <a:xfrm>
                <a:off x="9526968" y="3244525"/>
                <a:ext cx="14146" cy="5881"/>
              </a:xfrm>
              <a:custGeom>
                <a:rect b="b" l="l" r="r" t="t"/>
                <a:pathLst>
                  <a:path extrusionOk="0" h="5881" w="14146">
                    <a:moveTo>
                      <a:pt x="14146" y="142"/>
                    </a:moveTo>
                    <a:cubicBezTo>
                      <a:pt x="10729" y="5336"/>
                      <a:pt x="5672" y="6293"/>
                      <a:pt x="0" y="5746"/>
                    </a:cubicBezTo>
                    <a:cubicBezTo>
                      <a:pt x="3485" y="825"/>
                      <a:pt x="8474" y="-473"/>
                      <a:pt x="14146" y="14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9" name="Google Shape;3219;p8"/>
              <p:cNvSpPr/>
              <p:nvPr/>
            </p:nvSpPr>
            <p:spPr>
              <a:xfrm>
                <a:off x="9508789" y="3251762"/>
                <a:ext cx="12506" cy="5620"/>
              </a:xfrm>
              <a:custGeom>
                <a:rect b="b" l="l" r="r" t="t"/>
                <a:pathLst>
                  <a:path extrusionOk="0" h="5620" w="12506">
                    <a:moveTo>
                      <a:pt x="12506" y="150"/>
                    </a:moveTo>
                    <a:cubicBezTo>
                      <a:pt x="9499" y="4660"/>
                      <a:pt x="4989" y="5685"/>
                      <a:pt x="0" y="5617"/>
                    </a:cubicBezTo>
                    <a:cubicBezTo>
                      <a:pt x="3212" y="1517"/>
                      <a:pt x="7245" y="-602"/>
                      <a:pt x="12506" y="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0" name="Google Shape;3220;p8"/>
              <p:cNvSpPr/>
              <p:nvPr/>
            </p:nvSpPr>
            <p:spPr>
              <a:xfrm>
                <a:off x="9935031" y="3086922"/>
                <a:ext cx="59046" cy="458513"/>
              </a:xfrm>
              <a:custGeom>
                <a:rect b="b" l="l" r="r" t="t"/>
                <a:pathLst>
                  <a:path extrusionOk="0" h="458513" w="59046">
                    <a:moveTo>
                      <a:pt x="51939" y="451679"/>
                    </a:moveTo>
                    <a:cubicBezTo>
                      <a:pt x="43123" y="453319"/>
                      <a:pt x="33214" y="450654"/>
                      <a:pt x="26038" y="458513"/>
                    </a:cubicBezTo>
                    <a:cubicBezTo>
                      <a:pt x="17359" y="458308"/>
                      <a:pt x="8679" y="458035"/>
                      <a:pt x="0" y="457830"/>
                    </a:cubicBezTo>
                    <a:cubicBezTo>
                      <a:pt x="615" y="440540"/>
                      <a:pt x="3963" y="423728"/>
                      <a:pt x="8543" y="407053"/>
                    </a:cubicBezTo>
                    <a:cubicBezTo>
                      <a:pt x="14762" y="398578"/>
                      <a:pt x="23646" y="391061"/>
                      <a:pt x="17632" y="378486"/>
                    </a:cubicBezTo>
                    <a:cubicBezTo>
                      <a:pt x="15377" y="283014"/>
                      <a:pt x="17017" y="187679"/>
                      <a:pt x="16676" y="92343"/>
                    </a:cubicBezTo>
                    <a:cubicBezTo>
                      <a:pt x="16607" y="80315"/>
                      <a:pt x="16948" y="68356"/>
                      <a:pt x="26038" y="58856"/>
                    </a:cubicBezTo>
                    <a:lnTo>
                      <a:pt x="25901" y="58515"/>
                    </a:lnTo>
                    <a:cubicBezTo>
                      <a:pt x="28020" y="56396"/>
                      <a:pt x="30275" y="54346"/>
                      <a:pt x="32599" y="52432"/>
                    </a:cubicBezTo>
                    <a:cubicBezTo>
                      <a:pt x="27200" y="35347"/>
                      <a:pt x="24876" y="17920"/>
                      <a:pt x="26038" y="15"/>
                    </a:cubicBezTo>
                    <a:cubicBezTo>
                      <a:pt x="33761" y="-122"/>
                      <a:pt x="41210" y="630"/>
                      <a:pt x="48112" y="4730"/>
                    </a:cubicBezTo>
                    <a:cubicBezTo>
                      <a:pt x="54126" y="8284"/>
                      <a:pt x="58363" y="12795"/>
                      <a:pt x="58500" y="20107"/>
                    </a:cubicBezTo>
                    <a:cubicBezTo>
                      <a:pt x="58636" y="26668"/>
                      <a:pt x="58773" y="33228"/>
                      <a:pt x="58773" y="39789"/>
                    </a:cubicBezTo>
                    <a:cubicBezTo>
                      <a:pt x="58773" y="162119"/>
                      <a:pt x="58569" y="284449"/>
                      <a:pt x="59047" y="406711"/>
                    </a:cubicBezTo>
                    <a:cubicBezTo>
                      <a:pt x="59047" y="422361"/>
                      <a:pt x="56586" y="437123"/>
                      <a:pt x="51939" y="45167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1" name="Google Shape;3221;p8"/>
              <p:cNvSpPr/>
              <p:nvPr/>
            </p:nvSpPr>
            <p:spPr>
              <a:xfrm>
                <a:off x="9960864" y="3139422"/>
                <a:ext cx="6697" cy="6082"/>
              </a:xfrm>
              <a:custGeom>
                <a:rect b="b" l="l" r="r" t="t"/>
                <a:pathLst>
                  <a:path extrusionOk="0" h="6082" w="6697">
                    <a:moveTo>
                      <a:pt x="6697" y="0"/>
                    </a:moveTo>
                    <a:cubicBezTo>
                      <a:pt x="4442" y="2050"/>
                      <a:pt x="2255" y="4100"/>
                      <a:pt x="0" y="6082"/>
                    </a:cubicBezTo>
                    <a:cubicBezTo>
                      <a:pt x="68" y="4169"/>
                      <a:pt x="68" y="2255"/>
                      <a:pt x="0" y="342"/>
                    </a:cubicBezTo>
                    <a:cubicBezTo>
                      <a:pt x="2255" y="205"/>
                      <a:pt x="4442" y="68"/>
                      <a:pt x="6697"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2" name="Google Shape;3222;p8"/>
              <p:cNvSpPr/>
              <p:nvPr/>
            </p:nvSpPr>
            <p:spPr>
              <a:xfrm>
                <a:off x="9907968" y="3490734"/>
                <a:ext cx="40211" cy="54427"/>
              </a:xfrm>
              <a:custGeom>
                <a:rect b="b" l="l" r="r" t="t"/>
                <a:pathLst>
                  <a:path extrusionOk="0" h="54427" w="40211">
                    <a:moveTo>
                      <a:pt x="39774" y="3104"/>
                    </a:moveTo>
                    <a:cubicBezTo>
                      <a:pt x="39842" y="11373"/>
                      <a:pt x="39228" y="19711"/>
                      <a:pt x="40048" y="27912"/>
                    </a:cubicBezTo>
                    <a:cubicBezTo>
                      <a:pt x="41277" y="39666"/>
                      <a:pt x="35468" y="47389"/>
                      <a:pt x="26994" y="54086"/>
                    </a:cubicBezTo>
                    <a:cubicBezTo>
                      <a:pt x="22552" y="54223"/>
                      <a:pt x="18042" y="54291"/>
                      <a:pt x="13600" y="54428"/>
                    </a:cubicBezTo>
                    <a:cubicBezTo>
                      <a:pt x="13531" y="44040"/>
                      <a:pt x="13463" y="33652"/>
                      <a:pt x="13395" y="23333"/>
                    </a:cubicBezTo>
                    <a:cubicBezTo>
                      <a:pt x="13326" y="14448"/>
                      <a:pt x="8064" y="10485"/>
                      <a:pt x="0" y="9118"/>
                    </a:cubicBezTo>
                    <a:cubicBezTo>
                      <a:pt x="7586" y="1942"/>
                      <a:pt x="17426" y="3787"/>
                      <a:pt x="26516" y="2557"/>
                    </a:cubicBezTo>
                    <a:cubicBezTo>
                      <a:pt x="31163" y="-1133"/>
                      <a:pt x="35537" y="-723"/>
                      <a:pt x="39774" y="310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3" name="Google Shape;3223;p8"/>
              <p:cNvSpPr/>
              <p:nvPr/>
            </p:nvSpPr>
            <p:spPr>
              <a:xfrm>
                <a:off x="9915143" y="3145778"/>
                <a:ext cx="39503" cy="340952"/>
              </a:xfrm>
              <a:custGeom>
                <a:rect b="b" l="l" r="r" t="t"/>
                <a:pathLst>
                  <a:path extrusionOk="0" h="340952" w="39503">
                    <a:moveTo>
                      <a:pt x="6561" y="0"/>
                    </a:moveTo>
                    <a:cubicBezTo>
                      <a:pt x="15241" y="137"/>
                      <a:pt x="23919" y="273"/>
                      <a:pt x="32667" y="410"/>
                    </a:cubicBezTo>
                    <a:cubicBezTo>
                      <a:pt x="39023" y="7449"/>
                      <a:pt x="39296" y="16197"/>
                      <a:pt x="39228" y="24876"/>
                    </a:cubicBezTo>
                    <a:cubicBezTo>
                      <a:pt x="38750" y="125747"/>
                      <a:pt x="40663" y="226618"/>
                      <a:pt x="38272" y="327421"/>
                    </a:cubicBezTo>
                    <a:cubicBezTo>
                      <a:pt x="36084" y="337399"/>
                      <a:pt x="28772" y="340406"/>
                      <a:pt x="19682" y="340952"/>
                    </a:cubicBezTo>
                    <a:cubicBezTo>
                      <a:pt x="13122" y="340542"/>
                      <a:pt x="6561" y="340132"/>
                      <a:pt x="0" y="339791"/>
                    </a:cubicBezTo>
                    <a:cubicBezTo>
                      <a:pt x="8270" y="328173"/>
                      <a:pt x="6424" y="314778"/>
                      <a:pt x="6424" y="301725"/>
                    </a:cubicBezTo>
                    <a:cubicBezTo>
                      <a:pt x="6561" y="201195"/>
                      <a:pt x="6561" y="100598"/>
                      <a:pt x="6561"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4" name="Google Shape;3224;p8"/>
              <p:cNvSpPr/>
              <p:nvPr/>
            </p:nvSpPr>
            <p:spPr>
              <a:xfrm>
                <a:off x="9934553" y="3477461"/>
                <a:ext cx="28326" cy="16376"/>
              </a:xfrm>
              <a:custGeom>
                <a:rect b="b" l="l" r="r" t="t"/>
                <a:pathLst>
                  <a:path extrusionOk="0" h="16376" w="28326">
                    <a:moveTo>
                      <a:pt x="341" y="9337"/>
                    </a:moveTo>
                    <a:cubicBezTo>
                      <a:pt x="3349" y="4417"/>
                      <a:pt x="8132" y="3255"/>
                      <a:pt x="13395" y="2913"/>
                    </a:cubicBezTo>
                    <a:cubicBezTo>
                      <a:pt x="17768" y="-982"/>
                      <a:pt x="22142" y="-982"/>
                      <a:pt x="26516" y="2981"/>
                    </a:cubicBezTo>
                    <a:cubicBezTo>
                      <a:pt x="29728" y="6262"/>
                      <a:pt x="28361" y="8449"/>
                      <a:pt x="24808" y="10294"/>
                    </a:cubicBezTo>
                    <a:cubicBezTo>
                      <a:pt x="20912" y="12276"/>
                      <a:pt x="17085" y="14326"/>
                      <a:pt x="13258" y="16376"/>
                    </a:cubicBezTo>
                    <a:cubicBezTo>
                      <a:pt x="8815" y="16171"/>
                      <a:pt x="4441" y="15966"/>
                      <a:pt x="0" y="15830"/>
                    </a:cubicBezTo>
                    <a:cubicBezTo>
                      <a:pt x="410" y="13643"/>
                      <a:pt x="478" y="11456"/>
                      <a:pt x="341" y="93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5" name="Google Shape;3225;p8"/>
              <p:cNvSpPr/>
              <p:nvPr/>
            </p:nvSpPr>
            <p:spPr>
              <a:xfrm>
                <a:off x="9947742" y="3145846"/>
                <a:ext cx="13258" cy="334596"/>
              </a:xfrm>
              <a:custGeom>
                <a:rect b="b" l="l" r="r" t="t"/>
                <a:pathLst>
                  <a:path extrusionOk="0" h="334596" w="13258">
                    <a:moveTo>
                      <a:pt x="13259" y="334597"/>
                    </a:moveTo>
                    <a:cubicBezTo>
                      <a:pt x="8885" y="334597"/>
                      <a:pt x="4511" y="334597"/>
                      <a:pt x="137" y="334528"/>
                    </a:cubicBezTo>
                    <a:cubicBezTo>
                      <a:pt x="68" y="223133"/>
                      <a:pt x="68" y="111737"/>
                      <a:pt x="0" y="342"/>
                    </a:cubicBezTo>
                    <a:cubicBezTo>
                      <a:pt x="4374" y="205"/>
                      <a:pt x="8816" y="137"/>
                      <a:pt x="13259" y="0"/>
                    </a:cubicBezTo>
                    <a:cubicBezTo>
                      <a:pt x="13259" y="111532"/>
                      <a:pt x="13259" y="223064"/>
                      <a:pt x="13259" y="33459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sp>
          <p:nvSpPr>
            <p:cNvPr id="3226" name="Google Shape;3226;p8"/>
            <p:cNvSpPr/>
            <p:nvPr/>
          </p:nvSpPr>
          <p:spPr>
            <a:xfrm rot="-969350">
              <a:off x="10621859" y="2549010"/>
              <a:ext cx="939016" cy="52348"/>
            </a:xfrm>
            <a:custGeom>
              <a:rect b="b" l="l" r="r" t="t"/>
              <a:pathLst>
                <a:path extrusionOk="0" h="55582" w="997024">
                  <a:moveTo>
                    <a:pt x="970098" y="16355"/>
                  </a:moveTo>
                  <a:cubicBezTo>
                    <a:pt x="976727" y="24897"/>
                    <a:pt x="983356" y="33440"/>
                    <a:pt x="990053" y="41982"/>
                  </a:cubicBezTo>
                  <a:cubicBezTo>
                    <a:pt x="992241" y="44306"/>
                    <a:pt x="993676" y="47381"/>
                    <a:pt x="996819" y="48748"/>
                  </a:cubicBezTo>
                  <a:cubicBezTo>
                    <a:pt x="996819" y="48748"/>
                    <a:pt x="997024" y="48612"/>
                    <a:pt x="997024" y="48612"/>
                  </a:cubicBezTo>
                  <a:cubicBezTo>
                    <a:pt x="993266" y="52917"/>
                    <a:pt x="988482" y="55241"/>
                    <a:pt x="982741" y="55377"/>
                  </a:cubicBezTo>
                  <a:cubicBezTo>
                    <a:pt x="975087" y="55514"/>
                    <a:pt x="967433" y="55582"/>
                    <a:pt x="959847" y="55582"/>
                  </a:cubicBezTo>
                  <a:cubicBezTo>
                    <a:pt x="649785" y="55582"/>
                    <a:pt x="339790" y="55582"/>
                    <a:pt x="29728" y="55582"/>
                  </a:cubicBezTo>
                  <a:cubicBezTo>
                    <a:pt x="19887" y="55582"/>
                    <a:pt x="10114" y="55036"/>
                    <a:pt x="274" y="54762"/>
                  </a:cubicBezTo>
                  <a:cubicBezTo>
                    <a:pt x="205" y="41846"/>
                    <a:pt x="68" y="28929"/>
                    <a:pt x="0" y="15945"/>
                  </a:cubicBezTo>
                  <a:cubicBezTo>
                    <a:pt x="16676" y="1320"/>
                    <a:pt x="37178" y="5147"/>
                    <a:pt x="56450" y="5078"/>
                  </a:cubicBezTo>
                  <a:cubicBezTo>
                    <a:pt x="255390" y="4805"/>
                    <a:pt x="454261" y="4873"/>
                    <a:pt x="653202" y="4942"/>
                  </a:cubicBezTo>
                  <a:cubicBezTo>
                    <a:pt x="675071" y="4942"/>
                    <a:pt x="696939" y="4942"/>
                    <a:pt x="718604" y="2481"/>
                  </a:cubicBezTo>
                  <a:cubicBezTo>
                    <a:pt x="724891" y="-115"/>
                    <a:pt x="731998" y="-1414"/>
                    <a:pt x="737534" y="2345"/>
                  </a:cubicBezTo>
                  <a:cubicBezTo>
                    <a:pt x="761727" y="19020"/>
                    <a:pt x="789268" y="16833"/>
                    <a:pt x="816331" y="17516"/>
                  </a:cubicBezTo>
                  <a:cubicBezTo>
                    <a:pt x="867587" y="20387"/>
                    <a:pt x="918843" y="20182"/>
                    <a:pt x="970098" y="163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7" name="Google Shape;3227;p8"/>
            <p:cNvSpPr/>
            <p:nvPr/>
          </p:nvSpPr>
          <p:spPr>
            <a:xfrm rot="-969350">
              <a:off x="10006705" y="2601676"/>
              <a:ext cx="70028" cy="179122"/>
            </a:xfrm>
            <a:custGeom>
              <a:rect b="b" l="l" r="r" t="t"/>
              <a:pathLst>
                <a:path extrusionOk="0" h="190188" w="74354">
                  <a:moveTo>
                    <a:pt x="0" y="338"/>
                  </a:moveTo>
                  <a:cubicBezTo>
                    <a:pt x="11687" y="-1439"/>
                    <a:pt x="21870" y="4233"/>
                    <a:pt x="32599" y="7035"/>
                  </a:cubicBezTo>
                  <a:cubicBezTo>
                    <a:pt x="32667" y="51047"/>
                    <a:pt x="32530" y="94990"/>
                    <a:pt x="32941" y="139001"/>
                  </a:cubicBezTo>
                  <a:cubicBezTo>
                    <a:pt x="33078" y="153216"/>
                    <a:pt x="33692" y="153285"/>
                    <a:pt x="52828" y="157454"/>
                  </a:cubicBezTo>
                  <a:cubicBezTo>
                    <a:pt x="48727" y="160529"/>
                    <a:pt x="44558" y="163672"/>
                    <a:pt x="40253" y="166885"/>
                  </a:cubicBezTo>
                  <a:cubicBezTo>
                    <a:pt x="45720" y="171805"/>
                    <a:pt x="52212" y="168593"/>
                    <a:pt x="58022" y="169413"/>
                  </a:cubicBezTo>
                  <a:cubicBezTo>
                    <a:pt x="63011" y="170097"/>
                    <a:pt x="68341" y="169140"/>
                    <a:pt x="74355" y="174334"/>
                  </a:cubicBezTo>
                  <a:cubicBezTo>
                    <a:pt x="52828" y="179938"/>
                    <a:pt x="33009" y="185063"/>
                    <a:pt x="13259" y="190189"/>
                  </a:cubicBezTo>
                  <a:cubicBezTo>
                    <a:pt x="4237" y="182740"/>
                    <a:pt x="6630" y="172352"/>
                    <a:pt x="6561" y="162784"/>
                  </a:cubicBezTo>
                  <a:cubicBezTo>
                    <a:pt x="6356" y="120208"/>
                    <a:pt x="6424" y="77700"/>
                    <a:pt x="6561" y="35123"/>
                  </a:cubicBezTo>
                  <a:cubicBezTo>
                    <a:pt x="6561" y="23027"/>
                    <a:pt x="6834" y="11068"/>
                    <a:pt x="0" y="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8" name="Google Shape;3228;p8"/>
            <p:cNvSpPr/>
            <p:nvPr/>
          </p:nvSpPr>
          <p:spPr>
            <a:xfrm rot="-969350">
              <a:off x="10078320" y="2832135"/>
              <a:ext cx="46774" cy="17781"/>
            </a:xfrm>
            <a:custGeom>
              <a:rect b="b" l="l" r="r" t="t"/>
              <a:pathLst>
                <a:path extrusionOk="0" h="18879" w="49663">
                  <a:moveTo>
                    <a:pt x="10846" y="18862"/>
                  </a:moveTo>
                  <a:cubicBezTo>
                    <a:pt x="9753" y="18794"/>
                    <a:pt x="8454" y="19067"/>
                    <a:pt x="7634" y="18589"/>
                  </a:cubicBezTo>
                  <a:cubicBezTo>
                    <a:pt x="5037" y="17085"/>
                    <a:pt x="1415" y="15787"/>
                    <a:pt x="390" y="13463"/>
                  </a:cubicBezTo>
                  <a:cubicBezTo>
                    <a:pt x="-1182" y="9841"/>
                    <a:pt x="2303" y="8132"/>
                    <a:pt x="5379" y="6561"/>
                  </a:cubicBezTo>
                  <a:cubicBezTo>
                    <a:pt x="9137" y="4647"/>
                    <a:pt x="12691" y="2255"/>
                    <a:pt x="16313" y="0"/>
                  </a:cubicBezTo>
                  <a:cubicBezTo>
                    <a:pt x="25676" y="2050"/>
                    <a:pt x="35107" y="4032"/>
                    <a:pt x="44470" y="6356"/>
                  </a:cubicBezTo>
                  <a:cubicBezTo>
                    <a:pt x="46246" y="6766"/>
                    <a:pt x="47750" y="8611"/>
                    <a:pt x="49664" y="10114"/>
                  </a:cubicBezTo>
                  <a:cubicBezTo>
                    <a:pt x="40506" y="14488"/>
                    <a:pt x="30870" y="11891"/>
                    <a:pt x="21644" y="12916"/>
                  </a:cubicBezTo>
                  <a:cubicBezTo>
                    <a:pt x="17065" y="13395"/>
                    <a:pt x="13443" y="15035"/>
                    <a:pt x="10846" y="188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9" name="Google Shape;3229;p8"/>
            <p:cNvSpPr/>
            <p:nvPr/>
          </p:nvSpPr>
          <p:spPr>
            <a:xfrm rot="-969350">
              <a:off x="10218314" y="2667371"/>
              <a:ext cx="15150" cy="11485"/>
            </a:xfrm>
            <a:custGeom>
              <a:rect b="b" l="l" r="r" t="t"/>
              <a:pathLst>
                <a:path extrusionOk="0" h="12194" w="16086">
                  <a:moveTo>
                    <a:pt x="0" y="0"/>
                  </a:moveTo>
                  <a:cubicBezTo>
                    <a:pt x="4716" y="1845"/>
                    <a:pt x="9431" y="3759"/>
                    <a:pt x="14147" y="5604"/>
                  </a:cubicBezTo>
                  <a:cubicBezTo>
                    <a:pt x="16539" y="8064"/>
                    <a:pt x="17222" y="10798"/>
                    <a:pt x="13259" y="11755"/>
                  </a:cubicBezTo>
                  <a:cubicBezTo>
                    <a:pt x="8270" y="13053"/>
                    <a:pt x="3827" y="11481"/>
                    <a:pt x="820" y="6971"/>
                  </a:cubicBezTo>
                  <a:cubicBezTo>
                    <a:pt x="547" y="4647"/>
                    <a:pt x="274" y="2324"/>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0" name="Google Shape;3230;p8"/>
            <p:cNvSpPr/>
            <p:nvPr/>
          </p:nvSpPr>
          <p:spPr>
            <a:xfrm rot="-969350">
              <a:off x="10023610" y="2795690"/>
              <a:ext cx="7209" cy="5084"/>
            </a:xfrm>
            <a:custGeom>
              <a:rect b="b" l="l" r="r" t="t"/>
              <a:pathLst>
                <a:path extrusionOk="0" h="5398" w="7654">
                  <a:moveTo>
                    <a:pt x="0" y="5399"/>
                  </a:moveTo>
                  <a:cubicBezTo>
                    <a:pt x="2529" y="3622"/>
                    <a:pt x="5057" y="1777"/>
                    <a:pt x="7654" y="0"/>
                  </a:cubicBezTo>
                  <a:cubicBezTo>
                    <a:pt x="5057" y="1777"/>
                    <a:pt x="2529" y="3622"/>
                    <a:pt x="0" y="539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1" name="Google Shape;3231;p8"/>
            <p:cNvSpPr/>
            <p:nvPr/>
          </p:nvSpPr>
          <p:spPr>
            <a:xfrm rot="-969350">
              <a:off x="10039829" y="2829539"/>
              <a:ext cx="7080" cy="4956"/>
            </a:xfrm>
            <a:custGeom>
              <a:rect b="b" l="l" r="r" t="t"/>
              <a:pathLst>
                <a:path extrusionOk="0" h="5262" w="7517">
                  <a:moveTo>
                    <a:pt x="7517" y="5262"/>
                  </a:moveTo>
                  <a:cubicBezTo>
                    <a:pt x="4989" y="3485"/>
                    <a:pt x="2460" y="1777"/>
                    <a:pt x="0" y="0"/>
                  </a:cubicBezTo>
                  <a:cubicBezTo>
                    <a:pt x="2460" y="1777"/>
                    <a:pt x="4989" y="3485"/>
                    <a:pt x="7517" y="52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2" name="Google Shape;3232;p8"/>
            <p:cNvSpPr/>
            <p:nvPr/>
          </p:nvSpPr>
          <p:spPr>
            <a:xfrm rot="-969350">
              <a:off x="10585504" y="2434426"/>
              <a:ext cx="934059" cy="35387"/>
            </a:xfrm>
            <a:custGeom>
              <a:rect b="b" l="l" r="r" t="t"/>
              <a:pathLst>
                <a:path extrusionOk="0" h="37573" w="991761">
                  <a:moveTo>
                    <a:pt x="991762" y="405"/>
                  </a:moveTo>
                  <a:cubicBezTo>
                    <a:pt x="989233" y="6146"/>
                    <a:pt x="984928" y="10314"/>
                    <a:pt x="979734" y="13663"/>
                  </a:cubicBezTo>
                  <a:cubicBezTo>
                    <a:pt x="973379" y="15508"/>
                    <a:pt x="974540" y="22616"/>
                    <a:pt x="970918" y="26374"/>
                  </a:cubicBezTo>
                  <a:lnTo>
                    <a:pt x="970986" y="26306"/>
                  </a:lnTo>
                  <a:cubicBezTo>
                    <a:pt x="952055" y="41683"/>
                    <a:pt x="929435" y="36557"/>
                    <a:pt x="908044" y="37036"/>
                  </a:cubicBezTo>
                  <a:cubicBezTo>
                    <a:pt x="880845" y="37651"/>
                    <a:pt x="853508" y="38061"/>
                    <a:pt x="826377" y="35532"/>
                  </a:cubicBezTo>
                  <a:cubicBezTo>
                    <a:pt x="804576" y="34097"/>
                    <a:pt x="783186" y="27468"/>
                    <a:pt x="761043" y="29723"/>
                  </a:cubicBezTo>
                  <a:cubicBezTo>
                    <a:pt x="753663" y="29928"/>
                    <a:pt x="746555" y="31500"/>
                    <a:pt x="739584" y="34029"/>
                  </a:cubicBezTo>
                  <a:cubicBezTo>
                    <a:pt x="735757" y="35259"/>
                    <a:pt x="731930" y="36147"/>
                    <a:pt x="728035" y="36967"/>
                  </a:cubicBezTo>
                  <a:cubicBezTo>
                    <a:pt x="497726" y="37924"/>
                    <a:pt x="267418" y="37651"/>
                    <a:pt x="37109" y="36831"/>
                  </a:cubicBezTo>
                  <a:cubicBezTo>
                    <a:pt x="23441" y="36762"/>
                    <a:pt x="5057" y="40931"/>
                    <a:pt x="0" y="19677"/>
                  </a:cubicBezTo>
                  <a:cubicBezTo>
                    <a:pt x="0" y="13116"/>
                    <a:pt x="0" y="6556"/>
                    <a:pt x="0" y="63"/>
                  </a:cubicBezTo>
                  <a:cubicBezTo>
                    <a:pt x="318605" y="63"/>
                    <a:pt x="637210" y="63"/>
                    <a:pt x="955814" y="63"/>
                  </a:cubicBezTo>
                  <a:cubicBezTo>
                    <a:pt x="967774" y="-142"/>
                    <a:pt x="979734" y="200"/>
                    <a:pt x="991762" y="40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3" name="Google Shape;3233;p8"/>
            <p:cNvSpPr/>
            <p:nvPr/>
          </p:nvSpPr>
          <p:spPr>
            <a:xfrm rot="-969350">
              <a:off x="10590981" y="2485495"/>
              <a:ext cx="704599" cy="48041"/>
            </a:xfrm>
            <a:custGeom>
              <a:rect b="b" l="l" r="r" t="t"/>
              <a:pathLst>
                <a:path extrusionOk="0" h="51008" w="748126">
                  <a:moveTo>
                    <a:pt x="6492" y="0"/>
                  </a:moveTo>
                  <a:cubicBezTo>
                    <a:pt x="10251" y="4442"/>
                    <a:pt x="15171" y="6424"/>
                    <a:pt x="20912" y="6424"/>
                  </a:cubicBezTo>
                  <a:cubicBezTo>
                    <a:pt x="30753" y="6492"/>
                    <a:pt x="40594" y="6561"/>
                    <a:pt x="50436" y="6561"/>
                  </a:cubicBezTo>
                  <a:cubicBezTo>
                    <a:pt x="263522" y="6561"/>
                    <a:pt x="476609" y="6697"/>
                    <a:pt x="689695" y="6356"/>
                  </a:cubicBezTo>
                  <a:cubicBezTo>
                    <a:pt x="709172" y="6356"/>
                    <a:pt x="728650" y="10593"/>
                    <a:pt x="748127" y="6902"/>
                  </a:cubicBezTo>
                  <a:cubicBezTo>
                    <a:pt x="747716" y="30548"/>
                    <a:pt x="733365" y="42166"/>
                    <a:pt x="712453" y="48180"/>
                  </a:cubicBezTo>
                  <a:cubicBezTo>
                    <a:pt x="698443" y="51324"/>
                    <a:pt x="684297" y="50777"/>
                    <a:pt x="670150" y="50777"/>
                  </a:cubicBezTo>
                  <a:cubicBezTo>
                    <a:pt x="467656" y="50846"/>
                    <a:pt x="265230" y="50914"/>
                    <a:pt x="62736" y="50709"/>
                  </a:cubicBezTo>
                  <a:cubicBezTo>
                    <a:pt x="43465" y="50709"/>
                    <a:pt x="23099" y="53921"/>
                    <a:pt x="6629" y="39296"/>
                  </a:cubicBezTo>
                  <a:cubicBezTo>
                    <a:pt x="7175" y="27815"/>
                    <a:pt x="6082" y="16743"/>
                    <a:pt x="0" y="6629"/>
                  </a:cubicBezTo>
                  <a:cubicBezTo>
                    <a:pt x="0" y="4442"/>
                    <a:pt x="0" y="2255"/>
                    <a:pt x="0" y="68"/>
                  </a:cubicBezTo>
                  <a:cubicBezTo>
                    <a:pt x="2187" y="0"/>
                    <a:pt x="4374" y="0"/>
                    <a:pt x="649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4" name="Google Shape;3234;p8"/>
            <p:cNvSpPr/>
            <p:nvPr/>
          </p:nvSpPr>
          <p:spPr>
            <a:xfrm rot="-969350">
              <a:off x="10607312" y="2523275"/>
              <a:ext cx="676925" cy="46596"/>
            </a:xfrm>
            <a:custGeom>
              <a:rect b="b" l="l" r="r" t="t"/>
              <a:pathLst>
                <a:path extrusionOk="0" h="49474" w="718743">
                  <a:moveTo>
                    <a:pt x="274" y="0"/>
                  </a:moveTo>
                  <a:cubicBezTo>
                    <a:pt x="238578" y="0"/>
                    <a:pt x="476882" y="68"/>
                    <a:pt x="715187" y="68"/>
                  </a:cubicBezTo>
                  <a:cubicBezTo>
                    <a:pt x="717647" y="3212"/>
                    <a:pt x="718809" y="6697"/>
                    <a:pt x="718741" y="10729"/>
                  </a:cubicBezTo>
                  <a:cubicBezTo>
                    <a:pt x="716758" y="24261"/>
                    <a:pt x="717647" y="39228"/>
                    <a:pt x="701861" y="46267"/>
                  </a:cubicBezTo>
                  <a:cubicBezTo>
                    <a:pt x="691336" y="50435"/>
                    <a:pt x="680265" y="49274"/>
                    <a:pt x="669467" y="49274"/>
                  </a:cubicBezTo>
                  <a:cubicBezTo>
                    <a:pt x="460891" y="49342"/>
                    <a:pt x="252315" y="49342"/>
                    <a:pt x="43738" y="49274"/>
                  </a:cubicBezTo>
                  <a:cubicBezTo>
                    <a:pt x="28635" y="49274"/>
                    <a:pt x="12780" y="51734"/>
                    <a:pt x="410" y="39433"/>
                  </a:cubicBezTo>
                  <a:cubicBezTo>
                    <a:pt x="274" y="35127"/>
                    <a:pt x="137" y="30890"/>
                    <a:pt x="0" y="26585"/>
                  </a:cubicBezTo>
                  <a:cubicBezTo>
                    <a:pt x="68" y="17700"/>
                    <a:pt x="205" y="8816"/>
                    <a:pt x="2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5" name="Google Shape;3235;p8"/>
            <p:cNvSpPr/>
            <p:nvPr/>
          </p:nvSpPr>
          <p:spPr>
            <a:xfrm rot="-969350">
              <a:off x="11682031" y="2416565"/>
              <a:ext cx="6178" cy="6823"/>
            </a:xfrm>
            <a:custGeom>
              <a:rect b="b" l="l" r="r" t="t"/>
              <a:pathLst>
                <a:path extrusionOk="0" h="7244" w="6560">
                  <a:moveTo>
                    <a:pt x="0" y="7244"/>
                  </a:moveTo>
                  <a:cubicBezTo>
                    <a:pt x="2187" y="4852"/>
                    <a:pt x="4374" y="2392"/>
                    <a:pt x="6560" y="0"/>
                  </a:cubicBezTo>
                  <a:cubicBezTo>
                    <a:pt x="5809" y="3690"/>
                    <a:pt x="3622" y="6082"/>
                    <a:pt x="0" y="724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6" name="Google Shape;3236;p8"/>
            <p:cNvSpPr/>
            <p:nvPr/>
          </p:nvSpPr>
          <p:spPr>
            <a:xfrm rot="-969350">
              <a:off x="10618771" y="2566646"/>
              <a:ext cx="685649" cy="34020"/>
            </a:xfrm>
            <a:custGeom>
              <a:rect b="b" l="l" r="r" t="t"/>
              <a:pathLst>
                <a:path extrusionOk="0" h="36121" w="728005">
                  <a:moveTo>
                    <a:pt x="727488" y="24024"/>
                  </a:moveTo>
                  <a:cubicBezTo>
                    <a:pt x="726325" y="29696"/>
                    <a:pt x="723865" y="34548"/>
                    <a:pt x="717579" y="35437"/>
                  </a:cubicBezTo>
                  <a:cubicBezTo>
                    <a:pt x="712179" y="36188"/>
                    <a:pt x="706712" y="36120"/>
                    <a:pt x="701245" y="36120"/>
                  </a:cubicBezTo>
                  <a:cubicBezTo>
                    <a:pt x="467587" y="36052"/>
                    <a:pt x="233930" y="35915"/>
                    <a:pt x="273" y="35847"/>
                  </a:cubicBezTo>
                  <a:cubicBezTo>
                    <a:pt x="204" y="27167"/>
                    <a:pt x="68" y="18488"/>
                    <a:pt x="0" y="9809"/>
                  </a:cubicBezTo>
                  <a:cubicBezTo>
                    <a:pt x="8406" y="1403"/>
                    <a:pt x="18998" y="104"/>
                    <a:pt x="30138" y="104"/>
                  </a:cubicBezTo>
                  <a:cubicBezTo>
                    <a:pt x="253339" y="309"/>
                    <a:pt x="476609" y="-511"/>
                    <a:pt x="699809" y="583"/>
                  </a:cubicBezTo>
                  <a:cubicBezTo>
                    <a:pt x="703090" y="583"/>
                    <a:pt x="706302" y="1335"/>
                    <a:pt x="709514" y="1813"/>
                  </a:cubicBezTo>
                  <a:cubicBezTo>
                    <a:pt x="720380" y="5367"/>
                    <a:pt x="730427" y="9467"/>
                    <a:pt x="727488" y="240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7" name="Google Shape;3237;p8"/>
            <p:cNvSpPr/>
            <p:nvPr/>
          </p:nvSpPr>
          <p:spPr>
            <a:xfrm rot="-969350">
              <a:off x="10614030" y="2559265"/>
              <a:ext cx="676162" cy="18794"/>
            </a:xfrm>
            <a:custGeom>
              <a:rect b="b" l="l" r="r" t="t"/>
              <a:pathLst>
                <a:path extrusionOk="0" h="19955" w="717932">
                  <a:moveTo>
                    <a:pt x="716758" y="19477"/>
                  </a:moveTo>
                  <a:cubicBezTo>
                    <a:pt x="666597" y="19614"/>
                    <a:pt x="616434" y="19956"/>
                    <a:pt x="566272" y="19956"/>
                  </a:cubicBezTo>
                  <a:cubicBezTo>
                    <a:pt x="377583" y="19956"/>
                    <a:pt x="188894" y="19887"/>
                    <a:pt x="205" y="19887"/>
                  </a:cubicBezTo>
                  <a:cubicBezTo>
                    <a:pt x="137" y="13326"/>
                    <a:pt x="68" y="6834"/>
                    <a:pt x="0" y="273"/>
                  </a:cubicBezTo>
                  <a:cubicBezTo>
                    <a:pt x="235913" y="205"/>
                    <a:pt x="471893" y="137"/>
                    <a:pt x="707805" y="0"/>
                  </a:cubicBezTo>
                  <a:cubicBezTo>
                    <a:pt x="713136" y="2255"/>
                    <a:pt x="715733" y="6766"/>
                    <a:pt x="717647" y="11823"/>
                  </a:cubicBezTo>
                  <a:cubicBezTo>
                    <a:pt x="718193" y="14420"/>
                    <a:pt x="717988" y="17017"/>
                    <a:pt x="716758" y="19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8" name="Google Shape;3238;p8"/>
            <p:cNvSpPr/>
            <p:nvPr/>
          </p:nvSpPr>
          <p:spPr>
            <a:xfrm rot="-969350">
              <a:off x="11350253" y="2353383"/>
              <a:ext cx="142577" cy="41677"/>
            </a:xfrm>
            <a:custGeom>
              <a:rect b="b" l="l" r="r" t="t"/>
              <a:pathLst>
                <a:path extrusionOk="0" h="44252" w="151384">
                  <a:moveTo>
                    <a:pt x="10" y="0"/>
                  </a:moveTo>
                  <a:cubicBezTo>
                    <a:pt x="50446" y="0"/>
                    <a:pt x="100949" y="0"/>
                    <a:pt x="151384" y="0"/>
                  </a:cubicBezTo>
                  <a:cubicBezTo>
                    <a:pt x="146943" y="10866"/>
                    <a:pt x="142569" y="21801"/>
                    <a:pt x="138126" y="32667"/>
                  </a:cubicBezTo>
                  <a:cubicBezTo>
                    <a:pt x="104571" y="51666"/>
                    <a:pt x="68966" y="41961"/>
                    <a:pt x="33907" y="40321"/>
                  </a:cubicBezTo>
                  <a:cubicBezTo>
                    <a:pt x="16411" y="32120"/>
                    <a:pt x="-469" y="23373"/>
                    <a:pt x="1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39" name="Google Shape;3239;p8"/>
            <p:cNvSpPr/>
            <p:nvPr/>
          </p:nvSpPr>
          <p:spPr>
            <a:xfrm rot="-969350">
              <a:off x="11379095" y="2381756"/>
              <a:ext cx="110499" cy="47327"/>
            </a:xfrm>
            <a:custGeom>
              <a:rect b="b" l="l" r="r" t="t"/>
              <a:pathLst>
                <a:path extrusionOk="0" h="50251" w="117325">
                  <a:moveTo>
                    <a:pt x="5998" y="0"/>
                  </a:moveTo>
                  <a:cubicBezTo>
                    <a:pt x="43107" y="0"/>
                    <a:pt x="80216" y="68"/>
                    <a:pt x="117325" y="68"/>
                  </a:cubicBezTo>
                  <a:cubicBezTo>
                    <a:pt x="117188" y="2324"/>
                    <a:pt x="117051" y="4510"/>
                    <a:pt x="116846" y="6766"/>
                  </a:cubicBezTo>
                  <a:cubicBezTo>
                    <a:pt x="110217" y="51256"/>
                    <a:pt x="110217" y="51461"/>
                    <a:pt x="61285" y="49752"/>
                  </a:cubicBezTo>
                  <a:cubicBezTo>
                    <a:pt x="43175" y="49137"/>
                    <a:pt x="23903" y="52827"/>
                    <a:pt x="8731" y="38202"/>
                  </a:cubicBezTo>
                  <a:cubicBezTo>
                    <a:pt x="1077" y="25969"/>
                    <a:pt x="-5005" y="13600"/>
                    <a:pt x="599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0" name="Google Shape;3240;p8"/>
            <p:cNvSpPr/>
            <p:nvPr/>
          </p:nvSpPr>
          <p:spPr>
            <a:xfrm rot="-969350">
              <a:off x="11367086" y="2435984"/>
              <a:ext cx="148875" cy="38454"/>
            </a:xfrm>
            <a:custGeom>
              <a:rect b="b" l="l" r="r" t="t"/>
              <a:pathLst>
                <a:path extrusionOk="0" h="40829" w="158072">
                  <a:moveTo>
                    <a:pt x="158072" y="27883"/>
                  </a:moveTo>
                  <a:cubicBezTo>
                    <a:pt x="156773" y="34785"/>
                    <a:pt x="153630" y="40116"/>
                    <a:pt x="145839" y="40321"/>
                  </a:cubicBezTo>
                  <a:cubicBezTo>
                    <a:pt x="132991" y="40663"/>
                    <a:pt x="120074" y="40799"/>
                    <a:pt x="107226" y="40799"/>
                  </a:cubicBezTo>
                  <a:cubicBezTo>
                    <a:pt x="79344" y="40868"/>
                    <a:pt x="51460" y="40799"/>
                    <a:pt x="23509" y="40799"/>
                  </a:cubicBezTo>
                  <a:cubicBezTo>
                    <a:pt x="14966" y="40799"/>
                    <a:pt x="6150" y="41551"/>
                    <a:pt x="0" y="33555"/>
                  </a:cubicBezTo>
                  <a:cubicBezTo>
                    <a:pt x="137" y="31984"/>
                    <a:pt x="273" y="30480"/>
                    <a:pt x="410" y="28908"/>
                  </a:cubicBezTo>
                  <a:cubicBezTo>
                    <a:pt x="1366" y="25833"/>
                    <a:pt x="2733" y="23031"/>
                    <a:pt x="4510" y="20366"/>
                  </a:cubicBezTo>
                  <a:cubicBezTo>
                    <a:pt x="12028" y="11413"/>
                    <a:pt x="19955" y="3280"/>
                    <a:pt x="33077" y="4442"/>
                  </a:cubicBezTo>
                  <a:cubicBezTo>
                    <a:pt x="70733" y="3964"/>
                    <a:pt x="108457" y="7518"/>
                    <a:pt x="145771" y="0"/>
                  </a:cubicBezTo>
                  <a:cubicBezTo>
                    <a:pt x="152810" y="8064"/>
                    <a:pt x="153698" y="18725"/>
                    <a:pt x="158072" y="278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1" name="Google Shape;3241;p8"/>
            <p:cNvSpPr/>
            <p:nvPr/>
          </p:nvSpPr>
          <p:spPr>
            <a:xfrm rot="-969350">
              <a:off x="11379513" y="2387969"/>
              <a:ext cx="114661" cy="62025"/>
            </a:xfrm>
            <a:custGeom>
              <a:rect b="b" l="l" r="r" t="t"/>
              <a:pathLst>
                <a:path extrusionOk="0" h="65857" w="121744">
                  <a:moveTo>
                    <a:pt x="121744" y="50846"/>
                  </a:moveTo>
                  <a:cubicBezTo>
                    <a:pt x="120036" y="57133"/>
                    <a:pt x="118053" y="64240"/>
                    <a:pt x="110331" y="64445"/>
                  </a:cubicBezTo>
                  <a:cubicBezTo>
                    <a:pt x="76160" y="65471"/>
                    <a:pt x="41990" y="67589"/>
                    <a:pt x="7888" y="63147"/>
                  </a:cubicBezTo>
                  <a:cubicBezTo>
                    <a:pt x="6111" y="62942"/>
                    <a:pt x="4539" y="60618"/>
                    <a:pt x="2899" y="59320"/>
                  </a:cubicBezTo>
                  <a:cubicBezTo>
                    <a:pt x="-1953" y="44627"/>
                    <a:pt x="-2431" y="31505"/>
                    <a:pt x="15201" y="24944"/>
                  </a:cubicBezTo>
                  <a:cubicBezTo>
                    <a:pt x="20190" y="32052"/>
                    <a:pt x="27639" y="32667"/>
                    <a:pt x="35361" y="32667"/>
                  </a:cubicBezTo>
                  <a:cubicBezTo>
                    <a:pt x="50464" y="32667"/>
                    <a:pt x="65705" y="33829"/>
                    <a:pt x="80671" y="32325"/>
                  </a:cubicBezTo>
                  <a:cubicBezTo>
                    <a:pt x="91196" y="31300"/>
                    <a:pt x="103087" y="42850"/>
                    <a:pt x="110878" y="32735"/>
                  </a:cubicBezTo>
                  <a:cubicBezTo>
                    <a:pt x="116072" y="26106"/>
                    <a:pt x="114568" y="14352"/>
                    <a:pt x="116482" y="4989"/>
                  </a:cubicBezTo>
                  <a:cubicBezTo>
                    <a:pt x="116824" y="3144"/>
                    <a:pt x="119079" y="1640"/>
                    <a:pt x="120445" y="0"/>
                  </a:cubicBezTo>
                  <a:cubicBezTo>
                    <a:pt x="120924" y="16949"/>
                    <a:pt x="121334" y="33897"/>
                    <a:pt x="121744" y="5084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2" name="Google Shape;3242;p8"/>
            <p:cNvSpPr/>
            <p:nvPr/>
          </p:nvSpPr>
          <p:spPr>
            <a:xfrm rot="-969350">
              <a:off x="11482343" y="2321560"/>
              <a:ext cx="8303" cy="11971"/>
            </a:xfrm>
            <a:custGeom>
              <a:rect b="b" l="l" r="r" t="t"/>
              <a:pathLst>
                <a:path extrusionOk="0" h="12711" w="8816">
                  <a:moveTo>
                    <a:pt x="0" y="12711"/>
                  </a:moveTo>
                  <a:cubicBezTo>
                    <a:pt x="137" y="6561"/>
                    <a:pt x="1845" y="1435"/>
                    <a:pt x="8816" y="0"/>
                  </a:cubicBezTo>
                  <a:cubicBezTo>
                    <a:pt x="7176" y="5126"/>
                    <a:pt x="5058" y="9910"/>
                    <a:pt x="0" y="1271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3" name="Google Shape;3243;p8"/>
            <p:cNvSpPr/>
            <p:nvPr/>
          </p:nvSpPr>
          <p:spPr>
            <a:xfrm rot="-969350">
              <a:off x="11540446" y="2458215"/>
              <a:ext cx="6372" cy="6372"/>
            </a:xfrm>
            <a:custGeom>
              <a:rect b="b" l="l" r="r" t="t"/>
              <a:pathLst>
                <a:path extrusionOk="0" h="6765" w="6765">
                  <a:moveTo>
                    <a:pt x="6766" y="6766"/>
                  </a:moveTo>
                  <a:cubicBezTo>
                    <a:pt x="4511" y="4511"/>
                    <a:pt x="2256" y="2255"/>
                    <a:pt x="0" y="0"/>
                  </a:cubicBezTo>
                  <a:cubicBezTo>
                    <a:pt x="2256" y="2255"/>
                    <a:pt x="4511" y="4511"/>
                    <a:pt x="6766" y="676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4" name="Google Shape;3244;p8"/>
            <p:cNvSpPr/>
            <p:nvPr/>
          </p:nvSpPr>
          <p:spPr>
            <a:xfrm rot="-969350">
              <a:off x="11275419" y="2386736"/>
              <a:ext cx="12551" cy="6439"/>
            </a:xfrm>
            <a:custGeom>
              <a:rect b="b" l="l" r="r" t="t"/>
              <a:pathLst>
                <a:path extrusionOk="0" h="6836" w="13326">
                  <a:moveTo>
                    <a:pt x="13327" y="2"/>
                  </a:moveTo>
                  <a:cubicBezTo>
                    <a:pt x="10046" y="4513"/>
                    <a:pt x="5399" y="6426"/>
                    <a:pt x="0" y="6836"/>
                  </a:cubicBezTo>
                  <a:cubicBezTo>
                    <a:pt x="2734" y="1301"/>
                    <a:pt x="7723" y="-66"/>
                    <a:pt x="13327" y="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5" name="Google Shape;3245;p8"/>
            <p:cNvSpPr/>
            <p:nvPr/>
          </p:nvSpPr>
          <p:spPr>
            <a:xfrm rot="-969350">
              <a:off x="11262450" y="2437241"/>
              <a:ext cx="6372" cy="42995"/>
            </a:xfrm>
            <a:custGeom>
              <a:rect b="b" l="l" r="r" t="t"/>
              <a:pathLst>
                <a:path extrusionOk="0" h="45651" w="6765">
                  <a:moveTo>
                    <a:pt x="6082" y="0"/>
                  </a:moveTo>
                  <a:cubicBezTo>
                    <a:pt x="6288" y="15240"/>
                    <a:pt x="6561" y="30412"/>
                    <a:pt x="6766" y="45652"/>
                  </a:cubicBezTo>
                  <a:cubicBezTo>
                    <a:pt x="1709" y="42645"/>
                    <a:pt x="616" y="37587"/>
                    <a:pt x="0" y="32325"/>
                  </a:cubicBezTo>
                  <a:cubicBezTo>
                    <a:pt x="1640" y="21459"/>
                    <a:pt x="-3417" y="9363"/>
                    <a:pt x="6082"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6" name="Google Shape;3246;p8"/>
            <p:cNvSpPr/>
            <p:nvPr/>
          </p:nvSpPr>
          <p:spPr>
            <a:xfrm rot="-969350">
              <a:off x="11372806" y="2481842"/>
              <a:ext cx="6758" cy="5471"/>
            </a:xfrm>
            <a:custGeom>
              <a:rect b="b" l="l" r="r" t="t"/>
              <a:pathLst>
                <a:path extrusionOk="0" h="5809" w="7175">
                  <a:moveTo>
                    <a:pt x="0" y="5809"/>
                  </a:moveTo>
                  <a:cubicBezTo>
                    <a:pt x="1161" y="2392"/>
                    <a:pt x="3690" y="547"/>
                    <a:pt x="7175" y="0"/>
                  </a:cubicBezTo>
                  <a:cubicBezTo>
                    <a:pt x="4784" y="1982"/>
                    <a:pt x="2392" y="3895"/>
                    <a:pt x="0" y="58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47" name="Google Shape;3247;p8"/>
            <p:cNvSpPr/>
            <p:nvPr/>
          </p:nvSpPr>
          <p:spPr>
            <a:xfrm rot="-969350">
              <a:off x="11464364" y="2246300"/>
              <a:ext cx="234807" cy="234807"/>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248" name="Google Shape;3248;p8"/>
            <p:cNvSpPr/>
            <p:nvPr/>
          </p:nvSpPr>
          <p:spPr>
            <a:xfrm rot="-969350">
              <a:off x="11256423" y="2367279"/>
              <a:ext cx="140614" cy="140614"/>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grpSp>
      <p:sp>
        <p:nvSpPr>
          <p:cNvPr id="3249" name="Google Shape;3249;p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808081"/>
              </a:buClr>
              <a:buSzPts val="1200"/>
              <a:buFont typeface="Open Sans"/>
              <a:buNone/>
            </a:pPr>
            <a:fld id="{00000000-1234-1234-1234-123412341234}" type="slidenum">
              <a:rPr b="0" i="0" lang="en-US" sz="1200" u="none" cap="none" strike="noStrike">
                <a:solidFill>
                  <a:srgbClr val="808081"/>
                </a:solidFill>
                <a:latin typeface="Open Sans"/>
                <a:ea typeface="Open Sans"/>
                <a:cs typeface="Open Sans"/>
                <a:sym typeface="Open Sans"/>
              </a:rPr>
              <a:t>‹#›</a:t>
            </a:fld>
            <a:endParaRPr b="0" i="0" sz="1200" u="none" cap="none" strike="noStrike">
              <a:solidFill>
                <a:srgbClr val="808081"/>
              </a:solidFill>
              <a:latin typeface="Open Sans"/>
              <a:ea typeface="Open Sans"/>
              <a:cs typeface="Open Sans"/>
              <a:sym typeface="Open Sans"/>
            </a:endParaRPr>
          </a:p>
        </p:txBody>
      </p:sp>
      <p:cxnSp>
        <p:nvCxnSpPr>
          <p:cNvPr id="3250" name="Google Shape;3250;p8"/>
          <p:cNvCxnSpPr/>
          <p:nvPr/>
        </p:nvCxnSpPr>
        <p:spPr>
          <a:xfrm rot="10800000">
            <a:off x="1911325" y="5266348"/>
            <a:ext cx="28221" cy="868240"/>
          </a:xfrm>
          <a:prstGeom prst="straightConnector1">
            <a:avLst/>
          </a:prstGeom>
          <a:noFill/>
          <a:ln cap="flat" cmpd="sng" w="19050">
            <a:solidFill>
              <a:srgbClr val="BF2026"/>
            </a:solidFill>
            <a:prstDash val="solid"/>
            <a:miter lim="800000"/>
            <a:headEnd len="sm" w="sm" type="none"/>
            <a:tailEnd len="med" w="med" type="triangle"/>
          </a:ln>
        </p:spPr>
      </p:cxnSp>
      <p:sp>
        <p:nvSpPr>
          <p:cNvPr id="3251" name="Google Shape;3251;p8"/>
          <p:cNvSpPr txBox="1"/>
          <p:nvPr/>
        </p:nvSpPr>
        <p:spPr>
          <a:xfrm>
            <a:off x="1394091" y="6138286"/>
            <a:ext cx="97488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Arial"/>
                <a:ea typeface="Arial"/>
                <a:cs typeface="Arial"/>
                <a:sym typeface="Arial"/>
              </a:rPr>
              <a:t>We are here</a:t>
            </a:r>
            <a:endParaRPr sz="1200">
              <a:solidFill>
                <a:srgbClr val="C00000"/>
              </a:solidFill>
              <a:latin typeface="Arial"/>
              <a:ea typeface="Arial"/>
              <a:cs typeface="Arial"/>
              <a:sym typeface="Arial"/>
            </a:endParaRPr>
          </a:p>
        </p:txBody>
      </p:sp>
      <p:sp>
        <p:nvSpPr>
          <p:cNvPr id="3252" name="Google Shape;3252;p8"/>
          <p:cNvSpPr txBox="1"/>
          <p:nvPr/>
        </p:nvSpPr>
        <p:spPr>
          <a:xfrm>
            <a:off x="191995" y="4800730"/>
            <a:ext cx="1619249" cy="13696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Problem Identification</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Orientation</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Develop Macro Industry-Problem View</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Assemble ‘Real World’ Problems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lang="en-US" sz="1000">
                <a:solidFill>
                  <a:srgbClr val="414042"/>
                </a:solidFill>
                <a:latin typeface="Barlow"/>
                <a:ea typeface="Barlow"/>
                <a:cs typeface="Barlow"/>
                <a:sym typeface="Barlow"/>
              </a:rPr>
              <a:t>Examine Chosen Problems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Analyze Problems</a:t>
            </a:r>
            <a:endParaRPr b="0" i="0" sz="1000" u="none" cap="none" strike="noStrike">
              <a:solidFill>
                <a:srgbClr val="414042"/>
              </a:solidFill>
              <a:latin typeface="Barlow"/>
              <a:ea typeface="Barlow"/>
              <a:cs typeface="Barlow"/>
              <a:sym typeface="Barlow"/>
            </a:endParaRPr>
          </a:p>
        </p:txBody>
      </p:sp>
      <p:sp>
        <p:nvSpPr>
          <p:cNvPr id="3253" name="Google Shape;3253;p8"/>
          <p:cNvSpPr txBox="1"/>
          <p:nvPr/>
        </p:nvSpPr>
        <p:spPr>
          <a:xfrm>
            <a:off x="2304719" y="592696"/>
            <a:ext cx="750942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Open Sans"/>
                <a:ea typeface="Open Sans"/>
                <a:cs typeface="Open Sans"/>
                <a:sym typeface="Open Sans"/>
              </a:rPr>
              <a:t>WADHWANI IGNITE JOURNEY</a:t>
            </a:r>
            <a:endParaRPr b="1" sz="4000">
              <a:solidFill>
                <a:schemeClr val="dk2"/>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7" name="Shape 3257"/>
        <p:cNvGrpSpPr/>
        <p:nvPr/>
      </p:nvGrpSpPr>
      <p:grpSpPr>
        <a:xfrm>
          <a:off x="0" y="0"/>
          <a:ext cx="0" cy="0"/>
          <a:chOff x="0" y="0"/>
          <a:chExt cx="0" cy="0"/>
        </a:xfrm>
      </p:grpSpPr>
      <p:cxnSp>
        <p:nvCxnSpPr>
          <p:cNvPr id="3258" name="Google Shape;3258;p9"/>
          <p:cNvCxnSpPr/>
          <p:nvPr/>
        </p:nvCxnSpPr>
        <p:spPr>
          <a:xfrm flipH="1" rot="10800000">
            <a:off x="2673032" y="1209040"/>
            <a:ext cx="6633528" cy="10160"/>
          </a:xfrm>
          <a:prstGeom prst="straightConnector1">
            <a:avLst/>
          </a:prstGeom>
          <a:noFill/>
          <a:ln cap="flat" cmpd="sng" w="127000">
            <a:solidFill>
              <a:srgbClr val="9F9F9F"/>
            </a:solidFill>
            <a:prstDash val="solid"/>
            <a:miter lim="800000"/>
            <a:headEnd len="sm" w="sm" type="none"/>
            <a:tailEnd len="sm" w="sm" type="none"/>
          </a:ln>
        </p:spPr>
      </p:cxnSp>
      <p:sp>
        <p:nvSpPr>
          <p:cNvPr id="3259" name="Google Shape;3259;p9"/>
          <p:cNvSpPr/>
          <p:nvPr/>
        </p:nvSpPr>
        <p:spPr>
          <a:xfrm>
            <a:off x="8046722" y="1209043"/>
            <a:ext cx="3392170" cy="2489196"/>
          </a:xfrm>
          <a:prstGeom prst="arc">
            <a:avLst>
              <a:gd fmla="val 15361620" name="adj1"/>
              <a:gd fmla="val 6188706"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alibri"/>
              <a:ea typeface="Calibri"/>
              <a:cs typeface="Calibri"/>
              <a:sym typeface="Calibri"/>
            </a:endParaRPr>
          </a:p>
        </p:txBody>
      </p:sp>
      <p:cxnSp>
        <p:nvCxnSpPr>
          <p:cNvPr id="3260" name="Google Shape;3260;p9"/>
          <p:cNvCxnSpPr/>
          <p:nvPr/>
        </p:nvCxnSpPr>
        <p:spPr>
          <a:xfrm>
            <a:off x="3484880" y="3698239"/>
            <a:ext cx="5984240" cy="0"/>
          </a:xfrm>
          <a:prstGeom prst="straightConnector1">
            <a:avLst/>
          </a:prstGeom>
          <a:noFill/>
          <a:ln cap="flat" cmpd="sng" w="127000">
            <a:solidFill>
              <a:srgbClr val="9F9F9F"/>
            </a:solidFill>
            <a:prstDash val="solid"/>
            <a:miter lim="800000"/>
            <a:headEnd len="sm" w="sm" type="none"/>
            <a:tailEnd len="sm" w="sm" type="none"/>
          </a:ln>
        </p:spPr>
      </p:cxnSp>
      <p:sp>
        <p:nvSpPr>
          <p:cNvPr id="3261" name="Google Shape;3261;p9"/>
          <p:cNvSpPr/>
          <p:nvPr/>
        </p:nvSpPr>
        <p:spPr>
          <a:xfrm flipH="1">
            <a:off x="1460813" y="3698241"/>
            <a:ext cx="3278827" cy="2548689"/>
          </a:xfrm>
          <a:prstGeom prst="arc">
            <a:avLst>
              <a:gd fmla="val 16200000" name="adj1"/>
              <a:gd fmla="val 4965785"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alibri"/>
              <a:ea typeface="Calibri"/>
              <a:cs typeface="Calibri"/>
              <a:sym typeface="Calibri"/>
            </a:endParaRPr>
          </a:p>
        </p:txBody>
      </p:sp>
      <p:cxnSp>
        <p:nvCxnSpPr>
          <p:cNvPr id="3262" name="Google Shape;3262;p9"/>
          <p:cNvCxnSpPr/>
          <p:nvPr/>
        </p:nvCxnSpPr>
        <p:spPr>
          <a:xfrm flipH="1" rot="10800000">
            <a:off x="3307079" y="6151883"/>
            <a:ext cx="6365880" cy="25397"/>
          </a:xfrm>
          <a:prstGeom prst="straightConnector1">
            <a:avLst/>
          </a:prstGeom>
          <a:noFill/>
          <a:ln cap="flat" cmpd="sng" w="127000">
            <a:solidFill>
              <a:srgbClr val="9F9F9F"/>
            </a:solidFill>
            <a:prstDash val="solid"/>
            <a:miter lim="800000"/>
            <a:headEnd len="sm" w="sm" type="none"/>
            <a:tailEnd len="sm" w="sm" type="none"/>
          </a:ln>
        </p:spPr>
      </p:cxnSp>
      <p:sp>
        <p:nvSpPr>
          <p:cNvPr id="3263" name="Google Shape;3263;p9"/>
          <p:cNvSpPr/>
          <p:nvPr/>
        </p:nvSpPr>
        <p:spPr>
          <a:xfrm>
            <a:off x="8816342" y="5842002"/>
            <a:ext cx="619758" cy="619758"/>
          </a:xfrm>
          <a:prstGeom prst="ellipse">
            <a:avLst/>
          </a:prstGeom>
          <a:solidFill>
            <a:srgbClr val="E5694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01</a:t>
            </a:r>
            <a:endParaRPr sz="1800">
              <a:solidFill>
                <a:srgbClr val="FFFFFF"/>
              </a:solidFill>
              <a:latin typeface="Calibri"/>
              <a:ea typeface="Calibri"/>
              <a:cs typeface="Calibri"/>
              <a:sym typeface="Calibri"/>
            </a:endParaRPr>
          </a:p>
        </p:txBody>
      </p:sp>
      <p:sp>
        <p:nvSpPr>
          <p:cNvPr id="3264" name="Google Shape;3264;p9"/>
          <p:cNvSpPr/>
          <p:nvPr/>
        </p:nvSpPr>
        <p:spPr>
          <a:xfrm>
            <a:off x="2923540" y="858522"/>
            <a:ext cx="619758" cy="619758"/>
          </a:xfrm>
          <a:prstGeom prst="ellipse">
            <a:avLst/>
          </a:prstGeom>
          <a:solidFill>
            <a:srgbClr val="92D0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12</a:t>
            </a:r>
            <a:endParaRPr sz="1800">
              <a:solidFill>
                <a:srgbClr val="FFFFFF"/>
              </a:solidFill>
              <a:latin typeface="Calibri"/>
              <a:ea typeface="Calibri"/>
              <a:cs typeface="Calibri"/>
              <a:sym typeface="Calibri"/>
            </a:endParaRPr>
          </a:p>
        </p:txBody>
      </p:sp>
      <p:sp>
        <p:nvSpPr>
          <p:cNvPr id="3265" name="Google Shape;3265;p9"/>
          <p:cNvSpPr/>
          <p:nvPr/>
        </p:nvSpPr>
        <p:spPr>
          <a:xfrm>
            <a:off x="5006344" y="858522"/>
            <a:ext cx="619758" cy="619758"/>
          </a:xfrm>
          <a:prstGeom prst="ellipse">
            <a:avLst/>
          </a:prstGeom>
          <a:solidFill>
            <a:srgbClr val="6E757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11</a:t>
            </a:r>
            <a:endParaRPr sz="1800">
              <a:solidFill>
                <a:srgbClr val="FFFFFF"/>
              </a:solidFill>
              <a:latin typeface="Calibri"/>
              <a:ea typeface="Calibri"/>
              <a:cs typeface="Calibri"/>
              <a:sym typeface="Calibri"/>
            </a:endParaRPr>
          </a:p>
        </p:txBody>
      </p:sp>
      <p:sp>
        <p:nvSpPr>
          <p:cNvPr id="3266" name="Google Shape;3266;p9"/>
          <p:cNvSpPr/>
          <p:nvPr/>
        </p:nvSpPr>
        <p:spPr>
          <a:xfrm>
            <a:off x="11038247" y="1810451"/>
            <a:ext cx="619758" cy="619758"/>
          </a:xfrm>
          <a:prstGeom prst="ellipse">
            <a:avLst/>
          </a:prstGeom>
          <a:solidFill>
            <a:srgbClr val="8ABCB9"/>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08</a:t>
            </a:r>
            <a:endParaRPr sz="1800">
              <a:solidFill>
                <a:srgbClr val="FFFFFF"/>
              </a:solidFill>
              <a:latin typeface="Calibri"/>
              <a:ea typeface="Calibri"/>
              <a:cs typeface="Calibri"/>
              <a:sym typeface="Calibri"/>
            </a:endParaRPr>
          </a:p>
        </p:txBody>
      </p:sp>
      <p:sp>
        <p:nvSpPr>
          <p:cNvPr id="3267" name="Google Shape;3267;p9"/>
          <p:cNvSpPr/>
          <p:nvPr/>
        </p:nvSpPr>
        <p:spPr>
          <a:xfrm>
            <a:off x="8283897" y="3372463"/>
            <a:ext cx="619758" cy="619758"/>
          </a:xfrm>
          <a:prstGeom prst="ellipse">
            <a:avLst/>
          </a:prstGeom>
          <a:solidFill>
            <a:srgbClr val="7030A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07</a:t>
            </a:r>
            <a:endParaRPr sz="1800">
              <a:solidFill>
                <a:srgbClr val="FFFFFF"/>
              </a:solidFill>
              <a:latin typeface="Calibri"/>
              <a:ea typeface="Calibri"/>
              <a:cs typeface="Calibri"/>
              <a:sym typeface="Calibri"/>
            </a:endParaRPr>
          </a:p>
        </p:txBody>
      </p:sp>
      <p:sp>
        <p:nvSpPr>
          <p:cNvPr id="3268" name="Google Shape;3268;p9"/>
          <p:cNvSpPr/>
          <p:nvPr/>
        </p:nvSpPr>
        <p:spPr>
          <a:xfrm>
            <a:off x="1248241" y="4712796"/>
            <a:ext cx="619758" cy="619758"/>
          </a:xfrm>
          <a:prstGeom prst="ellipse">
            <a:avLst/>
          </a:prstGeom>
          <a:solidFill>
            <a:srgbClr val="FE945A"/>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04</a:t>
            </a:r>
            <a:endParaRPr sz="1800">
              <a:solidFill>
                <a:srgbClr val="000000"/>
              </a:solidFill>
              <a:latin typeface="Calibri"/>
              <a:ea typeface="Calibri"/>
              <a:cs typeface="Calibri"/>
              <a:sym typeface="Calibri"/>
            </a:endParaRPr>
          </a:p>
        </p:txBody>
      </p:sp>
      <p:sp>
        <p:nvSpPr>
          <p:cNvPr id="3269" name="Google Shape;3269;p9"/>
          <p:cNvSpPr/>
          <p:nvPr/>
        </p:nvSpPr>
        <p:spPr>
          <a:xfrm>
            <a:off x="5675634" y="5842002"/>
            <a:ext cx="619758" cy="619758"/>
          </a:xfrm>
          <a:prstGeom prst="ellipse">
            <a:avLst/>
          </a:prstGeom>
          <a:solidFill>
            <a:srgbClr val="9B97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02</a:t>
            </a:r>
            <a:endParaRPr sz="1800">
              <a:solidFill>
                <a:srgbClr val="FFFFFF"/>
              </a:solidFill>
              <a:latin typeface="Calibri"/>
              <a:ea typeface="Calibri"/>
              <a:cs typeface="Calibri"/>
              <a:sym typeface="Calibri"/>
            </a:endParaRPr>
          </a:p>
        </p:txBody>
      </p:sp>
      <p:sp>
        <p:nvSpPr>
          <p:cNvPr id="3270" name="Google Shape;3270;p9"/>
          <p:cNvSpPr/>
          <p:nvPr/>
        </p:nvSpPr>
        <p:spPr>
          <a:xfrm>
            <a:off x="5675634" y="3388362"/>
            <a:ext cx="619758" cy="619758"/>
          </a:xfrm>
          <a:prstGeom prst="ellipse">
            <a:avLst/>
          </a:prstGeom>
          <a:solidFill>
            <a:srgbClr val="BFBFBF"/>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Calibri"/>
                <a:ea typeface="Calibri"/>
                <a:cs typeface="Calibri"/>
                <a:sym typeface="Calibri"/>
              </a:rPr>
              <a:t>06</a:t>
            </a:r>
            <a:endParaRPr sz="1600">
              <a:solidFill>
                <a:schemeClr val="lt1"/>
              </a:solidFill>
              <a:latin typeface="Calibri"/>
              <a:ea typeface="Calibri"/>
              <a:cs typeface="Calibri"/>
              <a:sym typeface="Calibri"/>
            </a:endParaRPr>
          </a:p>
        </p:txBody>
      </p:sp>
      <p:sp>
        <p:nvSpPr>
          <p:cNvPr id="3271" name="Google Shape;3271;p9"/>
          <p:cNvSpPr/>
          <p:nvPr/>
        </p:nvSpPr>
        <p:spPr>
          <a:xfrm>
            <a:off x="8816342" y="858522"/>
            <a:ext cx="619758" cy="619758"/>
          </a:xfrm>
          <a:prstGeom prst="ellipse">
            <a:avLst/>
          </a:prstGeom>
          <a:solidFill>
            <a:srgbClr val="D0E5F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09</a:t>
            </a:r>
            <a:endParaRPr sz="1800">
              <a:solidFill>
                <a:srgbClr val="000000"/>
              </a:solidFill>
              <a:latin typeface="Calibri"/>
              <a:ea typeface="Calibri"/>
              <a:cs typeface="Calibri"/>
              <a:sym typeface="Calibri"/>
            </a:endParaRPr>
          </a:p>
        </p:txBody>
      </p:sp>
      <p:sp>
        <p:nvSpPr>
          <p:cNvPr id="3272" name="Google Shape;3272;p9"/>
          <p:cNvSpPr/>
          <p:nvPr/>
        </p:nvSpPr>
        <p:spPr>
          <a:xfrm>
            <a:off x="2923540" y="3388362"/>
            <a:ext cx="619758" cy="619758"/>
          </a:xfrm>
          <a:prstGeom prst="ellipse">
            <a:avLst/>
          </a:prstGeom>
          <a:solidFill>
            <a:srgbClr val="D34B8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05</a:t>
            </a:r>
            <a:endParaRPr sz="1800">
              <a:solidFill>
                <a:srgbClr val="FFFFFF"/>
              </a:solidFill>
              <a:latin typeface="Calibri"/>
              <a:ea typeface="Calibri"/>
              <a:cs typeface="Calibri"/>
              <a:sym typeface="Calibri"/>
            </a:endParaRPr>
          </a:p>
        </p:txBody>
      </p:sp>
      <p:sp>
        <p:nvSpPr>
          <p:cNvPr id="3273" name="Google Shape;3273;p9"/>
          <p:cNvSpPr/>
          <p:nvPr/>
        </p:nvSpPr>
        <p:spPr>
          <a:xfrm>
            <a:off x="2923540" y="5842002"/>
            <a:ext cx="619758" cy="619758"/>
          </a:xfrm>
          <a:prstGeom prst="ellipse">
            <a:avLst/>
          </a:prstGeom>
          <a:solidFill>
            <a:srgbClr val="00B0F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03</a:t>
            </a:r>
            <a:endParaRPr sz="1800">
              <a:solidFill>
                <a:srgbClr val="FFFFFF"/>
              </a:solidFill>
              <a:latin typeface="Calibri"/>
              <a:ea typeface="Calibri"/>
              <a:cs typeface="Calibri"/>
              <a:sym typeface="Calibri"/>
            </a:endParaRPr>
          </a:p>
        </p:txBody>
      </p:sp>
      <p:sp>
        <p:nvSpPr>
          <p:cNvPr id="3274" name="Google Shape;3274;p9"/>
          <p:cNvSpPr/>
          <p:nvPr/>
        </p:nvSpPr>
        <p:spPr>
          <a:xfrm>
            <a:off x="6986272" y="858522"/>
            <a:ext cx="619758" cy="619758"/>
          </a:xfrm>
          <a:prstGeom prst="ellipse">
            <a:avLst/>
          </a:prstGeom>
          <a:solidFill>
            <a:srgbClr val="CD9934"/>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10</a:t>
            </a:r>
            <a:endParaRPr sz="1800">
              <a:solidFill>
                <a:srgbClr val="FFFFFF"/>
              </a:solidFill>
              <a:latin typeface="Calibri"/>
              <a:ea typeface="Calibri"/>
              <a:cs typeface="Calibri"/>
              <a:sym typeface="Calibri"/>
            </a:endParaRPr>
          </a:p>
        </p:txBody>
      </p:sp>
      <p:sp>
        <p:nvSpPr>
          <p:cNvPr id="3275" name="Google Shape;3275;p9"/>
          <p:cNvSpPr/>
          <p:nvPr/>
        </p:nvSpPr>
        <p:spPr>
          <a:xfrm rot="-5400000">
            <a:off x="7427216" y="602805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76" name="Google Shape;3276;p9"/>
          <p:cNvSpPr/>
          <p:nvPr/>
        </p:nvSpPr>
        <p:spPr>
          <a:xfrm rot="-5400000">
            <a:off x="4048380" y="1069976"/>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77" name="Google Shape;3277;p9"/>
          <p:cNvSpPr/>
          <p:nvPr/>
        </p:nvSpPr>
        <p:spPr>
          <a:xfrm flipH="1" rot="5400000">
            <a:off x="4484628"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78" name="Google Shape;3278;p9"/>
          <p:cNvSpPr/>
          <p:nvPr/>
        </p:nvSpPr>
        <p:spPr>
          <a:xfrm flipH="1" rot="5400000">
            <a:off x="7427216"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79" name="Google Shape;3279;p9"/>
          <p:cNvSpPr txBox="1"/>
          <p:nvPr/>
        </p:nvSpPr>
        <p:spPr>
          <a:xfrm>
            <a:off x="4371340" y="1600200"/>
            <a:ext cx="1805940" cy="5835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65">
                <a:solidFill>
                  <a:srgbClr val="000000"/>
                </a:solidFill>
                <a:latin typeface="Montserrat"/>
                <a:ea typeface="Montserrat"/>
                <a:cs typeface="Montserrat"/>
                <a:sym typeface="Montserrat"/>
              </a:rPr>
              <a:t>Orientasi untuk Peningkatan (Orientation for Scale)</a:t>
            </a:r>
            <a:endParaRPr sz="1065">
              <a:solidFill>
                <a:srgbClr val="000000"/>
              </a:solidFill>
              <a:latin typeface="Montserrat"/>
              <a:ea typeface="Montserrat"/>
              <a:cs typeface="Montserrat"/>
              <a:sym typeface="Montserrat"/>
            </a:endParaRPr>
          </a:p>
        </p:txBody>
      </p:sp>
      <p:sp>
        <p:nvSpPr>
          <p:cNvPr id="3280" name="Google Shape;3280;p9"/>
          <p:cNvSpPr txBox="1"/>
          <p:nvPr/>
        </p:nvSpPr>
        <p:spPr>
          <a:xfrm>
            <a:off x="2342515" y="1560830"/>
            <a:ext cx="1729740" cy="9118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65">
                <a:solidFill>
                  <a:srgbClr val="000000"/>
                </a:solidFill>
                <a:latin typeface="Montserrat"/>
                <a:ea typeface="Montserrat"/>
                <a:cs typeface="Montserrat"/>
                <a:sym typeface="Montserrat"/>
              </a:rPr>
              <a:t>Presentasi Kelayakan Ide perusahaan (Venture Idea Feasibility Presentation)</a:t>
            </a:r>
            <a:endParaRPr sz="1065">
              <a:solidFill>
                <a:srgbClr val="000000"/>
              </a:solidFill>
              <a:latin typeface="Montserrat"/>
              <a:ea typeface="Montserrat"/>
              <a:cs typeface="Montserrat"/>
              <a:sym typeface="Montserrat"/>
            </a:endParaRPr>
          </a:p>
        </p:txBody>
      </p:sp>
      <p:pic>
        <p:nvPicPr>
          <p:cNvPr descr="A red and white rocket&#10;&#10;Description automatically generated" id="3281" name="Google Shape;3281;p9"/>
          <p:cNvPicPr preferRelativeResize="0"/>
          <p:nvPr/>
        </p:nvPicPr>
        <p:blipFill rotWithShape="1">
          <a:blip r:embed="rId3">
            <a:alphaModFix/>
          </a:blip>
          <a:srcRect b="0" l="0" r="0" t="0"/>
          <a:stretch/>
        </p:blipFill>
        <p:spPr>
          <a:xfrm rot="-4790535">
            <a:off x="1851166" y="661103"/>
            <a:ext cx="623209" cy="623209"/>
          </a:xfrm>
          <a:prstGeom prst="rect">
            <a:avLst/>
          </a:prstGeom>
          <a:noFill/>
          <a:ln>
            <a:noFill/>
          </a:ln>
          <a:effectLst>
            <a:reflection blurRad="0" dir="0" dist="0" endA="300" endPos="35000" kx="0" rotWithShape="0" algn="bl" stA="52000" stPos="0" sy="-100000" ky="0"/>
          </a:effectLst>
        </p:spPr>
      </p:pic>
      <p:sp>
        <p:nvSpPr>
          <p:cNvPr id="3282" name="Google Shape;3282;p9"/>
          <p:cNvSpPr/>
          <p:nvPr/>
        </p:nvSpPr>
        <p:spPr>
          <a:xfrm>
            <a:off x="1656079" y="2472728"/>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Milestone #1</a:t>
            </a:r>
            <a:endParaRPr sz="1100">
              <a:solidFill>
                <a:srgbClr val="FFFFFF"/>
              </a:solidFill>
              <a:latin typeface="Calibri"/>
              <a:ea typeface="Calibri"/>
              <a:cs typeface="Calibri"/>
              <a:sym typeface="Calibri"/>
            </a:endParaRPr>
          </a:p>
        </p:txBody>
      </p:sp>
      <p:cxnSp>
        <p:nvCxnSpPr>
          <p:cNvPr id="3283" name="Google Shape;3283;p9"/>
          <p:cNvCxnSpPr/>
          <p:nvPr/>
        </p:nvCxnSpPr>
        <p:spPr>
          <a:xfrm>
            <a:off x="2096684" y="2847584"/>
            <a:ext cx="37704" cy="1023758"/>
          </a:xfrm>
          <a:prstGeom prst="straightConnector1">
            <a:avLst/>
          </a:prstGeom>
          <a:noFill/>
          <a:ln cap="flat" cmpd="sng" w="12700">
            <a:solidFill>
              <a:schemeClr val="dk1"/>
            </a:solidFill>
            <a:prstDash val="solid"/>
            <a:miter lim="800000"/>
            <a:headEnd len="sm" w="sm" type="none"/>
            <a:tailEnd len="sm" w="sm" type="none"/>
          </a:ln>
        </p:spPr>
      </p:cxnSp>
      <p:sp>
        <p:nvSpPr>
          <p:cNvPr id="3284" name="Google Shape;3284;p9"/>
          <p:cNvSpPr/>
          <p:nvPr/>
        </p:nvSpPr>
        <p:spPr>
          <a:xfrm>
            <a:off x="10860007" y="2740585"/>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Milestone #2</a:t>
            </a:r>
            <a:endParaRPr sz="1100">
              <a:solidFill>
                <a:srgbClr val="FFFFFF"/>
              </a:solidFill>
              <a:latin typeface="Calibri"/>
              <a:ea typeface="Calibri"/>
              <a:cs typeface="Calibri"/>
              <a:sym typeface="Calibri"/>
            </a:endParaRPr>
          </a:p>
        </p:txBody>
      </p:sp>
      <p:cxnSp>
        <p:nvCxnSpPr>
          <p:cNvPr id="3285" name="Google Shape;3285;p9"/>
          <p:cNvCxnSpPr/>
          <p:nvPr/>
        </p:nvCxnSpPr>
        <p:spPr>
          <a:xfrm flipH="1">
            <a:off x="11363600" y="3076023"/>
            <a:ext cx="46672" cy="827051"/>
          </a:xfrm>
          <a:prstGeom prst="straightConnector1">
            <a:avLst/>
          </a:prstGeom>
          <a:noFill/>
          <a:ln cap="flat" cmpd="sng" w="12700">
            <a:solidFill>
              <a:schemeClr val="dk1"/>
            </a:solidFill>
            <a:prstDash val="solid"/>
            <a:miter lim="800000"/>
            <a:headEnd len="sm" w="sm" type="none"/>
            <a:tailEnd len="sm" w="sm" type="none"/>
          </a:ln>
        </p:spPr>
      </p:cxnSp>
      <p:sp>
        <p:nvSpPr>
          <p:cNvPr id="3286" name="Google Shape;3286;p9"/>
          <p:cNvSpPr/>
          <p:nvPr/>
        </p:nvSpPr>
        <p:spPr>
          <a:xfrm>
            <a:off x="5133910" y="75407"/>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Milestone #3</a:t>
            </a:r>
            <a:endParaRPr sz="1100">
              <a:solidFill>
                <a:srgbClr val="FFFFFF"/>
              </a:solidFill>
              <a:latin typeface="Calibri"/>
              <a:ea typeface="Calibri"/>
              <a:cs typeface="Calibri"/>
              <a:sym typeface="Calibri"/>
            </a:endParaRPr>
          </a:p>
        </p:txBody>
      </p:sp>
      <p:cxnSp>
        <p:nvCxnSpPr>
          <p:cNvPr id="3287" name="Google Shape;3287;p9"/>
          <p:cNvCxnSpPr/>
          <p:nvPr/>
        </p:nvCxnSpPr>
        <p:spPr>
          <a:xfrm>
            <a:off x="5955380" y="435047"/>
            <a:ext cx="24239" cy="704343"/>
          </a:xfrm>
          <a:prstGeom prst="straightConnector1">
            <a:avLst/>
          </a:prstGeom>
          <a:noFill/>
          <a:ln cap="flat" cmpd="sng" w="12700">
            <a:solidFill>
              <a:schemeClr val="dk1"/>
            </a:solidFill>
            <a:prstDash val="solid"/>
            <a:miter lim="800000"/>
            <a:headEnd len="sm" w="sm" type="none"/>
            <a:tailEnd len="sm" w="sm" type="none"/>
          </a:ln>
        </p:spPr>
      </p:cxnSp>
      <p:sp>
        <p:nvSpPr>
          <p:cNvPr id="3288" name="Google Shape;3288;p9"/>
          <p:cNvSpPr/>
          <p:nvPr/>
        </p:nvSpPr>
        <p:spPr>
          <a:xfrm>
            <a:off x="5471583" y="5767568"/>
            <a:ext cx="828000" cy="768625"/>
          </a:xfrm>
          <a:prstGeom prst="ellipse">
            <a:avLst/>
          </a:prstGeom>
          <a:noFill/>
          <a:ln cap="flat" cmpd="sng" w="38100">
            <a:solidFill>
              <a:srgbClr val="E569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89" name="Google Shape;3289;p9"/>
          <p:cNvSpPr/>
          <p:nvPr/>
        </p:nvSpPr>
        <p:spPr>
          <a:xfrm>
            <a:off x="807557" y="3502852"/>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Quiz 1</a:t>
            </a:r>
            <a:endParaRPr sz="1100">
              <a:solidFill>
                <a:srgbClr val="FFFFFF"/>
              </a:solidFill>
              <a:latin typeface="Calibri"/>
              <a:ea typeface="Calibri"/>
              <a:cs typeface="Calibri"/>
              <a:sym typeface="Calibri"/>
            </a:endParaRPr>
          </a:p>
        </p:txBody>
      </p:sp>
      <p:sp>
        <p:nvSpPr>
          <p:cNvPr id="3290" name="Google Shape;3290;p9"/>
          <p:cNvSpPr/>
          <p:nvPr/>
        </p:nvSpPr>
        <p:spPr>
          <a:xfrm>
            <a:off x="9595377" y="2999823"/>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Quiz 2</a:t>
            </a:r>
            <a:endParaRPr sz="1100">
              <a:solidFill>
                <a:srgbClr val="FFFFFF"/>
              </a:solidFill>
              <a:latin typeface="Calibri"/>
              <a:ea typeface="Calibri"/>
              <a:cs typeface="Calibri"/>
              <a:sym typeface="Calibri"/>
            </a:endParaRPr>
          </a:p>
        </p:txBody>
      </p:sp>
      <p:sp>
        <p:nvSpPr>
          <p:cNvPr id="3291" name="Google Shape;3291;p9"/>
          <p:cNvSpPr/>
          <p:nvPr/>
        </p:nvSpPr>
        <p:spPr>
          <a:xfrm>
            <a:off x="6432551" y="167596"/>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Quiz 3</a:t>
            </a:r>
            <a:endParaRPr sz="1100">
              <a:solidFill>
                <a:srgbClr val="FFFFFF"/>
              </a:solidFill>
              <a:latin typeface="Calibri"/>
              <a:ea typeface="Calibri"/>
              <a:cs typeface="Calibri"/>
              <a:sym typeface="Calibri"/>
            </a:endParaRPr>
          </a:p>
        </p:txBody>
      </p:sp>
      <p:cxnSp>
        <p:nvCxnSpPr>
          <p:cNvPr id="3292" name="Google Shape;3292;p9"/>
          <p:cNvCxnSpPr/>
          <p:nvPr/>
        </p:nvCxnSpPr>
        <p:spPr>
          <a:xfrm flipH="1">
            <a:off x="1573210" y="3845324"/>
            <a:ext cx="1" cy="652642"/>
          </a:xfrm>
          <a:prstGeom prst="straightConnector1">
            <a:avLst/>
          </a:prstGeom>
          <a:noFill/>
          <a:ln cap="flat" cmpd="sng" w="12700">
            <a:solidFill>
              <a:schemeClr val="dk1"/>
            </a:solidFill>
            <a:prstDash val="solid"/>
            <a:miter lim="800000"/>
            <a:headEnd len="sm" w="sm" type="none"/>
            <a:tailEnd len="sm" w="sm" type="none"/>
          </a:ln>
        </p:spPr>
      </p:cxnSp>
      <p:cxnSp>
        <p:nvCxnSpPr>
          <p:cNvPr id="3293" name="Google Shape;3293;p9"/>
          <p:cNvCxnSpPr/>
          <p:nvPr/>
        </p:nvCxnSpPr>
        <p:spPr>
          <a:xfrm>
            <a:off x="9945385" y="3351292"/>
            <a:ext cx="0" cy="350828"/>
          </a:xfrm>
          <a:prstGeom prst="straightConnector1">
            <a:avLst/>
          </a:prstGeom>
          <a:noFill/>
          <a:ln cap="flat" cmpd="sng" w="12700">
            <a:solidFill>
              <a:schemeClr val="dk1"/>
            </a:solidFill>
            <a:prstDash val="solid"/>
            <a:miter lim="800000"/>
            <a:headEnd len="sm" w="sm" type="none"/>
            <a:tailEnd len="sm" w="sm" type="none"/>
          </a:ln>
        </p:spPr>
      </p:cxnSp>
      <p:cxnSp>
        <p:nvCxnSpPr>
          <p:cNvPr id="3294" name="Google Shape;3294;p9"/>
          <p:cNvCxnSpPr/>
          <p:nvPr/>
        </p:nvCxnSpPr>
        <p:spPr>
          <a:xfrm flipH="1">
            <a:off x="6832956" y="530688"/>
            <a:ext cx="1" cy="652642"/>
          </a:xfrm>
          <a:prstGeom prst="straightConnector1">
            <a:avLst/>
          </a:prstGeom>
          <a:noFill/>
          <a:ln cap="flat" cmpd="sng" w="12700">
            <a:solidFill>
              <a:schemeClr val="dk1"/>
            </a:solidFill>
            <a:prstDash val="solid"/>
            <a:miter lim="800000"/>
            <a:headEnd len="sm" w="sm" type="none"/>
            <a:tailEnd len="sm" w="sm" type="none"/>
          </a:ln>
        </p:spPr>
      </p:cxnSp>
      <p:sp>
        <p:nvSpPr>
          <p:cNvPr id="3295" name="Google Shape;3295;p9"/>
          <p:cNvSpPr txBox="1"/>
          <p:nvPr/>
        </p:nvSpPr>
        <p:spPr>
          <a:xfrm>
            <a:off x="246630" y="263097"/>
            <a:ext cx="149760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Open Sans"/>
                <a:ea typeface="Open Sans"/>
                <a:cs typeface="Open Sans"/>
                <a:sym typeface="Open Sans"/>
              </a:rPr>
              <a:t>Your </a:t>
            </a:r>
            <a:endParaRPr b="1" sz="2400">
              <a:solidFill>
                <a:schemeClr val="accent2"/>
              </a:solidFill>
              <a:latin typeface="Open Sans"/>
              <a:ea typeface="Open Sans"/>
              <a:cs typeface="Open Sans"/>
              <a:sym typeface="Open Sans"/>
            </a:endParaRPr>
          </a:p>
          <a:p>
            <a:pPr indent="0" lvl="0" marL="0" marR="0" rtl="0" algn="l">
              <a:spcBef>
                <a:spcPts val="0"/>
              </a:spcBef>
              <a:spcAft>
                <a:spcPts val="0"/>
              </a:spcAft>
              <a:buNone/>
            </a:pPr>
            <a:r>
              <a:rPr b="1" lang="en-US" sz="2400">
                <a:solidFill>
                  <a:schemeClr val="accent2"/>
                </a:solidFill>
                <a:latin typeface="Open Sans"/>
                <a:ea typeface="Open Sans"/>
                <a:cs typeface="Open Sans"/>
                <a:sym typeface="Open Sans"/>
              </a:rPr>
              <a:t>Venture </a:t>
            </a:r>
            <a:endParaRPr b="1" sz="2400">
              <a:solidFill>
                <a:schemeClr val="accent2"/>
              </a:solidFill>
              <a:latin typeface="Open Sans"/>
              <a:ea typeface="Open Sans"/>
              <a:cs typeface="Open Sans"/>
              <a:sym typeface="Open Sans"/>
            </a:endParaRPr>
          </a:p>
          <a:p>
            <a:pPr indent="0" lvl="0" marL="0" marR="0" rtl="0" algn="l">
              <a:spcBef>
                <a:spcPts val="0"/>
              </a:spcBef>
              <a:spcAft>
                <a:spcPts val="0"/>
              </a:spcAft>
              <a:buNone/>
            </a:pPr>
            <a:r>
              <a:rPr b="1" lang="en-US" sz="2400">
                <a:solidFill>
                  <a:schemeClr val="accent2"/>
                </a:solidFill>
                <a:latin typeface="Open Sans"/>
                <a:ea typeface="Open Sans"/>
                <a:cs typeface="Open Sans"/>
                <a:sym typeface="Open Sans"/>
              </a:rPr>
              <a:t>Journey</a:t>
            </a:r>
            <a:endParaRPr b="1" sz="2400">
              <a:solidFill>
                <a:schemeClr val="accent2"/>
              </a:solidFill>
              <a:latin typeface="Open Sans"/>
              <a:ea typeface="Open Sans"/>
              <a:cs typeface="Open Sans"/>
              <a:sym typeface="Open Sans"/>
            </a:endParaRPr>
          </a:p>
        </p:txBody>
      </p:sp>
      <p:sp>
        <p:nvSpPr>
          <p:cNvPr id="3296" name="Google Shape;3296;p9"/>
          <p:cNvSpPr txBox="1"/>
          <p:nvPr/>
        </p:nvSpPr>
        <p:spPr>
          <a:xfrm>
            <a:off x="8168640" y="5346065"/>
            <a:ext cx="2205355" cy="42989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1" i="0" lang="en-US" sz="1100" u="none" cap="none" strike="noStrike">
                <a:solidFill>
                  <a:srgbClr val="000000"/>
                </a:solidFill>
                <a:latin typeface="Montserrat"/>
                <a:ea typeface="Montserrat"/>
                <a:cs typeface="Montserrat"/>
                <a:sym typeface="Montserrat"/>
              </a:rPr>
              <a:t>Mengidentifikasikan Masalah (Problem Identification)</a:t>
            </a:r>
            <a:endParaRPr b="1" i="0" sz="1100" u="none" cap="none" strike="noStrike">
              <a:solidFill>
                <a:srgbClr val="000000"/>
              </a:solidFill>
              <a:latin typeface="Montserrat"/>
              <a:ea typeface="Montserrat"/>
              <a:cs typeface="Montserrat"/>
              <a:sym typeface="Montserrat"/>
            </a:endParaRPr>
          </a:p>
        </p:txBody>
      </p:sp>
      <p:sp>
        <p:nvSpPr>
          <p:cNvPr id="3297" name="Google Shape;3297;p9"/>
          <p:cNvSpPr txBox="1"/>
          <p:nvPr/>
        </p:nvSpPr>
        <p:spPr>
          <a:xfrm>
            <a:off x="4605655" y="5048250"/>
            <a:ext cx="2706370"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Mengidentifikasikan Pelanggan &amp; Memvalidasi kebutuhannya (Customer Identification &amp; Needs Validation)</a:t>
            </a:r>
            <a:endParaRPr b="1" i="0" sz="1065" u="none" cap="none" strike="noStrike">
              <a:solidFill>
                <a:srgbClr val="000000"/>
              </a:solidFill>
              <a:latin typeface="Montserrat"/>
              <a:ea typeface="Montserrat"/>
              <a:cs typeface="Montserrat"/>
              <a:sym typeface="Montserrat"/>
            </a:endParaRPr>
          </a:p>
        </p:txBody>
      </p:sp>
      <p:sp>
        <p:nvSpPr>
          <p:cNvPr id="3298" name="Google Shape;3298;p9"/>
          <p:cNvSpPr txBox="1"/>
          <p:nvPr/>
        </p:nvSpPr>
        <p:spPr>
          <a:xfrm>
            <a:off x="2437765" y="5212715"/>
            <a:ext cx="1933575"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Membuat Ide solusi (Solution Idea</a:t>
            </a:r>
            <a:endParaRPr b="1" i="0" sz="1065"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Generation)</a:t>
            </a:r>
            <a:endParaRPr b="1" i="0" sz="1065" u="none" cap="none" strike="noStrike">
              <a:solidFill>
                <a:srgbClr val="000000"/>
              </a:solidFill>
              <a:latin typeface="Montserrat"/>
              <a:ea typeface="Montserrat"/>
              <a:cs typeface="Montserrat"/>
              <a:sym typeface="Montserrat"/>
            </a:endParaRPr>
          </a:p>
        </p:txBody>
      </p:sp>
      <p:sp>
        <p:nvSpPr>
          <p:cNvPr id="3299" name="Google Shape;3299;p9"/>
          <p:cNvSpPr txBox="1"/>
          <p:nvPr/>
        </p:nvSpPr>
        <p:spPr>
          <a:xfrm>
            <a:off x="246380" y="4089400"/>
            <a:ext cx="1976120"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Pemetaan Peluang &amp; Persaingan (Opportunity &amp; Competition Mapping)</a:t>
            </a:r>
            <a:endParaRPr b="1" i="0" sz="1065" u="none" cap="none" strike="noStrike">
              <a:solidFill>
                <a:srgbClr val="000000"/>
              </a:solidFill>
              <a:latin typeface="Montserrat"/>
              <a:ea typeface="Montserrat"/>
              <a:cs typeface="Montserrat"/>
              <a:sym typeface="Montserrat"/>
            </a:endParaRPr>
          </a:p>
        </p:txBody>
      </p:sp>
      <p:sp>
        <p:nvSpPr>
          <p:cNvPr id="3300" name="Google Shape;3300;p9"/>
          <p:cNvSpPr txBox="1"/>
          <p:nvPr/>
        </p:nvSpPr>
        <p:spPr>
          <a:xfrm>
            <a:off x="2560320" y="4089400"/>
            <a:ext cx="1994535"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Pengembangan Prototipe &amp; MVP (Prototype Development &amp; MVP)</a:t>
            </a:r>
            <a:endParaRPr b="1" i="0" sz="1065" u="none" cap="none" strike="noStrike">
              <a:solidFill>
                <a:srgbClr val="000000"/>
              </a:solidFill>
              <a:latin typeface="Montserrat"/>
              <a:ea typeface="Montserrat"/>
              <a:cs typeface="Montserrat"/>
              <a:sym typeface="Montserrat"/>
            </a:endParaRPr>
          </a:p>
        </p:txBody>
      </p:sp>
      <p:sp>
        <p:nvSpPr>
          <p:cNvPr id="3301" name="Google Shape;3301;p9"/>
          <p:cNvSpPr txBox="1"/>
          <p:nvPr/>
        </p:nvSpPr>
        <p:spPr>
          <a:xfrm>
            <a:off x="5006340" y="4089400"/>
            <a:ext cx="2042160"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Asesmen Peluang &amp; Penetapan Ukuran (Opportunity Assessment &amp; Sizing)</a:t>
            </a:r>
            <a:endParaRPr b="1" i="0" sz="1065" u="none" cap="none" strike="noStrike">
              <a:solidFill>
                <a:srgbClr val="000000"/>
              </a:solidFill>
              <a:latin typeface="Montserrat"/>
              <a:ea typeface="Montserrat"/>
              <a:cs typeface="Montserrat"/>
              <a:sym typeface="Montserrat"/>
            </a:endParaRPr>
          </a:p>
        </p:txBody>
      </p:sp>
      <p:sp>
        <p:nvSpPr>
          <p:cNvPr id="3302" name="Google Shape;3302;p9"/>
          <p:cNvSpPr txBox="1"/>
          <p:nvPr/>
        </p:nvSpPr>
        <p:spPr>
          <a:xfrm>
            <a:off x="7684135" y="2847340"/>
            <a:ext cx="1850390" cy="42989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1" i="0" lang="en-US" sz="1100" u="none" cap="none" strike="noStrike">
                <a:solidFill>
                  <a:srgbClr val="000000"/>
                </a:solidFill>
                <a:latin typeface="Montserrat"/>
                <a:ea typeface="Montserrat"/>
                <a:cs typeface="Montserrat"/>
                <a:sym typeface="Montserrat"/>
              </a:rPr>
              <a:t>Membuat Model Bisnis (Business Modelling)</a:t>
            </a:r>
            <a:endParaRPr b="1" i="0" sz="1100" u="none" cap="none" strike="noStrike">
              <a:solidFill>
                <a:srgbClr val="000000"/>
              </a:solidFill>
              <a:latin typeface="Montserrat"/>
              <a:ea typeface="Montserrat"/>
              <a:cs typeface="Montserrat"/>
              <a:sym typeface="Montserrat"/>
            </a:endParaRPr>
          </a:p>
        </p:txBody>
      </p:sp>
      <p:sp>
        <p:nvSpPr>
          <p:cNvPr id="3303" name="Google Shape;3303;p9"/>
          <p:cNvSpPr txBox="1"/>
          <p:nvPr/>
        </p:nvSpPr>
        <p:spPr>
          <a:xfrm>
            <a:off x="9782175" y="1992630"/>
            <a:ext cx="1391285"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Strategi Marketing &amp; Sales (Marketing &amp; Sales Strategy)</a:t>
            </a:r>
            <a:endParaRPr b="1" i="0" sz="1065" u="none" cap="none" strike="noStrike">
              <a:solidFill>
                <a:srgbClr val="000000"/>
              </a:solidFill>
              <a:latin typeface="Montserrat"/>
              <a:ea typeface="Montserrat"/>
              <a:cs typeface="Montserrat"/>
              <a:sym typeface="Montserrat"/>
            </a:endParaRPr>
          </a:p>
        </p:txBody>
      </p:sp>
      <p:sp>
        <p:nvSpPr>
          <p:cNvPr id="3304" name="Google Shape;3304;p9"/>
          <p:cNvSpPr txBox="1"/>
          <p:nvPr/>
        </p:nvSpPr>
        <p:spPr>
          <a:xfrm>
            <a:off x="8291195" y="1600200"/>
            <a:ext cx="1925955"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Manajemen Keuangan &amp; Keuntungan (Financial Management for Profitability)</a:t>
            </a:r>
            <a:endParaRPr b="1" i="0" sz="1065" u="none" cap="none" strike="noStrike">
              <a:solidFill>
                <a:srgbClr val="000000"/>
              </a:solidFill>
              <a:latin typeface="Montserrat"/>
              <a:ea typeface="Montserrat"/>
              <a:cs typeface="Montserrat"/>
              <a:sym typeface="Montserrat"/>
            </a:endParaRPr>
          </a:p>
        </p:txBody>
      </p:sp>
      <p:sp>
        <p:nvSpPr>
          <p:cNvPr id="3305" name="Google Shape;3305;p9"/>
          <p:cNvSpPr txBox="1"/>
          <p:nvPr/>
        </p:nvSpPr>
        <p:spPr>
          <a:xfrm>
            <a:off x="6299835" y="1600200"/>
            <a:ext cx="1868805"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Kebutuhan Tim &amp; tenaga kerja  (Team &amp; Talent Requirements)</a:t>
            </a:r>
            <a:endParaRPr b="1" i="0" sz="1065" u="none" cap="none" strike="noStrike">
              <a:solidFill>
                <a:srgbClr val="000000"/>
              </a:solidFill>
              <a:latin typeface="Montserrat"/>
              <a:ea typeface="Montserrat"/>
              <a:cs typeface="Montserrat"/>
              <a:sym typeface="Montserrat"/>
            </a:endParaRPr>
          </a:p>
        </p:txBody>
      </p:sp>
      <p:sp>
        <p:nvSpPr>
          <p:cNvPr id="3306" name="Google Shape;3306;p9"/>
          <p:cNvSpPr/>
          <p:nvPr/>
        </p:nvSpPr>
        <p:spPr>
          <a:xfrm>
            <a:off x="4888516" y="4225811"/>
            <a:ext cx="3382652" cy="1271917"/>
          </a:xfrm>
          <a:prstGeom prst="roundRect">
            <a:avLst>
              <a:gd fmla="val 16667" name="adj"/>
            </a:avLst>
          </a:prstGeom>
          <a:solidFill>
            <a:srgbClr val="F7CCCE"/>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en-US" sz="1200">
                <a:solidFill>
                  <a:srgbClr val="414042"/>
                </a:solidFill>
                <a:latin typeface="Barlow"/>
                <a:ea typeface="Barlow"/>
                <a:cs typeface="Barlow"/>
                <a:sym typeface="Barlow"/>
              </a:rPr>
              <a:t>2.1 Identify Target Customer Segment/s</a:t>
            </a:r>
            <a:endParaRPr sz="1200">
              <a:solidFill>
                <a:srgbClr val="414042"/>
              </a:solidFill>
              <a:latin typeface="Barlow"/>
              <a:ea typeface="Barlow"/>
              <a:cs typeface="Barlow"/>
              <a:sym typeface="Barlow"/>
            </a:endParaRPr>
          </a:p>
          <a:p>
            <a:pPr indent="0" lvl="0" marL="0" marR="0" rtl="0" algn="l">
              <a:lnSpc>
                <a:spcPct val="90000"/>
              </a:lnSpc>
              <a:spcBef>
                <a:spcPts val="0"/>
              </a:spcBef>
              <a:spcAft>
                <a:spcPts val="0"/>
              </a:spcAft>
              <a:buNone/>
            </a:pPr>
            <a:r>
              <a:rPr lang="en-US" sz="1200">
                <a:solidFill>
                  <a:srgbClr val="9F9F9F"/>
                </a:solidFill>
                <a:latin typeface="Barlow"/>
                <a:ea typeface="Barlow"/>
                <a:cs typeface="Barlow"/>
                <a:sym typeface="Barlow"/>
              </a:rPr>
              <a:t>2.2 Develop an initial customer persona</a:t>
            </a:r>
            <a:endParaRPr sz="1200">
              <a:solidFill>
                <a:srgbClr val="9F9F9F"/>
              </a:solidFill>
              <a:latin typeface="Barlow"/>
              <a:ea typeface="Barlow"/>
              <a:cs typeface="Barlow"/>
              <a:sym typeface="Barlow"/>
            </a:endParaRPr>
          </a:p>
          <a:p>
            <a:pPr indent="0" lvl="0" marL="0" marR="0" rtl="0" algn="l">
              <a:lnSpc>
                <a:spcPct val="90000"/>
              </a:lnSpc>
              <a:spcBef>
                <a:spcPts val="0"/>
              </a:spcBef>
              <a:spcAft>
                <a:spcPts val="0"/>
              </a:spcAft>
              <a:buNone/>
            </a:pPr>
            <a:r>
              <a:rPr lang="en-US" sz="1200">
                <a:solidFill>
                  <a:srgbClr val="9F9F9F"/>
                </a:solidFill>
                <a:latin typeface="Barlow"/>
                <a:ea typeface="Barlow"/>
                <a:cs typeface="Barlow"/>
                <a:sym typeface="Barlow"/>
              </a:rPr>
              <a:t>2.3 Prepare customer interview scripts</a:t>
            </a:r>
            <a:endParaRPr sz="1200">
              <a:solidFill>
                <a:srgbClr val="9F9F9F"/>
              </a:solidFill>
              <a:latin typeface="Barlow"/>
              <a:ea typeface="Barlow"/>
              <a:cs typeface="Barlow"/>
              <a:sym typeface="Barlow"/>
            </a:endParaRPr>
          </a:p>
          <a:p>
            <a:pPr indent="0" lvl="0" marL="0" marR="0" rtl="0" algn="l">
              <a:lnSpc>
                <a:spcPct val="90000"/>
              </a:lnSpc>
              <a:spcBef>
                <a:spcPts val="0"/>
              </a:spcBef>
              <a:spcAft>
                <a:spcPts val="0"/>
              </a:spcAft>
              <a:buNone/>
            </a:pPr>
            <a:r>
              <a:rPr lang="en-US" sz="1200">
                <a:solidFill>
                  <a:srgbClr val="9F9F9F"/>
                </a:solidFill>
                <a:latin typeface="Barlow"/>
                <a:ea typeface="Barlow"/>
                <a:cs typeface="Barlow"/>
                <a:sym typeface="Barlow"/>
              </a:rPr>
              <a:t>2.4 Identify potential customers to interview</a:t>
            </a:r>
            <a:endParaRPr sz="1200">
              <a:solidFill>
                <a:srgbClr val="9F9F9F"/>
              </a:solidFill>
              <a:latin typeface="Barlow"/>
              <a:ea typeface="Barlow"/>
              <a:cs typeface="Barlow"/>
              <a:sym typeface="Barlow"/>
            </a:endParaRPr>
          </a:p>
          <a:p>
            <a:pPr indent="-229870" lvl="0" marL="229870" marR="0" rtl="0" algn="l">
              <a:lnSpc>
                <a:spcPct val="90000"/>
              </a:lnSpc>
              <a:spcBef>
                <a:spcPts val="0"/>
              </a:spcBef>
              <a:spcAft>
                <a:spcPts val="0"/>
              </a:spcAft>
              <a:buNone/>
            </a:pPr>
            <a:r>
              <a:rPr lang="en-US" sz="1200">
                <a:solidFill>
                  <a:srgbClr val="9F9F9F"/>
                </a:solidFill>
                <a:latin typeface="Barlow"/>
                <a:ea typeface="Barlow"/>
                <a:cs typeface="Barlow"/>
                <a:sym typeface="Barlow"/>
              </a:rPr>
              <a:t>2.5  Analyze and Draw Insights from Customer Interviews</a:t>
            </a:r>
            <a:endParaRPr sz="1200">
              <a:solidFill>
                <a:srgbClr val="9F9F9F"/>
              </a:solidFill>
              <a:latin typeface="Barlow"/>
              <a:ea typeface="Barlow"/>
              <a:cs typeface="Barlow"/>
              <a:sym typeface="Barlow"/>
            </a:endParaRPr>
          </a:p>
          <a:p>
            <a:pPr indent="-311150" lvl="0" marL="311150" marR="0" rtl="0" algn="l">
              <a:lnSpc>
                <a:spcPct val="90000"/>
              </a:lnSpc>
              <a:spcBef>
                <a:spcPts val="0"/>
              </a:spcBef>
              <a:spcAft>
                <a:spcPts val="0"/>
              </a:spcAft>
              <a:buNone/>
            </a:pPr>
            <a:r>
              <a:t/>
            </a:r>
            <a:endParaRPr sz="1400">
              <a:solidFill>
                <a:srgbClr val="414042"/>
              </a:solidFill>
              <a:latin typeface="Barlow"/>
              <a:ea typeface="Barlow"/>
              <a:cs typeface="Barlow"/>
              <a:sym typeface="Barlow"/>
            </a:endParaRPr>
          </a:p>
        </p:txBody>
      </p:sp>
      <p:sp>
        <p:nvSpPr>
          <p:cNvPr id="3307" name="Google Shape;3307;p9"/>
          <p:cNvSpPr/>
          <p:nvPr/>
        </p:nvSpPr>
        <p:spPr>
          <a:xfrm flipH="1" rot="4334722">
            <a:off x="6172881" y="4815116"/>
            <a:ext cx="1091467" cy="1840823"/>
          </a:xfrm>
          <a:prstGeom prst="arc">
            <a:avLst>
              <a:gd fmla="val 7631770" name="adj1"/>
              <a:gd fmla="val 20086426" name="adj2"/>
            </a:avLst>
          </a:prstGeom>
          <a:noFill/>
          <a:ln cap="flat" cmpd="sng" w="19050">
            <a:solidFill>
              <a:srgbClr val="E5694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3308" name="Google Shape;3308;p9"/>
          <p:cNvSpPr/>
          <p:nvPr/>
        </p:nvSpPr>
        <p:spPr>
          <a:xfrm flipH="1" rot="4334722">
            <a:off x="6179866" y="4842421"/>
            <a:ext cx="1091467" cy="1840823"/>
          </a:xfrm>
          <a:prstGeom prst="arc">
            <a:avLst>
              <a:gd fmla="val 7631770" name="adj1"/>
              <a:gd fmla="val 20086426" name="adj2"/>
            </a:avLst>
          </a:prstGeom>
          <a:noFill/>
          <a:ln cap="flat" cmpd="sng" w="19050">
            <a:solidFill>
              <a:srgbClr val="E5694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2" name="Shape 3312"/>
        <p:cNvGrpSpPr/>
        <p:nvPr/>
      </p:nvGrpSpPr>
      <p:grpSpPr>
        <a:xfrm>
          <a:off x="0" y="0"/>
          <a:ext cx="0" cy="0"/>
          <a:chOff x="0" y="0"/>
          <a:chExt cx="0" cy="0"/>
        </a:xfrm>
      </p:grpSpPr>
      <p:sp>
        <p:nvSpPr>
          <p:cNvPr id="3313" name="Google Shape;3313;p10"/>
          <p:cNvSpPr txBox="1"/>
          <p:nvPr>
            <p:ph type="ctrTitle"/>
          </p:nvPr>
        </p:nvSpPr>
        <p:spPr>
          <a:xfrm>
            <a:off x="360000" y="308292"/>
            <a:ext cx="11484000" cy="492443"/>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chemeClr val="dk2"/>
              </a:buClr>
              <a:buSzPct val="100000"/>
              <a:buFont typeface="Barlow Medium"/>
              <a:buNone/>
            </a:pPr>
            <a:r>
              <a:rPr lang="en-US"/>
              <a:t>Tujuan Belajar</a:t>
            </a:r>
            <a:endParaRPr b="1"/>
          </a:p>
        </p:txBody>
      </p:sp>
      <p:pic>
        <p:nvPicPr>
          <p:cNvPr descr="Brainstorm with solid fill" id="3314" name="Google Shape;3314;p10"/>
          <p:cNvPicPr preferRelativeResize="0"/>
          <p:nvPr>
            <p:ph idx="2" type="pic"/>
          </p:nvPr>
        </p:nvPicPr>
        <p:blipFill rotWithShape="1">
          <a:blip r:embed="rId3">
            <a:alphaModFix/>
          </a:blip>
          <a:srcRect b="0" l="0" r="0" t="0"/>
          <a:stretch/>
        </p:blipFill>
        <p:spPr>
          <a:xfrm>
            <a:off x="5376746" y="4688736"/>
            <a:ext cx="1438508" cy="1438508"/>
          </a:xfrm>
          <a:prstGeom prst="rect">
            <a:avLst/>
          </a:prstGeom>
          <a:noFill/>
          <a:ln>
            <a:noFill/>
          </a:ln>
        </p:spPr>
      </p:pic>
      <p:sp>
        <p:nvSpPr>
          <p:cNvPr id="3315" name="Google Shape;3315;p10"/>
          <p:cNvSpPr txBox="1"/>
          <p:nvPr>
            <p:ph idx="2" type="body"/>
          </p:nvPr>
        </p:nvSpPr>
        <p:spPr>
          <a:xfrm>
            <a:off x="996177" y="3386661"/>
            <a:ext cx="1017788" cy="69453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7B7B7B"/>
              </a:buClr>
              <a:buSzPts val="4400"/>
              <a:buNone/>
            </a:pPr>
            <a:r>
              <a:rPr lang="en-US">
                <a:solidFill>
                  <a:srgbClr val="7B7B7B"/>
                </a:solidFill>
              </a:rPr>
              <a:t>02</a:t>
            </a:r>
            <a:endParaRPr>
              <a:solidFill>
                <a:srgbClr val="7B7B7B"/>
              </a:solidFill>
            </a:endParaRPr>
          </a:p>
        </p:txBody>
      </p:sp>
      <p:sp>
        <p:nvSpPr>
          <p:cNvPr id="3316" name="Google Shape;3316;p10"/>
          <p:cNvSpPr txBox="1"/>
          <p:nvPr/>
        </p:nvSpPr>
        <p:spPr>
          <a:xfrm>
            <a:off x="996177" y="5066677"/>
            <a:ext cx="815382" cy="682625"/>
          </a:xfrm>
          <a:prstGeom prst="rect">
            <a:avLst/>
          </a:prstGeom>
          <a:noFill/>
          <a:ln>
            <a:noFill/>
          </a:ln>
        </p:spPr>
        <p:txBody>
          <a:bodyPr anchorCtr="0" anchor="t" bIns="45700" lIns="91425" spcFirstLastPara="1" rIns="91425" wrap="square" tIns="45700">
            <a:normAutofit fontScale="70000"/>
          </a:bodyPr>
          <a:lstStyle/>
          <a:p>
            <a:pPr indent="0" lvl="0" marL="0" marR="0" rtl="0" algn="l">
              <a:lnSpc>
                <a:spcPct val="90000"/>
              </a:lnSpc>
              <a:spcBef>
                <a:spcPts val="0"/>
              </a:spcBef>
              <a:spcAft>
                <a:spcPts val="0"/>
              </a:spcAft>
              <a:buClr>
                <a:srgbClr val="7B7B7B"/>
              </a:buClr>
              <a:buSzPct val="100000"/>
              <a:buFont typeface="Arial"/>
              <a:buNone/>
            </a:pPr>
            <a:r>
              <a:rPr b="1" lang="en-US" sz="4100">
                <a:solidFill>
                  <a:srgbClr val="7B7B7B"/>
                </a:solidFill>
                <a:latin typeface="Barlow"/>
                <a:ea typeface="Barlow"/>
                <a:cs typeface="Barlow"/>
                <a:sym typeface="Barlow"/>
              </a:rPr>
              <a:t>03</a:t>
            </a:r>
            <a:endParaRPr b="1" sz="4100">
              <a:solidFill>
                <a:srgbClr val="7B7B7B"/>
              </a:solidFill>
              <a:latin typeface="Barlow"/>
              <a:ea typeface="Barlow"/>
              <a:cs typeface="Barlow"/>
              <a:sym typeface="Barlow"/>
            </a:endParaRPr>
          </a:p>
        </p:txBody>
      </p:sp>
      <p:sp>
        <p:nvSpPr>
          <p:cNvPr id="3317" name="Google Shape;3317;p10"/>
          <p:cNvSpPr txBox="1"/>
          <p:nvPr/>
        </p:nvSpPr>
        <p:spPr>
          <a:xfrm>
            <a:off x="1000790" y="1796757"/>
            <a:ext cx="815382" cy="682625"/>
          </a:xfrm>
          <a:prstGeom prst="rect">
            <a:avLst/>
          </a:prstGeom>
          <a:noFill/>
          <a:ln>
            <a:noFill/>
          </a:ln>
        </p:spPr>
        <p:txBody>
          <a:bodyPr anchorCtr="0" anchor="t" bIns="45700" lIns="91425" spcFirstLastPara="1" rIns="91425" wrap="square" tIns="45700">
            <a:normAutofit fontScale="70000"/>
          </a:bodyPr>
          <a:lstStyle/>
          <a:p>
            <a:pPr indent="0" lvl="0" marL="0" marR="0" rtl="0" algn="l">
              <a:lnSpc>
                <a:spcPct val="90000"/>
              </a:lnSpc>
              <a:spcBef>
                <a:spcPts val="0"/>
              </a:spcBef>
              <a:spcAft>
                <a:spcPts val="0"/>
              </a:spcAft>
              <a:buClr>
                <a:srgbClr val="7B7B7B"/>
              </a:buClr>
              <a:buSzPct val="100000"/>
              <a:buFont typeface="Arial"/>
              <a:buNone/>
            </a:pPr>
            <a:r>
              <a:rPr b="1" lang="en-US" sz="4400">
                <a:solidFill>
                  <a:srgbClr val="7B7B7B"/>
                </a:solidFill>
                <a:latin typeface="Barlow"/>
                <a:ea typeface="Barlow"/>
                <a:cs typeface="Barlow"/>
                <a:sym typeface="Barlow"/>
              </a:rPr>
              <a:t>01</a:t>
            </a:r>
            <a:endParaRPr b="1" sz="4100">
              <a:solidFill>
                <a:srgbClr val="7B7B7B"/>
              </a:solidFill>
              <a:latin typeface="Barlow"/>
              <a:ea typeface="Barlow"/>
              <a:cs typeface="Barlow"/>
              <a:sym typeface="Barlow"/>
            </a:endParaRPr>
          </a:p>
        </p:txBody>
      </p:sp>
      <p:sp>
        <p:nvSpPr>
          <p:cNvPr id="3318" name="Google Shape;3318;p10"/>
          <p:cNvSpPr txBox="1"/>
          <p:nvPr>
            <p:ph idx="4" type="body"/>
          </p:nvPr>
        </p:nvSpPr>
        <p:spPr>
          <a:xfrm>
            <a:off x="2070209" y="1863401"/>
            <a:ext cx="4230844" cy="682624"/>
          </a:xfrm>
          <a:prstGeom prst="rect">
            <a:avLst/>
          </a:prstGeom>
          <a:noFill/>
          <a:ln>
            <a:noFill/>
          </a:ln>
        </p:spPr>
        <p:txBody>
          <a:bodyPr anchorCtr="0" anchor="t"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None/>
            </a:pPr>
            <a:r>
              <a:rPr b="0" lang="en-US" sz="1800">
                <a:solidFill>
                  <a:schemeClr val="dk1"/>
                </a:solidFill>
                <a:latin typeface="Open Sans"/>
                <a:ea typeface="Open Sans"/>
                <a:cs typeface="Open Sans"/>
                <a:sym typeface="Open Sans"/>
              </a:rPr>
              <a:t>Definisikan Customer characteristics melalui their 'Jobs-to-be-Done’.</a:t>
            </a:r>
            <a:endParaRPr b="0" sz="1800">
              <a:solidFill>
                <a:schemeClr val="dk1"/>
              </a:solidFill>
              <a:latin typeface="Open Sans"/>
              <a:ea typeface="Open Sans"/>
              <a:cs typeface="Open Sans"/>
              <a:sym typeface="Open Sans"/>
            </a:endParaRPr>
          </a:p>
          <a:p>
            <a:pPr indent="0" lvl="0" marL="0" rtl="0" algn="l">
              <a:lnSpc>
                <a:spcPct val="90000"/>
              </a:lnSpc>
              <a:spcBef>
                <a:spcPts val="1000"/>
              </a:spcBef>
              <a:spcAft>
                <a:spcPts val="0"/>
              </a:spcAft>
              <a:buClr>
                <a:schemeClr val="lt1"/>
              </a:buClr>
              <a:buSzPct val="100000"/>
              <a:buNone/>
            </a:pPr>
            <a:r>
              <a:t/>
            </a:r>
            <a:endParaRPr>
              <a:solidFill>
                <a:srgbClr val="303031"/>
              </a:solidFill>
              <a:latin typeface="Open Sans"/>
              <a:ea typeface="Open Sans"/>
              <a:cs typeface="Open Sans"/>
              <a:sym typeface="Open Sans"/>
            </a:endParaRPr>
          </a:p>
        </p:txBody>
      </p:sp>
      <p:sp>
        <p:nvSpPr>
          <p:cNvPr id="3319" name="Google Shape;3319;p10"/>
          <p:cNvSpPr txBox="1"/>
          <p:nvPr>
            <p:ph idx="5" type="body"/>
          </p:nvPr>
        </p:nvSpPr>
        <p:spPr>
          <a:xfrm>
            <a:off x="2143760" y="3386455"/>
            <a:ext cx="4833620" cy="1175385"/>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Pahami &amp; buatlah outline tentang Perilaku membeli dari para customer Buying Behavior of Customers</a:t>
            </a:r>
            <a:endParaRPr b="0">
              <a:solidFill>
                <a:schemeClr val="dk1"/>
              </a:solidFill>
              <a:latin typeface="Open Sans"/>
              <a:ea typeface="Open Sans"/>
              <a:cs typeface="Open Sans"/>
              <a:sym typeface="Open Sans"/>
            </a:endParaRPr>
          </a:p>
        </p:txBody>
      </p:sp>
      <p:sp>
        <p:nvSpPr>
          <p:cNvPr id="3320" name="Google Shape;3320;p10"/>
          <p:cNvSpPr txBox="1"/>
          <p:nvPr>
            <p:ph idx="6" type="body"/>
          </p:nvPr>
        </p:nvSpPr>
        <p:spPr>
          <a:xfrm>
            <a:off x="2069465" y="5039995"/>
            <a:ext cx="5194935" cy="748665"/>
          </a:xfrm>
          <a:prstGeom prst="rect">
            <a:avLst/>
          </a:prstGeom>
          <a:noFill/>
          <a:ln>
            <a:noFill/>
          </a:ln>
        </p:spPr>
        <p:txBody>
          <a:bodyPr anchorCtr="0" anchor="t" bIns="45700" lIns="91425" spcFirstLastPara="1" rIns="91425" wrap="square" tIns="45700">
            <a:normAutofit/>
          </a:bodyPr>
          <a:lstStyle/>
          <a:p>
            <a:pPr indent="0" lvl="0" marL="0" rtl="0" algn="just">
              <a:lnSpc>
                <a:spcPct val="11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Mengembangkan Customer Persona berdasarkan pada Initial Research.</a:t>
            </a:r>
            <a:endParaRPr b="0">
              <a:solidFill>
                <a:schemeClr val="dk1"/>
              </a:solidFill>
              <a:latin typeface="Open Sans"/>
              <a:ea typeface="Open Sans"/>
              <a:cs typeface="Open Sans"/>
              <a:sym typeface="Open Sans"/>
            </a:endParaRPr>
          </a:p>
          <a:p>
            <a:pPr indent="0" lvl="0" marL="0" rtl="0" algn="just">
              <a:lnSpc>
                <a:spcPct val="90000"/>
              </a:lnSpc>
              <a:spcBef>
                <a:spcPts val="1000"/>
              </a:spcBef>
              <a:spcAft>
                <a:spcPts val="0"/>
              </a:spcAft>
              <a:buClr>
                <a:schemeClr val="lt1"/>
              </a:buClr>
              <a:buSzPts val="1800"/>
              <a:buNone/>
            </a:pPr>
            <a:r>
              <a:t/>
            </a:r>
            <a:endParaRPr>
              <a:solidFill>
                <a:srgbClr val="303031"/>
              </a:solidFill>
            </a:endParaRPr>
          </a:p>
        </p:txBody>
      </p:sp>
      <p:sp>
        <p:nvSpPr>
          <p:cNvPr id="3321" name="Google Shape;3321;p10"/>
          <p:cNvSpPr/>
          <p:nvPr/>
        </p:nvSpPr>
        <p:spPr>
          <a:xfrm>
            <a:off x="360045" y="1186180"/>
            <a:ext cx="6904355" cy="447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03031"/>
              </a:buClr>
              <a:buSzPts val="2000"/>
              <a:buFont typeface="Arial"/>
              <a:buNone/>
            </a:pPr>
            <a:r>
              <a:rPr b="0" lang="en-US" sz="2000">
                <a:solidFill>
                  <a:srgbClr val="303031"/>
                </a:solidFill>
                <a:latin typeface="Barlow"/>
                <a:ea typeface="Barlow"/>
                <a:cs typeface="Barlow"/>
                <a:sym typeface="Barlow"/>
              </a:rPr>
              <a:t>Pada akhir pembelajaran anda akan mampu </a:t>
            </a:r>
            <a:endParaRPr b="0" i="0" sz="2000" u="none" cap="none" strike="noStrike">
              <a:solidFill>
                <a:srgbClr val="303031"/>
              </a:solidFill>
              <a:latin typeface="Barlow"/>
              <a:ea typeface="Barlow"/>
              <a:cs typeface="Barlow"/>
              <a:sym typeface="Barlow"/>
            </a:endParaRPr>
          </a:p>
          <a:p>
            <a:pPr indent="0" lvl="0" marL="0" marR="0" rtl="0" algn="l">
              <a:lnSpc>
                <a:spcPct val="90000"/>
              </a:lnSpc>
              <a:spcBef>
                <a:spcPts val="1000"/>
              </a:spcBef>
              <a:spcAft>
                <a:spcPts val="0"/>
              </a:spcAft>
              <a:buClr>
                <a:srgbClr val="BF2026"/>
              </a:buClr>
              <a:buSzPts val="1700"/>
              <a:buFont typeface="Arial"/>
              <a:buNone/>
            </a:pPr>
            <a:r>
              <a:t/>
            </a:r>
            <a:endParaRPr b="0" i="0" sz="1700" u="none" cap="none" strike="noStrike">
              <a:solidFill>
                <a:srgbClr val="303031"/>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14"/>
                                        </p:tgtEl>
                                        <p:attrNameLst>
                                          <p:attrName>style.visibility</p:attrName>
                                        </p:attrNameLst>
                                      </p:cBhvr>
                                      <p:to>
                                        <p:strVal val="visible"/>
                                      </p:to>
                                    </p:set>
                                    <p:anim calcmode="lin" valueType="num">
                                      <p:cBhvr additive="base">
                                        <p:cTn dur="500"/>
                                        <p:tgtEl>
                                          <p:spTgt spid="331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5" name="Shape 3325"/>
        <p:cNvGrpSpPr/>
        <p:nvPr/>
      </p:nvGrpSpPr>
      <p:grpSpPr>
        <a:xfrm>
          <a:off x="0" y="0"/>
          <a:ext cx="0" cy="0"/>
          <a:chOff x="0" y="0"/>
          <a:chExt cx="0" cy="0"/>
        </a:xfrm>
      </p:grpSpPr>
      <p:grpSp>
        <p:nvGrpSpPr>
          <p:cNvPr id="3326" name="Google Shape;3326;p11"/>
          <p:cNvGrpSpPr/>
          <p:nvPr/>
        </p:nvGrpSpPr>
        <p:grpSpPr>
          <a:xfrm>
            <a:off x="1774247" y="851364"/>
            <a:ext cx="4878076" cy="4878073"/>
            <a:chOff x="1572541" y="1671635"/>
            <a:chExt cx="4878076" cy="4878073"/>
          </a:xfrm>
        </p:grpSpPr>
        <p:grpSp>
          <p:nvGrpSpPr>
            <p:cNvPr id="3327" name="Google Shape;3327;p11"/>
            <p:cNvGrpSpPr/>
            <p:nvPr/>
          </p:nvGrpSpPr>
          <p:grpSpPr>
            <a:xfrm>
              <a:off x="1572541" y="1671635"/>
              <a:ext cx="4878076" cy="4878073"/>
              <a:chOff x="2558536" y="1849120"/>
              <a:chExt cx="4510410" cy="4510408"/>
            </a:xfrm>
          </p:grpSpPr>
          <p:sp>
            <p:nvSpPr>
              <p:cNvPr id="3328" name="Google Shape;3328;p11"/>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29" name="Google Shape;3329;p11"/>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30" name="Google Shape;3330;p11"/>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31" name="Google Shape;3331;p11"/>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Target Audience with solid fill" id="3332" name="Google Shape;3332;p11"/>
            <p:cNvPicPr preferRelativeResize="0"/>
            <p:nvPr/>
          </p:nvPicPr>
          <p:blipFill rotWithShape="1">
            <a:blip r:embed="rId3">
              <a:alphaModFix/>
            </a:blip>
            <a:srcRect b="0" l="0" r="0" t="0"/>
            <a:stretch/>
          </p:blipFill>
          <p:spPr>
            <a:xfrm>
              <a:off x="3435403" y="3556816"/>
              <a:ext cx="1152348" cy="1152348"/>
            </a:xfrm>
            <a:prstGeom prst="rect">
              <a:avLst/>
            </a:prstGeom>
            <a:noFill/>
            <a:ln>
              <a:noFill/>
            </a:ln>
          </p:spPr>
        </p:pic>
      </p:grpSp>
      <p:grpSp>
        <p:nvGrpSpPr>
          <p:cNvPr id="3333" name="Google Shape;3333;p11"/>
          <p:cNvGrpSpPr/>
          <p:nvPr/>
        </p:nvGrpSpPr>
        <p:grpSpPr>
          <a:xfrm>
            <a:off x="5289253" y="1929919"/>
            <a:ext cx="3871013" cy="3871011"/>
            <a:chOff x="5087547" y="2750190"/>
            <a:chExt cx="3871013" cy="3871011"/>
          </a:xfrm>
        </p:grpSpPr>
        <p:grpSp>
          <p:nvGrpSpPr>
            <p:cNvPr id="3334" name="Google Shape;3334;p11"/>
            <p:cNvGrpSpPr/>
            <p:nvPr/>
          </p:nvGrpSpPr>
          <p:grpSpPr>
            <a:xfrm>
              <a:off x="5087547" y="2750190"/>
              <a:ext cx="3871013" cy="3871011"/>
              <a:chOff x="6995829" y="1763061"/>
              <a:chExt cx="6939934" cy="6939932"/>
            </a:xfrm>
          </p:grpSpPr>
          <p:sp>
            <p:nvSpPr>
              <p:cNvPr id="3335" name="Google Shape;3335;p11"/>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36" name="Google Shape;3336;p11"/>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37" name="Google Shape;3337;p11"/>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38" name="Google Shape;3338;p11"/>
              <p:cNvSpPr/>
              <p:nvPr/>
            </p:nvSpPr>
            <p:spPr>
              <a:xfrm>
                <a:off x="9180642" y="3947873"/>
                <a:ext cx="2570307" cy="2570306"/>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Call center with solid fill" id="3339" name="Google Shape;3339;p11"/>
            <p:cNvPicPr preferRelativeResize="0"/>
            <p:nvPr/>
          </p:nvPicPr>
          <p:blipFill rotWithShape="1">
            <a:blip r:embed="rId4">
              <a:alphaModFix/>
            </a:blip>
            <a:srcRect b="0" l="0" r="0" t="0"/>
            <a:stretch/>
          </p:blipFill>
          <p:spPr>
            <a:xfrm>
              <a:off x="6603167" y="4264665"/>
              <a:ext cx="820595" cy="820595"/>
            </a:xfrm>
            <a:prstGeom prst="rect">
              <a:avLst/>
            </a:prstGeom>
            <a:noFill/>
            <a:ln>
              <a:noFill/>
            </a:ln>
          </p:spPr>
        </p:pic>
      </p:grpSp>
      <p:sp>
        <p:nvSpPr>
          <p:cNvPr id="3340" name="Google Shape;3340;p11"/>
          <p:cNvSpPr txBox="1"/>
          <p:nvPr/>
        </p:nvSpPr>
        <p:spPr>
          <a:xfrm>
            <a:off x="581025" y="2496820"/>
            <a:ext cx="293560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Barlow SemiBold"/>
                <a:ea typeface="Barlow SemiBold"/>
                <a:cs typeface="Barlow SemiBold"/>
                <a:sym typeface="Barlow SemiBold"/>
              </a:rPr>
              <a:t>JTBD (Jobs to be Done)</a:t>
            </a:r>
            <a:endParaRPr b="1" sz="1800">
              <a:solidFill>
                <a:schemeClr val="dk1"/>
              </a:solidFill>
              <a:latin typeface="Barlow SemiBold"/>
              <a:ea typeface="Barlow SemiBold"/>
              <a:cs typeface="Barlow SemiBold"/>
              <a:sym typeface="Barlow SemiBold"/>
            </a:endParaRPr>
          </a:p>
        </p:txBody>
      </p:sp>
      <p:sp>
        <p:nvSpPr>
          <p:cNvPr id="3341" name="Google Shape;3341;p11"/>
          <p:cNvSpPr txBox="1"/>
          <p:nvPr/>
        </p:nvSpPr>
        <p:spPr>
          <a:xfrm>
            <a:off x="500380" y="3268345"/>
            <a:ext cx="2846705" cy="116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Open Sans"/>
                <a:ea typeface="Open Sans"/>
                <a:cs typeface="Open Sans"/>
                <a:sym typeface="Open Sans"/>
              </a:rPr>
              <a:t>Memahami kebutuhan dan motivasi customer dengan mengidentifikasikan tugas   tugas yang ingin dicapai dengan product dan layanan</a:t>
            </a:r>
            <a:endParaRPr b="0" sz="1100" cap="none">
              <a:solidFill>
                <a:schemeClr val="dk1"/>
              </a:solidFill>
              <a:latin typeface="Open Sans"/>
              <a:ea typeface="Open Sans"/>
              <a:cs typeface="Open Sans"/>
              <a:sym typeface="Open Sans"/>
            </a:endParaRPr>
          </a:p>
        </p:txBody>
      </p:sp>
      <p:grpSp>
        <p:nvGrpSpPr>
          <p:cNvPr id="3342" name="Google Shape;3342;p11"/>
          <p:cNvGrpSpPr/>
          <p:nvPr/>
        </p:nvGrpSpPr>
        <p:grpSpPr>
          <a:xfrm>
            <a:off x="689103" y="3037129"/>
            <a:ext cx="2657449" cy="0"/>
            <a:chOff x="487397" y="4066315"/>
            <a:chExt cx="2657449" cy="0"/>
          </a:xfrm>
        </p:grpSpPr>
        <p:cxnSp>
          <p:nvCxnSpPr>
            <p:cNvPr id="3343" name="Google Shape;3343;p11"/>
            <p:cNvCxnSpPr/>
            <p:nvPr/>
          </p:nvCxnSpPr>
          <p:spPr>
            <a:xfrm>
              <a:off x="487397" y="4066315"/>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344" name="Google Shape;3344;p11"/>
            <p:cNvCxnSpPr/>
            <p:nvPr/>
          </p:nvCxnSpPr>
          <p:spPr>
            <a:xfrm>
              <a:off x="991419" y="4066315"/>
              <a:ext cx="2153427" cy="0"/>
            </a:xfrm>
            <a:prstGeom prst="straightConnector1">
              <a:avLst/>
            </a:prstGeom>
            <a:noFill/>
            <a:ln cap="flat" cmpd="sng" w="12700">
              <a:solidFill>
                <a:schemeClr val="dk2"/>
              </a:solidFill>
              <a:prstDash val="solid"/>
              <a:miter lim="800000"/>
              <a:headEnd len="sm" w="sm" type="none"/>
              <a:tailEnd len="sm" w="sm" type="none"/>
            </a:ln>
          </p:spPr>
        </p:cxnSp>
      </p:grpSp>
      <p:sp>
        <p:nvSpPr>
          <p:cNvPr id="3345" name="Google Shape;3345;p11"/>
          <p:cNvSpPr txBox="1"/>
          <p:nvPr/>
        </p:nvSpPr>
        <p:spPr>
          <a:xfrm>
            <a:off x="8889645" y="4507475"/>
            <a:ext cx="2392186" cy="1383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400">
                <a:solidFill>
                  <a:schemeClr val="dk1"/>
                </a:solidFill>
                <a:latin typeface="Open Sans"/>
                <a:ea typeface="Open Sans"/>
                <a:cs typeface="Open Sans"/>
                <a:sym typeface="Open Sans"/>
              </a:rPr>
              <a:t>Detail penjelasan tentang fiksi target customer. Dibuat dengan menggunakan asumsi yang didasarkan pada market research.</a:t>
            </a:r>
            <a:endParaRPr b="0" sz="1100" cap="none">
              <a:solidFill>
                <a:schemeClr val="dk1"/>
              </a:solidFill>
              <a:latin typeface="Open Sans"/>
              <a:ea typeface="Open Sans"/>
              <a:cs typeface="Open Sans"/>
              <a:sym typeface="Open Sans"/>
            </a:endParaRPr>
          </a:p>
        </p:txBody>
      </p:sp>
      <p:grpSp>
        <p:nvGrpSpPr>
          <p:cNvPr id="3346" name="Google Shape;3346;p11"/>
          <p:cNvGrpSpPr/>
          <p:nvPr/>
        </p:nvGrpSpPr>
        <p:grpSpPr>
          <a:xfrm>
            <a:off x="7506561" y="3544521"/>
            <a:ext cx="3775270" cy="749477"/>
            <a:chOff x="7304855" y="4364792"/>
            <a:chExt cx="3775270" cy="749477"/>
          </a:xfrm>
        </p:grpSpPr>
        <p:sp>
          <p:nvSpPr>
            <p:cNvPr id="3347" name="Google Shape;3347;p11"/>
            <p:cNvSpPr txBox="1"/>
            <p:nvPr/>
          </p:nvSpPr>
          <p:spPr>
            <a:xfrm>
              <a:off x="8731098" y="4364792"/>
              <a:ext cx="2349027" cy="6463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800">
                  <a:solidFill>
                    <a:schemeClr val="dk1"/>
                  </a:solidFill>
                  <a:latin typeface="Barlow SemiBold"/>
                  <a:ea typeface="Barlow SemiBold"/>
                  <a:cs typeface="Barlow SemiBold"/>
                  <a:sym typeface="Barlow SemiBold"/>
                </a:rPr>
                <a:t>CUSTOMER </a:t>
              </a:r>
              <a:endParaRPr b="1" sz="1800">
                <a:solidFill>
                  <a:schemeClr val="dk1"/>
                </a:solidFill>
                <a:latin typeface="Barlow SemiBold"/>
                <a:ea typeface="Barlow SemiBold"/>
                <a:cs typeface="Barlow SemiBold"/>
                <a:sym typeface="Barlow SemiBold"/>
              </a:endParaRPr>
            </a:p>
            <a:p>
              <a:pPr indent="0" lvl="0" marL="0" marR="0" rtl="0" algn="r">
                <a:spcBef>
                  <a:spcPts val="0"/>
                </a:spcBef>
                <a:spcAft>
                  <a:spcPts val="0"/>
                </a:spcAft>
                <a:buNone/>
              </a:pPr>
              <a:r>
                <a:rPr b="1" lang="en-US" sz="1800">
                  <a:solidFill>
                    <a:schemeClr val="dk1"/>
                  </a:solidFill>
                  <a:latin typeface="Barlow SemiBold"/>
                  <a:ea typeface="Barlow SemiBold"/>
                  <a:cs typeface="Barlow SemiBold"/>
                  <a:sym typeface="Barlow SemiBold"/>
                </a:rPr>
                <a:t>PERSONA</a:t>
              </a:r>
              <a:endParaRPr b="1" sz="1800">
                <a:solidFill>
                  <a:schemeClr val="dk1"/>
                </a:solidFill>
                <a:latin typeface="Barlow SemiBold"/>
                <a:ea typeface="Barlow SemiBold"/>
                <a:cs typeface="Barlow SemiBold"/>
                <a:sym typeface="Barlow SemiBold"/>
              </a:endParaRPr>
            </a:p>
          </p:txBody>
        </p:sp>
        <p:grpSp>
          <p:nvGrpSpPr>
            <p:cNvPr id="3348" name="Google Shape;3348;p11"/>
            <p:cNvGrpSpPr/>
            <p:nvPr/>
          </p:nvGrpSpPr>
          <p:grpSpPr>
            <a:xfrm>
              <a:off x="7304855" y="5114269"/>
              <a:ext cx="3667860" cy="0"/>
              <a:chOff x="7304855" y="5114269"/>
              <a:chExt cx="3667860" cy="0"/>
            </a:xfrm>
          </p:grpSpPr>
          <p:cxnSp>
            <p:nvCxnSpPr>
              <p:cNvPr id="3349" name="Google Shape;3349;p11"/>
              <p:cNvCxnSpPr/>
              <p:nvPr/>
            </p:nvCxnSpPr>
            <p:spPr>
              <a:xfrm>
                <a:off x="10453653" y="5114269"/>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350" name="Google Shape;3350;p11"/>
              <p:cNvCxnSpPr/>
              <p:nvPr/>
            </p:nvCxnSpPr>
            <p:spPr>
              <a:xfrm>
                <a:off x="7304855" y="5114269"/>
                <a:ext cx="3662345" cy="0"/>
              </a:xfrm>
              <a:prstGeom prst="straightConnector1">
                <a:avLst/>
              </a:prstGeom>
              <a:noFill/>
              <a:ln cap="flat" cmpd="sng" w="12700">
                <a:solidFill>
                  <a:schemeClr val="dk2"/>
                </a:solidFill>
                <a:prstDash val="solid"/>
                <a:miter lim="800000"/>
                <a:headEnd len="sm" w="sm" type="none"/>
                <a:tailEnd len="sm" w="sm" type="none"/>
              </a:ln>
            </p:spPr>
          </p:cxnSp>
        </p:grpSp>
      </p:grpSp>
      <p:sp>
        <p:nvSpPr>
          <p:cNvPr id="3351" name="Google Shape;3351;p11"/>
          <p:cNvSpPr txBox="1"/>
          <p:nvPr/>
        </p:nvSpPr>
        <p:spPr>
          <a:xfrm>
            <a:off x="360000" y="308292"/>
            <a:ext cx="11484000" cy="4921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3200"/>
              <a:buFont typeface="Barlow"/>
              <a:buNone/>
            </a:pPr>
            <a:r>
              <a:rPr b="1" lang="en-US" sz="3200">
                <a:solidFill>
                  <a:schemeClr val="dk2"/>
                </a:solidFill>
                <a:latin typeface="Barlow"/>
                <a:ea typeface="Barlow"/>
                <a:cs typeface="Barlow"/>
                <a:sym typeface="Barlow"/>
              </a:rPr>
              <a:t> Konsep Inti dari pelajaran ini </a:t>
            </a:r>
            <a:endParaRPr b="1" sz="3200">
              <a:solidFill>
                <a:schemeClr val="dk2"/>
              </a:solidFill>
              <a:latin typeface="Barlow"/>
              <a:ea typeface="Barlow"/>
              <a:cs typeface="Barlow"/>
              <a:sym typeface="Barlow"/>
            </a:endParaRPr>
          </a:p>
        </p:txBody>
      </p:sp>
      <p:sp>
        <p:nvSpPr>
          <p:cNvPr id="3352" name="Google Shape;3352;p11"/>
          <p:cNvSpPr txBox="1"/>
          <p:nvPr/>
        </p:nvSpPr>
        <p:spPr>
          <a:xfrm>
            <a:off x="11680825" y="4251325"/>
            <a:ext cx="40640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26"/>
                                        </p:tgtEl>
                                        <p:attrNameLst>
                                          <p:attrName>style.visibility</p:attrName>
                                        </p:attrNameLst>
                                      </p:cBhvr>
                                      <p:to>
                                        <p:strVal val="visible"/>
                                      </p:to>
                                    </p:set>
                                    <p:anim calcmode="lin" valueType="num">
                                      <p:cBhvr additive="base">
                                        <p:cTn dur="500"/>
                                        <p:tgtEl>
                                          <p:spTgt spid="3326"/>
                                        </p:tgtEl>
                                        <p:attrNameLst>
                                          <p:attrName>ppt_w</p:attrName>
                                        </p:attrNameLst>
                                      </p:cBhvr>
                                      <p:tavLst>
                                        <p:tav fmla="" tm="0">
                                          <p:val>
                                            <p:strVal val="0"/>
                                          </p:val>
                                        </p:tav>
                                        <p:tav fmla="" tm="100000">
                                          <p:val>
                                            <p:strVal val="#ppt_w"/>
                                          </p:val>
                                        </p:tav>
                                      </p:tavLst>
                                    </p:anim>
                                    <p:anim calcmode="lin" valueType="num">
                                      <p:cBhvr additive="base">
                                        <p:cTn dur="500"/>
                                        <p:tgtEl>
                                          <p:spTgt spid="332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33"/>
                                        </p:tgtEl>
                                        <p:attrNameLst>
                                          <p:attrName>style.visibility</p:attrName>
                                        </p:attrNameLst>
                                      </p:cBhvr>
                                      <p:to>
                                        <p:strVal val="visible"/>
                                      </p:to>
                                    </p:set>
                                    <p:anim calcmode="lin" valueType="num">
                                      <p:cBhvr additive="base">
                                        <p:cTn dur="500"/>
                                        <p:tgtEl>
                                          <p:spTgt spid="3333"/>
                                        </p:tgtEl>
                                        <p:attrNameLst>
                                          <p:attrName>ppt_w</p:attrName>
                                        </p:attrNameLst>
                                      </p:cBhvr>
                                      <p:tavLst>
                                        <p:tav fmla="" tm="0">
                                          <p:val>
                                            <p:strVal val="0"/>
                                          </p:val>
                                        </p:tav>
                                        <p:tav fmla="" tm="100000">
                                          <p:val>
                                            <p:strVal val="#ppt_w"/>
                                          </p:val>
                                        </p:tav>
                                      </p:tavLst>
                                    </p:anim>
                                    <p:anim calcmode="lin" valueType="num">
                                      <p:cBhvr additive="base">
                                        <p:cTn dur="500"/>
                                        <p:tgtEl>
                                          <p:spTgt spid="33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7" name="Shape 3357"/>
        <p:cNvGrpSpPr/>
        <p:nvPr/>
      </p:nvGrpSpPr>
      <p:grpSpPr>
        <a:xfrm>
          <a:off x="0" y="0"/>
          <a:ext cx="0" cy="0"/>
          <a:chOff x="0" y="0"/>
          <a:chExt cx="0" cy="0"/>
        </a:xfrm>
      </p:grpSpPr>
      <p:pic>
        <p:nvPicPr>
          <p:cNvPr descr="Apple iPhone 12 Price in India 2024, Full Specs &amp; Review | Smartprix" id="3358" name="Google Shape;3358;p12"/>
          <p:cNvPicPr preferRelativeResize="0"/>
          <p:nvPr/>
        </p:nvPicPr>
        <p:blipFill rotWithShape="1">
          <a:blip r:embed="rId3">
            <a:alphaModFix/>
          </a:blip>
          <a:srcRect b="0" l="0" r="0" t="0"/>
          <a:stretch/>
        </p:blipFill>
        <p:spPr>
          <a:xfrm>
            <a:off x="431562" y="2015066"/>
            <a:ext cx="3274714" cy="4451467"/>
          </a:xfrm>
          <a:prstGeom prst="rect">
            <a:avLst/>
          </a:prstGeom>
          <a:noFill/>
          <a:ln>
            <a:noFill/>
          </a:ln>
        </p:spPr>
      </p:pic>
      <p:sp>
        <p:nvSpPr>
          <p:cNvPr id="3359" name="Google Shape;3359;p12"/>
          <p:cNvSpPr txBox="1"/>
          <p:nvPr/>
        </p:nvSpPr>
        <p:spPr>
          <a:xfrm>
            <a:off x="431562" y="253067"/>
            <a:ext cx="507606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Open Sans"/>
                <a:ea typeface="Open Sans"/>
                <a:cs typeface="Open Sans"/>
                <a:sym typeface="Open Sans"/>
              </a:rPr>
              <a:t>What does an iPhone help you </a:t>
            </a:r>
            <a:r>
              <a:rPr b="1" lang="en-US" sz="3600">
                <a:solidFill>
                  <a:srgbClr val="C00000"/>
                </a:solidFill>
                <a:latin typeface="Open Sans"/>
                <a:ea typeface="Open Sans"/>
                <a:cs typeface="Open Sans"/>
                <a:sym typeface="Open Sans"/>
              </a:rPr>
              <a:t>do/feel</a:t>
            </a:r>
            <a:r>
              <a:rPr b="1" lang="en-US" sz="3600">
                <a:solidFill>
                  <a:schemeClr val="dk1"/>
                </a:solidFill>
                <a:latin typeface="Open Sans"/>
                <a:ea typeface="Open Sans"/>
                <a:cs typeface="Open Sans"/>
                <a:sym typeface="Open Sans"/>
              </a:rPr>
              <a:t>?</a:t>
            </a:r>
            <a:endParaRPr b="1" sz="3600">
              <a:solidFill>
                <a:schemeClr val="dk1"/>
              </a:solidFill>
              <a:latin typeface="Open Sans"/>
              <a:ea typeface="Open Sans"/>
              <a:cs typeface="Open Sans"/>
              <a:sym typeface="Open Sans"/>
            </a:endParaRPr>
          </a:p>
        </p:txBody>
      </p:sp>
      <p:sp>
        <p:nvSpPr>
          <p:cNvPr id="3360" name="Google Shape;3360;p12"/>
          <p:cNvSpPr txBox="1"/>
          <p:nvPr/>
        </p:nvSpPr>
        <p:spPr>
          <a:xfrm>
            <a:off x="6468682" y="1599568"/>
            <a:ext cx="388363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STAY CONNECTED WITH FAMILY</a:t>
            </a:r>
            <a:endParaRPr sz="2400">
              <a:solidFill>
                <a:srgbClr val="8F171C"/>
              </a:solidFill>
              <a:latin typeface="Arial"/>
              <a:ea typeface="Arial"/>
              <a:cs typeface="Arial"/>
              <a:sym typeface="Arial"/>
            </a:endParaRPr>
          </a:p>
        </p:txBody>
      </p:sp>
      <p:sp>
        <p:nvSpPr>
          <p:cNvPr id="3361" name="Google Shape;3361;p12"/>
          <p:cNvSpPr txBox="1"/>
          <p:nvPr/>
        </p:nvSpPr>
        <p:spPr>
          <a:xfrm>
            <a:off x="7970907" y="2313391"/>
            <a:ext cx="267788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TALK TO FRIENDS</a:t>
            </a:r>
            <a:endParaRPr sz="2400">
              <a:solidFill>
                <a:srgbClr val="8F171C"/>
              </a:solidFill>
              <a:latin typeface="Arial"/>
              <a:ea typeface="Arial"/>
              <a:cs typeface="Arial"/>
              <a:sym typeface="Arial"/>
            </a:endParaRPr>
          </a:p>
        </p:txBody>
      </p:sp>
      <p:sp>
        <p:nvSpPr>
          <p:cNvPr id="3362" name="Google Shape;3362;p12"/>
          <p:cNvSpPr txBox="1"/>
          <p:nvPr/>
        </p:nvSpPr>
        <p:spPr>
          <a:xfrm>
            <a:off x="6738731" y="4935260"/>
            <a:ext cx="230777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BE ACTIVE ON SOCIAL MEDIA</a:t>
            </a:r>
            <a:endParaRPr sz="2400">
              <a:solidFill>
                <a:srgbClr val="8F171C"/>
              </a:solidFill>
              <a:latin typeface="Arial"/>
              <a:ea typeface="Arial"/>
              <a:cs typeface="Arial"/>
              <a:sym typeface="Arial"/>
            </a:endParaRPr>
          </a:p>
        </p:txBody>
      </p:sp>
      <p:sp>
        <p:nvSpPr>
          <p:cNvPr id="3363" name="Google Shape;3363;p12"/>
          <p:cNvSpPr txBox="1"/>
          <p:nvPr/>
        </p:nvSpPr>
        <p:spPr>
          <a:xfrm>
            <a:off x="9576265" y="3250915"/>
            <a:ext cx="230777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LISTEN TO MUSIC</a:t>
            </a:r>
            <a:endParaRPr sz="2400">
              <a:solidFill>
                <a:srgbClr val="8F171C"/>
              </a:solidFill>
              <a:latin typeface="Arial"/>
              <a:ea typeface="Arial"/>
              <a:cs typeface="Arial"/>
              <a:sym typeface="Arial"/>
            </a:endParaRPr>
          </a:p>
        </p:txBody>
      </p:sp>
      <p:sp>
        <p:nvSpPr>
          <p:cNvPr id="3364" name="Google Shape;3364;p12"/>
          <p:cNvSpPr txBox="1"/>
          <p:nvPr/>
        </p:nvSpPr>
        <p:spPr>
          <a:xfrm>
            <a:off x="6817021" y="3777726"/>
            <a:ext cx="23077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ORDER FOOD</a:t>
            </a:r>
            <a:endParaRPr sz="2400">
              <a:solidFill>
                <a:srgbClr val="8F171C"/>
              </a:solidFill>
              <a:latin typeface="Arial"/>
              <a:ea typeface="Arial"/>
              <a:cs typeface="Arial"/>
              <a:sym typeface="Arial"/>
            </a:endParaRPr>
          </a:p>
        </p:txBody>
      </p:sp>
      <p:sp>
        <p:nvSpPr>
          <p:cNvPr id="3365" name="Google Shape;3365;p12"/>
          <p:cNvSpPr txBox="1"/>
          <p:nvPr/>
        </p:nvSpPr>
        <p:spPr>
          <a:xfrm>
            <a:off x="5314797" y="2620192"/>
            <a:ext cx="23077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LOOK COOL</a:t>
            </a:r>
            <a:endParaRPr sz="2400">
              <a:solidFill>
                <a:srgbClr val="8F171C"/>
              </a:solidFill>
              <a:latin typeface="Arial"/>
              <a:ea typeface="Arial"/>
              <a:cs typeface="Arial"/>
              <a:sym typeface="Arial"/>
            </a:endParaRPr>
          </a:p>
        </p:txBody>
      </p:sp>
      <p:sp>
        <p:nvSpPr>
          <p:cNvPr id="3366" name="Google Shape;3366;p12"/>
          <p:cNvSpPr txBox="1"/>
          <p:nvPr/>
        </p:nvSpPr>
        <p:spPr>
          <a:xfrm>
            <a:off x="4430959" y="3316061"/>
            <a:ext cx="23077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E-COMMERCE</a:t>
            </a:r>
            <a:endParaRPr sz="2400">
              <a:solidFill>
                <a:srgbClr val="8F171C"/>
              </a:solidFill>
              <a:latin typeface="Arial"/>
              <a:ea typeface="Arial"/>
              <a:cs typeface="Arial"/>
              <a:sym typeface="Arial"/>
            </a:endParaRPr>
          </a:p>
        </p:txBody>
      </p:sp>
      <p:sp>
        <p:nvSpPr>
          <p:cNvPr id="3367" name="Google Shape;3367;p12"/>
          <p:cNvSpPr txBox="1"/>
          <p:nvPr/>
        </p:nvSpPr>
        <p:spPr>
          <a:xfrm>
            <a:off x="4269639" y="4294635"/>
            <a:ext cx="265073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TAKE GREAT PICS</a:t>
            </a:r>
            <a:endParaRPr sz="2400">
              <a:solidFill>
                <a:srgbClr val="8F171C"/>
              </a:solidFill>
              <a:latin typeface="Arial"/>
              <a:ea typeface="Arial"/>
              <a:cs typeface="Arial"/>
              <a:sym typeface="Arial"/>
            </a:endParaRPr>
          </a:p>
        </p:txBody>
      </p:sp>
      <p:sp>
        <p:nvSpPr>
          <p:cNvPr id="3368" name="Google Shape;3368;p12"/>
          <p:cNvSpPr txBox="1"/>
          <p:nvPr/>
        </p:nvSpPr>
        <p:spPr>
          <a:xfrm>
            <a:off x="8505132" y="4473595"/>
            <a:ext cx="23077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F171C"/>
                </a:solidFill>
                <a:latin typeface="Arial"/>
                <a:ea typeface="Arial"/>
                <a:cs typeface="Arial"/>
                <a:sym typeface="Arial"/>
              </a:rPr>
              <a:t>PLAY GAMES</a:t>
            </a:r>
            <a:endParaRPr sz="2400">
              <a:solidFill>
                <a:srgbClr val="8F171C"/>
              </a:solidFill>
              <a:latin typeface="Arial"/>
              <a:ea typeface="Arial"/>
              <a:cs typeface="Arial"/>
              <a:sym typeface="Arial"/>
            </a:endParaRPr>
          </a:p>
        </p:txBody>
      </p:sp>
      <p:grpSp>
        <p:nvGrpSpPr>
          <p:cNvPr id="3369" name="Google Shape;3369;p12"/>
          <p:cNvGrpSpPr/>
          <p:nvPr/>
        </p:nvGrpSpPr>
        <p:grpSpPr>
          <a:xfrm>
            <a:off x="1193965" y="4033435"/>
            <a:ext cx="3440760" cy="1779178"/>
            <a:chOff x="511629" y="4439957"/>
            <a:chExt cx="3440760" cy="1779178"/>
          </a:xfrm>
        </p:grpSpPr>
        <p:sp>
          <p:nvSpPr>
            <p:cNvPr id="3370" name="Google Shape;3370;p12"/>
            <p:cNvSpPr/>
            <p:nvPr/>
          </p:nvSpPr>
          <p:spPr>
            <a:xfrm rot="-4088829">
              <a:off x="2443060" y="4815800"/>
              <a:ext cx="1504855" cy="1027492"/>
            </a:xfrm>
            <a:prstGeom prst="arc">
              <a:avLst>
                <a:gd fmla="val 15236598" name="adj1"/>
                <a:gd fmla="val 1655875" name="adj2"/>
              </a:avLst>
            </a:prstGeom>
            <a:noFill/>
            <a:ln cap="flat" cmpd="sng" w="38100">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71" name="Google Shape;3371;p12"/>
            <p:cNvSpPr txBox="1"/>
            <p:nvPr/>
          </p:nvSpPr>
          <p:spPr>
            <a:xfrm>
              <a:off x="511629" y="5295805"/>
              <a:ext cx="248194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For a photography enthusiast, this may be Job #1</a:t>
              </a:r>
              <a:endParaRPr sz="1800">
                <a:solidFill>
                  <a:schemeClr val="lt1"/>
                </a:solidFill>
                <a:latin typeface="Arial"/>
                <a:ea typeface="Arial"/>
                <a:cs typeface="Arial"/>
                <a:sym typeface="Arial"/>
              </a:endParaRPr>
            </a:p>
          </p:txBody>
        </p:sp>
      </p:grpSp>
      <p:grpSp>
        <p:nvGrpSpPr>
          <p:cNvPr id="3372" name="Google Shape;3372;p12"/>
          <p:cNvGrpSpPr/>
          <p:nvPr/>
        </p:nvGrpSpPr>
        <p:grpSpPr>
          <a:xfrm>
            <a:off x="9204742" y="4473416"/>
            <a:ext cx="2836408" cy="1993117"/>
            <a:chOff x="8724221" y="3383569"/>
            <a:chExt cx="2836408" cy="1993117"/>
          </a:xfrm>
        </p:grpSpPr>
        <p:sp>
          <p:nvSpPr>
            <p:cNvPr id="3373" name="Google Shape;3373;p12"/>
            <p:cNvSpPr txBox="1"/>
            <p:nvPr/>
          </p:nvSpPr>
          <p:spPr>
            <a:xfrm>
              <a:off x="10014857" y="4176357"/>
              <a:ext cx="1545772" cy="120032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For a gaming enthusiast, this may be Job #1</a:t>
              </a:r>
              <a:endParaRPr sz="1800">
                <a:solidFill>
                  <a:schemeClr val="dk1"/>
                </a:solidFill>
                <a:latin typeface="Arial"/>
                <a:ea typeface="Arial"/>
                <a:cs typeface="Arial"/>
                <a:sym typeface="Arial"/>
              </a:endParaRPr>
            </a:p>
          </p:txBody>
        </p:sp>
        <p:sp>
          <p:nvSpPr>
            <p:cNvPr id="3374" name="Google Shape;3374;p12"/>
            <p:cNvSpPr/>
            <p:nvPr/>
          </p:nvSpPr>
          <p:spPr>
            <a:xfrm rot="8523981">
              <a:off x="8775914" y="3920020"/>
              <a:ext cx="2044562" cy="870850"/>
            </a:xfrm>
            <a:prstGeom prst="arc">
              <a:avLst>
                <a:gd fmla="val 15236598" name="adj1"/>
                <a:gd fmla="val 1655875" name="adj2"/>
              </a:avLst>
            </a:prstGeom>
            <a:noFill/>
            <a:ln cap="flat" cmpd="sng" w="38100">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8" name="Shape 3378"/>
        <p:cNvGrpSpPr/>
        <p:nvPr/>
      </p:nvGrpSpPr>
      <p:grpSpPr>
        <a:xfrm>
          <a:off x="0" y="0"/>
          <a:ext cx="0" cy="0"/>
          <a:chOff x="0" y="0"/>
          <a:chExt cx="0" cy="0"/>
        </a:xfrm>
      </p:grpSpPr>
      <p:pic>
        <p:nvPicPr>
          <p:cNvPr descr="iPhone 15: Price, specs and availability | Tom's Guide" id="3379" name="Google Shape;3379;p13"/>
          <p:cNvPicPr preferRelativeResize="0"/>
          <p:nvPr/>
        </p:nvPicPr>
        <p:blipFill rotWithShape="1">
          <a:blip r:embed="rId3">
            <a:alphaModFix/>
          </a:blip>
          <a:srcRect b="0" l="32321" r="20982" t="0"/>
          <a:stretch/>
        </p:blipFill>
        <p:spPr>
          <a:xfrm>
            <a:off x="0" y="1587"/>
            <a:ext cx="5693229" cy="6856413"/>
          </a:xfrm>
          <a:prstGeom prst="rect">
            <a:avLst/>
          </a:prstGeom>
          <a:noFill/>
          <a:ln>
            <a:noFill/>
          </a:ln>
        </p:spPr>
      </p:pic>
      <p:sp>
        <p:nvSpPr>
          <p:cNvPr id="3380" name="Google Shape;3380;p13"/>
          <p:cNvSpPr txBox="1"/>
          <p:nvPr/>
        </p:nvSpPr>
        <p:spPr>
          <a:xfrm>
            <a:off x="5917565" y="890905"/>
            <a:ext cx="5588000" cy="47078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C00000"/>
                </a:solidFill>
                <a:latin typeface="Barlow"/>
                <a:ea typeface="Barlow"/>
                <a:cs typeface="Barlow"/>
                <a:sym typeface="Barlow"/>
              </a:rPr>
              <a:t>JOBS-TO-BE-DONE (JTBD)</a:t>
            </a:r>
            <a:endParaRPr b="1" sz="3600">
              <a:solidFill>
                <a:srgbClr val="C00000"/>
              </a:solidFill>
              <a:latin typeface="Barlow"/>
              <a:ea typeface="Barlow"/>
              <a:cs typeface="Barlow"/>
              <a:sym typeface="Barlow"/>
            </a:endParaRPr>
          </a:p>
          <a:p>
            <a:pPr indent="0" lvl="0" marL="0" marR="0" rtl="0" algn="l">
              <a:spcBef>
                <a:spcPts val="0"/>
              </a:spcBef>
              <a:spcAft>
                <a:spcPts val="0"/>
              </a:spcAft>
              <a:buNone/>
            </a:pPr>
            <a:r>
              <a:t/>
            </a:r>
            <a:endParaRPr sz="2800">
              <a:solidFill>
                <a:srgbClr val="202020"/>
              </a:solidFill>
              <a:latin typeface="Barlow"/>
              <a:ea typeface="Barlow"/>
              <a:cs typeface="Barlow"/>
              <a:sym typeface="Barlow"/>
            </a:endParaRPr>
          </a:p>
          <a:p>
            <a:pPr indent="0" lvl="0" marL="0" marR="0" rtl="0" algn="l">
              <a:spcBef>
                <a:spcPts val="0"/>
              </a:spcBef>
              <a:spcAft>
                <a:spcPts val="0"/>
              </a:spcAft>
              <a:buNone/>
            </a:pPr>
            <a:r>
              <a:rPr lang="en-US" sz="2400">
                <a:solidFill>
                  <a:srgbClr val="202020"/>
                </a:solidFill>
                <a:latin typeface="Barlow"/>
                <a:ea typeface="Barlow"/>
                <a:cs typeface="Barlow"/>
                <a:sym typeface="Barlow"/>
              </a:rPr>
              <a:t>"Jobs" menunjukkan tugas khusus atau tujuan yang ingin dicapai seseorang </a:t>
            </a:r>
            <a:r>
              <a:rPr lang="en-US" sz="2800">
                <a:solidFill>
                  <a:srgbClr val="202020"/>
                </a:solidFill>
                <a:latin typeface="Barlow"/>
                <a:ea typeface="Barlow"/>
                <a:cs typeface="Barlow"/>
                <a:sym typeface="Barlow"/>
              </a:rPr>
              <a:t>.</a:t>
            </a:r>
            <a:endParaRPr sz="2800">
              <a:solidFill>
                <a:srgbClr val="202020"/>
              </a:solidFill>
              <a:latin typeface="Barlow"/>
              <a:ea typeface="Barlow"/>
              <a:cs typeface="Barlow"/>
              <a:sym typeface="Barlow"/>
            </a:endParaRPr>
          </a:p>
          <a:p>
            <a:pPr indent="0" lvl="0" marL="0" marR="0" rtl="0" algn="l">
              <a:spcBef>
                <a:spcPts val="0"/>
              </a:spcBef>
              <a:spcAft>
                <a:spcPts val="0"/>
              </a:spcAft>
              <a:buNone/>
            </a:pPr>
            <a:r>
              <a:t/>
            </a:r>
            <a:endParaRPr sz="2800">
              <a:solidFill>
                <a:srgbClr val="202020"/>
              </a:solidFill>
              <a:latin typeface="Barlow"/>
              <a:ea typeface="Barlow"/>
              <a:cs typeface="Barlow"/>
              <a:sym typeface="Barlow"/>
            </a:endParaRPr>
          </a:p>
          <a:p>
            <a:pPr indent="0" lvl="0" marL="0" marR="0" rtl="0" algn="l">
              <a:spcBef>
                <a:spcPts val="0"/>
              </a:spcBef>
              <a:spcAft>
                <a:spcPts val="0"/>
              </a:spcAft>
              <a:buNone/>
            </a:pPr>
            <a:r>
              <a:rPr lang="en-US" sz="2400">
                <a:solidFill>
                  <a:srgbClr val="202020"/>
                </a:solidFill>
                <a:latin typeface="Barlow"/>
                <a:ea typeface="Barlow"/>
                <a:cs typeface="Barlow"/>
                <a:sym typeface="Barlow"/>
              </a:rPr>
              <a:t>Hal ini menekankan pada hasil </a:t>
            </a:r>
            <a:r>
              <a:rPr lang="en-US" sz="2400">
                <a:solidFill>
                  <a:srgbClr val="C00000"/>
                </a:solidFill>
                <a:latin typeface="Barlow"/>
                <a:ea typeface="Barlow"/>
                <a:cs typeface="Barlow"/>
                <a:sym typeface="Barlow"/>
              </a:rPr>
              <a:t>(utcomes) yang ingin dicapai </a:t>
            </a:r>
            <a:r>
              <a:rPr lang="en-US" sz="2400">
                <a:solidFill>
                  <a:srgbClr val="202020"/>
                </a:solidFill>
                <a:latin typeface="Barlow"/>
                <a:ea typeface="Barlow"/>
                <a:cs typeface="Barlow"/>
                <a:sym typeface="Barlow"/>
              </a:rPr>
              <a:t>daripada fitur produk yang  </a:t>
            </a:r>
            <a:r>
              <a:rPr i="1" lang="en-US" sz="2400">
                <a:solidFill>
                  <a:srgbClr val="C00000"/>
                </a:solidFill>
                <a:latin typeface="Barlow"/>
                <a:ea typeface="Barlow"/>
                <a:cs typeface="Barlow"/>
                <a:sym typeface="Barlow"/>
              </a:rPr>
              <a:t>mereka gunakan</a:t>
            </a:r>
            <a:r>
              <a:rPr lang="en-US" sz="2400">
                <a:solidFill>
                  <a:srgbClr val="202020"/>
                </a:solidFill>
                <a:latin typeface="Barlow"/>
                <a:ea typeface="Barlow"/>
                <a:cs typeface="Barlow"/>
                <a:sym typeface="Barlow"/>
              </a:rPr>
              <a:t>.</a:t>
            </a:r>
            <a:endParaRPr sz="2400">
              <a:solidFill>
                <a:srgbClr val="202020"/>
              </a:solidFill>
              <a:latin typeface="Barlow"/>
              <a:ea typeface="Barlow"/>
              <a:cs typeface="Barlow"/>
              <a:sym typeface="Barlo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4" name="Shape 3384"/>
        <p:cNvGrpSpPr/>
        <p:nvPr/>
      </p:nvGrpSpPr>
      <p:grpSpPr>
        <a:xfrm>
          <a:off x="0" y="0"/>
          <a:ext cx="0" cy="0"/>
          <a:chOff x="0" y="0"/>
          <a:chExt cx="0" cy="0"/>
        </a:xfrm>
      </p:grpSpPr>
      <p:sp>
        <p:nvSpPr>
          <p:cNvPr id="3385" name="Google Shape;3385;p14"/>
          <p:cNvSpPr/>
          <p:nvPr/>
        </p:nvSpPr>
        <p:spPr>
          <a:xfrm>
            <a:off x="3875310" y="4555"/>
            <a:ext cx="3668486" cy="6853445"/>
          </a:xfrm>
          <a:prstGeom prst="rect">
            <a:avLst/>
          </a:prstGeom>
          <a:solidFill>
            <a:schemeClr val="lt1"/>
          </a:solidFill>
          <a:ln cap="flat" cmpd="sng" w="19050">
            <a:solidFill>
              <a:srgbClr val="B4B1B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cartoon of a child reading a book&#10;&#10;Description automatically generated" id="3386" name="Google Shape;3386;p14"/>
          <p:cNvPicPr preferRelativeResize="0"/>
          <p:nvPr/>
        </p:nvPicPr>
        <p:blipFill rotWithShape="1">
          <a:blip r:embed="rId3">
            <a:alphaModFix/>
          </a:blip>
          <a:srcRect b="0" l="0" r="0" t="0"/>
          <a:stretch/>
        </p:blipFill>
        <p:spPr>
          <a:xfrm>
            <a:off x="718456" y="391889"/>
            <a:ext cx="2351313" cy="2351313"/>
          </a:xfrm>
          <a:prstGeom prst="rect">
            <a:avLst/>
          </a:prstGeom>
          <a:noFill/>
          <a:ln>
            <a:noFill/>
          </a:ln>
        </p:spPr>
      </p:pic>
      <p:sp>
        <p:nvSpPr>
          <p:cNvPr id="3387" name="Google Shape;3387;p14"/>
          <p:cNvSpPr txBox="1"/>
          <p:nvPr/>
        </p:nvSpPr>
        <p:spPr>
          <a:xfrm>
            <a:off x="653415" y="2743200"/>
            <a:ext cx="2828925" cy="37687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C00000"/>
                </a:solidFill>
                <a:latin typeface="Barlow"/>
                <a:ea typeface="Barlow"/>
                <a:cs typeface="Barlow"/>
                <a:sym typeface="Barlow"/>
              </a:rPr>
              <a:t>Problem:</a:t>
            </a:r>
            <a:endParaRPr b="1" sz="2000">
              <a:solidFill>
                <a:srgbClr val="C00000"/>
              </a:solidFill>
              <a:latin typeface="Barlow"/>
              <a:ea typeface="Barlow"/>
              <a:cs typeface="Barlow"/>
              <a:sym typeface="Barlow"/>
            </a:endParaRPr>
          </a:p>
          <a:p>
            <a:pPr indent="0" lvl="0" marL="0" marR="0" rtl="0" algn="l">
              <a:spcBef>
                <a:spcPts val="0"/>
              </a:spcBef>
              <a:spcAft>
                <a:spcPts val="0"/>
              </a:spcAft>
              <a:buNone/>
            </a:pPr>
            <a:r>
              <a:rPr lang="en-US" sz="1800">
                <a:solidFill>
                  <a:schemeClr val="dk1"/>
                </a:solidFill>
                <a:latin typeface="Barlow"/>
                <a:ea typeface="Barlow"/>
                <a:cs typeface="Barlow"/>
                <a:sym typeface="Barlow"/>
              </a:rPr>
              <a:t>Siswa tidak merasa terlibat (engage) dengan konten sehingga perlu usaha keras agar prestasi belajarnya tidak buruk/ rendah</a:t>
            </a:r>
            <a:endParaRPr i="1" sz="1800">
              <a:solidFill>
                <a:schemeClr val="dk1"/>
              </a:solidFill>
              <a:latin typeface="Barlow"/>
              <a:ea typeface="Barlow"/>
              <a:cs typeface="Barlow"/>
              <a:sym typeface="Barlow"/>
            </a:endParaRPr>
          </a:p>
          <a:p>
            <a:pPr indent="0" lvl="0" marL="0" marR="0" rtl="0" algn="l">
              <a:spcBef>
                <a:spcPts val="0"/>
              </a:spcBef>
              <a:spcAft>
                <a:spcPts val="0"/>
              </a:spcAft>
              <a:buNone/>
            </a:pPr>
            <a:r>
              <a:t/>
            </a:r>
            <a:endParaRPr i="1" sz="1800">
              <a:solidFill>
                <a:schemeClr val="dk1"/>
              </a:solidFill>
              <a:latin typeface="Barlow"/>
              <a:ea typeface="Barlow"/>
              <a:cs typeface="Barlow"/>
              <a:sym typeface="Barlow"/>
            </a:endParaRPr>
          </a:p>
          <a:p>
            <a:pPr indent="0" lvl="0" marL="0" marR="0" rtl="0" algn="l">
              <a:spcBef>
                <a:spcPts val="0"/>
              </a:spcBef>
              <a:spcAft>
                <a:spcPts val="0"/>
              </a:spcAft>
              <a:buNone/>
            </a:pPr>
            <a:r>
              <a:rPr b="1" lang="en-US" sz="2000">
                <a:solidFill>
                  <a:srgbClr val="C00000"/>
                </a:solidFill>
                <a:latin typeface="Barlow"/>
                <a:ea typeface="Barlow"/>
                <a:cs typeface="Barlow"/>
                <a:sym typeface="Barlow"/>
              </a:rPr>
              <a:t>Target Segment:</a:t>
            </a:r>
            <a:endParaRPr b="1" sz="2000">
              <a:solidFill>
                <a:srgbClr val="C00000"/>
              </a:solidFill>
              <a:latin typeface="Barlow"/>
              <a:ea typeface="Barlow"/>
              <a:cs typeface="Barlow"/>
              <a:sym typeface="Barlow"/>
            </a:endParaRPr>
          </a:p>
          <a:p>
            <a:pPr indent="0" lvl="0" marL="0" marR="0" rtl="0" algn="l">
              <a:spcBef>
                <a:spcPts val="0"/>
              </a:spcBef>
              <a:spcAft>
                <a:spcPts val="0"/>
              </a:spcAft>
              <a:buNone/>
            </a:pPr>
            <a:r>
              <a:rPr lang="en-US" sz="1800">
                <a:solidFill>
                  <a:schemeClr val="dk1"/>
                </a:solidFill>
                <a:latin typeface="Barlow"/>
                <a:ea typeface="Barlow"/>
                <a:cs typeface="Barlow"/>
                <a:sym typeface="Barlow"/>
              </a:rPr>
              <a:t>Siswa kelas 12 di sekolah negeri/ swasta</a:t>
            </a:r>
            <a:endParaRPr sz="1800">
              <a:solidFill>
                <a:schemeClr val="dk1"/>
              </a:solidFill>
              <a:latin typeface="Barlow"/>
              <a:ea typeface="Barlow"/>
              <a:cs typeface="Barlow"/>
              <a:sym typeface="Barlow"/>
            </a:endParaRPr>
          </a:p>
        </p:txBody>
      </p:sp>
      <p:pic>
        <p:nvPicPr>
          <p:cNvPr descr="A light bulb with a light bulb on it&#10;&#10;Description automatically generated with medium confidence" id="3388" name="Google Shape;3388;p14"/>
          <p:cNvPicPr preferRelativeResize="0"/>
          <p:nvPr/>
        </p:nvPicPr>
        <p:blipFill rotWithShape="1">
          <a:blip r:embed="rId4">
            <a:alphaModFix/>
          </a:blip>
          <a:srcRect b="0" l="0" r="0" t="0"/>
          <a:stretch/>
        </p:blipFill>
        <p:spPr>
          <a:xfrm>
            <a:off x="4626428" y="522516"/>
            <a:ext cx="2220686" cy="2220686"/>
          </a:xfrm>
          <a:prstGeom prst="rect">
            <a:avLst/>
          </a:prstGeom>
          <a:noFill/>
          <a:ln>
            <a:noFill/>
          </a:ln>
        </p:spPr>
      </p:pic>
      <p:sp>
        <p:nvSpPr>
          <p:cNvPr id="3389" name="Google Shape;3389;p14"/>
          <p:cNvSpPr txBox="1"/>
          <p:nvPr/>
        </p:nvSpPr>
        <p:spPr>
          <a:xfrm>
            <a:off x="4482102" y="2743202"/>
            <a:ext cx="273231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C00000"/>
                </a:solidFill>
                <a:latin typeface="Barlow"/>
                <a:ea typeface="Barlow"/>
                <a:cs typeface="Barlow"/>
                <a:sym typeface="Barlow"/>
              </a:rPr>
              <a:t>Solution</a:t>
            </a:r>
            <a:r>
              <a:rPr b="1" lang="en-US" sz="2000">
                <a:solidFill>
                  <a:schemeClr val="dk1"/>
                </a:solidFill>
                <a:latin typeface="Barlow"/>
                <a:ea typeface="Barlow"/>
                <a:cs typeface="Barlow"/>
                <a:sym typeface="Barlow"/>
              </a:rPr>
              <a:t>: </a:t>
            </a:r>
            <a:endParaRPr sz="1800">
              <a:solidFill>
                <a:schemeClr val="dk1"/>
              </a:solidFill>
              <a:latin typeface="Barlow"/>
              <a:ea typeface="Barlow"/>
              <a:cs typeface="Barlow"/>
              <a:sym typeface="Barlow"/>
            </a:endParaRPr>
          </a:p>
        </p:txBody>
      </p:sp>
      <p:sp>
        <p:nvSpPr>
          <p:cNvPr id="3390" name="Google Shape;3390;p14"/>
          <p:cNvSpPr txBox="1"/>
          <p:nvPr/>
        </p:nvSpPr>
        <p:spPr>
          <a:xfrm>
            <a:off x="4482102" y="3143170"/>
            <a:ext cx="2732315"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Barlow"/>
                <a:ea typeface="Barlow"/>
                <a:cs typeface="Barlow"/>
                <a:sym typeface="Barlow"/>
              </a:rPr>
              <a:t>BELUM ADA !</a:t>
            </a:r>
            <a:endParaRPr sz="2000">
              <a:solidFill>
                <a:schemeClr val="dk1"/>
              </a:solidFill>
              <a:latin typeface="Barlow"/>
              <a:ea typeface="Barlow"/>
              <a:cs typeface="Barlow"/>
              <a:sym typeface="Barlow"/>
            </a:endParaRPr>
          </a:p>
        </p:txBody>
      </p:sp>
      <p:pic>
        <p:nvPicPr>
          <p:cNvPr descr="A paper with a plus and a plus text&#10;&#10;Description automatically generated" id="3391" name="Google Shape;3391;p14"/>
          <p:cNvPicPr preferRelativeResize="0"/>
          <p:nvPr/>
        </p:nvPicPr>
        <p:blipFill rotWithShape="1">
          <a:blip r:embed="rId5">
            <a:alphaModFix/>
          </a:blip>
          <a:srcRect b="0" l="0" r="0" t="0"/>
          <a:stretch/>
        </p:blipFill>
        <p:spPr>
          <a:xfrm>
            <a:off x="8523514" y="522516"/>
            <a:ext cx="2220686" cy="2220686"/>
          </a:xfrm>
          <a:prstGeom prst="rect">
            <a:avLst/>
          </a:prstGeom>
          <a:noFill/>
          <a:ln>
            <a:noFill/>
          </a:ln>
        </p:spPr>
      </p:pic>
      <p:sp>
        <p:nvSpPr>
          <p:cNvPr id="3392" name="Google Shape;3392;p14"/>
          <p:cNvSpPr txBox="1"/>
          <p:nvPr/>
        </p:nvSpPr>
        <p:spPr>
          <a:xfrm>
            <a:off x="8523513" y="2743202"/>
            <a:ext cx="273231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C00000"/>
                </a:solidFill>
                <a:latin typeface="Barlow"/>
                <a:ea typeface="Barlow"/>
                <a:cs typeface="Barlow"/>
                <a:sym typeface="Barlow"/>
              </a:rPr>
              <a:t>Jobs-to-be-done: </a:t>
            </a:r>
            <a:endParaRPr sz="1800">
              <a:solidFill>
                <a:srgbClr val="C00000"/>
              </a:solidFill>
              <a:latin typeface="Barlow"/>
              <a:ea typeface="Barlow"/>
              <a:cs typeface="Barlow"/>
              <a:sym typeface="Barlow"/>
            </a:endParaRPr>
          </a:p>
        </p:txBody>
      </p:sp>
      <p:sp>
        <p:nvSpPr>
          <p:cNvPr id="3393" name="Google Shape;3393;p14"/>
          <p:cNvSpPr txBox="1"/>
          <p:nvPr/>
        </p:nvSpPr>
        <p:spPr>
          <a:xfrm>
            <a:off x="8523605" y="3380740"/>
            <a:ext cx="3194685" cy="28301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Barlow"/>
                <a:ea typeface="Barlow"/>
                <a:cs typeface="Barlow"/>
                <a:sym typeface="Barlow"/>
              </a:rPr>
              <a:t>Belajar konsep/ materi ajar dan mendapatkan nilai yang baik dalam ujian .</a:t>
            </a:r>
            <a:endParaRPr sz="800">
              <a:solidFill>
                <a:schemeClr val="dk1"/>
              </a:solidFill>
              <a:latin typeface="Barlow"/>
              <a:ea typeface="Barlow"/>
              <a:cs typeface="Barlow"/>
              <a:sym typeface="Barlow"/>
            </a:endParaRPr>
          </a:p>
          <a:p>
            <a:pPr indent="0" lvl="0" marL="0" marR="0" rtl="0" algn="l">
              <a:spcBef>
                <a:spcPts val="0"/>
              </a:spcBef>
              <a:spcAft>
                <a:spcPts val="0"/>
              </a:spcAft>
              <a:buNone/>
            </a:pPr>
            <a:r>
              <a:t/>
            </a:r>
            <a:endParaRPr sz="800">
              <a:solidFill>
                <a:schemeClr val="dk1"/>
              </a:solidFill>
              <a:latin typeface="Barlow"/>
              <a:ea typeface="Barlow"/>
              <a:cs typeface="Barlow"/>
              <a:sym typeface="Barlow"/>
            </a:endParaRPr>
          </a:p>
          <a:p>
            <a:pPr indent="0" lvl="0" marL="0" marR="0" rtl="0" algn="l">
              <a:spcBef>
                <a:spcPts val="0"/>
              </a:spcBef>
              <a:spcAft>
                <a:spcPts val="0"/>
              </a:spcAft>
              <a:buNone/>
            </a:pPr>
            <a:r>
              <a:t/>
            </a:r>
            <a:endParaRPr sz="800">
              <a:solidFill>
                <a:schemeClr val="dk1"/>
              </a:solidFill>
              <a:latin typeface="Barlow"/>
              <a:ea typeface="Barlow"/>
              <a:cs typeface="Barlow"/>
              <a:sym typeface="Barlow"/>
            </a:endParaRPr>
          </a:p>
          <a:p>
            <a:pPr indent="0" lvl="0" marL="0" marR="0" rtl="0" algn="l">
              <a:spcBef>
                <a:spcPts val="0"/>
              </a:spcBef>
              <a:spcAft>
                <a:spcPts val="0"/>
              </a:spcAft>
              <a:buNone/>
            </a:pPr>
            <a:r>
              <a:rPr lang="en-US" sz="1600">
                <a:solidFill>
                  <a:schemeClr val="dk1"/>
                </a:solidFill>
                <a:latin typeface="Barlow"/>
                <a:ea typeface="Barlow"/>
                <a:cs typeface="Barlow"/>
                <a:sym typeface="Barlow"/>
              </a:rPr>
              <a:t>Percaya diri dan tidak perlu cemas tentang hasil akhirnya </a:t>
            </a:r>
            <a:endParaRPr sz="1600">
              <a:solidFill>
                <a:schemeClr val="dk1"/>
              </a:solidFill>
              <a:latin typeface="Barlow"/>
              <a:ea typeface="Barlow"/>
              <a:cs typeface="Barlow"/>
              <a:sym typeface="Barlow"/>
            </a:endParaRPr>
          </a:p>
          <a:p>
            <a:pPr indent="0" lvl="0" marL="0" marR="0" rtl="0" algn="l">
              <a:spcBef>
                <a:spcPts val="0"/>
              </a:spcBef>
              <a:spcAft>
                <a:spcPts val="0"/>
              </a:spcAft>
              <a:buNone/>
            </a:pPr>
            <a:r>
              <a:t/>
            </a:r>
            <a:endParaRPr sz="1800">
              <a:solidFill>
                <a:schemeClr val="dk1"/>
              </a:solidFill>
              <a:latin typeface="Barlow"/>
              <a:ea typeface="Barlow"/>
              <a:cs typeface="Barlow"/>
              <a:sym typeface="Barlow"/>
            </a:endParaRPr>
          </a:p>
          <a:p>
            <a:pPr indent="0" lvl="0" marL="0" marR="0" rtl="0" algn="l">
              <a:spcBef>
                <a:spcPts val="0"/>
              </a:spcBef>
              <a:spcAft>
                <a:spcPts val="0"/>
              </a:spcAft>
              <a:buNone/>
            </a:pPr>
            <a:r>
              <a:rPr lang="en-US" sz="1600">
                <a:solidFill>
                  <a:schemeClr val="dk1"/>
                </a:solidFill>
                <a:latin typeface="Barlow"/>
                <a:ea typeface="Barlow"/>
                <a:cs typeface="Barlow"/>
                <a:sym typeface="Barlow"/>
              </a:rPr>
              <a:t>Bina hubungan dengan teman sebaya, orang tua, dan guru </a:t>
            </a:r>
            <a:endParaRPr sz="1600">
              <a:solidFill>
                <a:schemeClr val="dk1"/>
              </a:solidFill>
              <a:latin typeface="Barlow"/>
              <a:ea typeface="Barlow"/>
              <a:cs typeface="Barlow"/>
              <a:sym typeface="Barlow"/>
            </a:endParaRPr>
          </a:p>
        </p:txBody>
      </p:sp>
      <p:sp>
        <p:nvSpPr>
          <p:cNvPr id="3394" name="Google Shape;3394;p14"/>
          <p:cNvSpPr/>
          <p:nvPr/>
        </p:nvSpPr>
        <p:spPr>
          <a:xfrm>
            <a:off x="0" y="0"/>
            <a:ext cx="12192000" cy="614691"/>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Arial"/>
                <a:ea typeface="Arial"/>
                <a:cs typeface="Arial"/>
                <a:sym typeface="Arial"/>
              </a:rPr>
              <a:t>JTBD: AN EXAMPLE</a:t>
            </a:r>
            <a:endParaRPr sz="3200">
              <a:solidFill>
                <a:schemeClr val="lt1"/>
              </a:solidFill>
              <a:latin typeface="Arial"/>
              <a:ea typeface="Arial"/>
              <a:cs typeface="Arial"/>
              <a:sym typeface="Arial"/>
            </a:endParaRPr>
          </a:p>
        </p:txBody>
      </p:sp>
      <p:sp>
        <p:nvSpPr>
          <p:cNvPr id="3395" name="Google Shape;3395;p14"/>
          <p:cNvSpPr/>
          <p:nvPr/>
        </p:nvSpPr>
        <p:spPr>
          <a:xfrm>
            <a:off x="6789420" y="3437890"/>
            <a:ext cx="1614805" cy="742315"/>
          </a:xfrm>
          <a:prstGeom prs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FUNCTIONAL</a:t>
            </a:r>
            <a:endParaRPr sz="1200">
              <a:solidFill>
                <a:schemeClr val="lt1"/>
              </a:solidFill>
              <a:latin typeface="Arial"/>
              <a:ea typeface="Arial"/>
              <a:cs typeface="Arial"/>
              <a:sym typeface="Arial"/>
            </a:endParaRPr>
          </a:p>
        </p:txBody>
      </p:sp>
      <p:sp>
        <p:nvSpPr>
          <p:cNvPr id="3396" name="Google Shape;3396;p14"/>
          <p:cNvSpPr/>
          <p:nvPr/>
        </p:nvSpPr>
        <p:spPr>
          <a:xfrm>
            <a:off x="6847840" y="4362450"/>
            <a:ext cx="1556385" cy="742315"/>
          </a:xfrm>
          <a:prstGeom prs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EMOTIONAL</a:t>
            </a:r>
            <a:endParaRPr sz="1200">
              <a:solidFill>
                <a:schemeClr val="lt1"/>
              </a:solidFill>
              <a:latin typeface="Arial"/>
              <a:ea typeface="Arial"/>
              <a:cs typeface="Arial"/>
              <a:sym typeface="Arial"/>
            </a:endParaRPr>
          </a:p>
        </p:txBody>
      </p:sp>
      <p:sp>
        <p:nvSpPr>
          <p:cNvPr id="3397" name="Google Shape;3397;p14"/>
          <p:cNvSpPr/>
          <p:nvPr/>
        </p:nvSpPr>
        <p:spPr>
          <a:xfrm>
            <a:off x="6847840" y="5398135"/>
            <a:ext cx="1556385" cy="742315"/>
          </a:xfrm>
          <a:prstGeom prs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SOCIAL</a:t>
            </a:r>
            <a:endParaRPr sz="12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1" name="Shape 3401"/>
        <p:cNvGrpSpPr/>
        <p:nvPr/>
      </p:nvGrpSpPr>
      <p:grpSpPr>
        <a:xfrm>
          <a:off x="0" y="0"/>
          <a:ext cx="0" cy="0"/>
          <a:chOff x="0" y="0"/>
          <a:chExt cx="0" cy="0"/>
        </a:xfrm>
      </p:grpSpPr>
      <p:sp>
        <p:nvSpPr>
          <p:cNvPr id="3402" name="Google Shape;3402;p15"/>
          <p:cNvSpPr txBox="1"/>
          <p:nvPr/>
        </p:nvSpPr>
        <p:spPr>
          <a:xfrm>
            <a:off x="354000" y="180041"/>
            <a:ext cx="11484000" cy="8002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2600"/>
              <a:buFont typeface="Barlow Medium"/>
              <a:buNone/>
            </a:pPr>
            <a:r>
              <a:rPr b="1" lang="en-US" sz="2600">
                <a:solidFill>
                  <a:schemeClr val="dk2"/>
                </a:solidFill>
                <a:latin typeface="Barlow Medium"/>
                <a:ea typeface="Barlow Medium"/>
                <a:cs typeface="Barlow Medium"/>
                <a:sym typeface="Barlow Medium"/>
              </a:rPr>
              <a:t>If you are launching a brand-new Mobile Phone, you will need to think about its Specifications and JTBD.</a:t>
            </a:r>
            <a:endParaRPr b="1" sz="2600">
              <a:solidFill>
                <a:schemeClr val="dk2"/>
              </a:solidFill>
              <a:latin typeface="Barlow Medium"/>
              <a:ea typeface="Barlow Medium"/>
              <a:cs typeface="Barlow Medium"/>
              <a:sym typeface="Barlow Medium"/>
            </a:endParaRPr>
          </a:p>
        </p:txBody>
      </p:sp>
      <p:pic>
        <p:nvPicPr>
          <p:cNvPr id="3403" name="Google Shape;3403;p15"/>
          <p:cNvPicPr preferRelativeResize="0"/>
          <p:nvPr/>
        </p:nvPicPr>
        <p:blipFill rotWithShape="1">
          <a:blip r:embed="rId3">
            <a:alphaModFix/>
          </a:blip>
          <a:srcRect b="11296" l="13333" r="21979" t="17314"/>
          <a:stretch/>
        </p:blipFill>
        <p:spPr>
          <a:xfrm>
            <a:off x="766400" y="2292281"/>
            <a:ext cx="4110400" cy="2551662"/>
          </a:xfrm>
          <a:prstGeom prst="rect">
            <a:avLst/>
          </a:prstGeom>
          <a:noFill/>
          <a:ln cap="flat" cmpd="sng" w="9525">
            <a:solidFill>
              <a:schemeClr val="accent1"/>
            </a:solidFill>
            <a:prstDash val="solid"/>
            <a:round/>
            <a:headEnd len="sm" w="sm" type="none"/>
            <a:tailEnd len="sm" w="sm" type="none"/>
          </a:ln>
        </p:spPr>
      </p:pic>
      <p:sp>
        <p:nvSpPr>
          <p:cNvPr id="3404" name="Google Shape;3404;p15"/>
          <p:cNvSpPr txBox="1"/>
          <p:nvPr/>
        </p:nvSpPr>
        <p:spPr>
          <a:xfrm>
            <a:off x="5448300" y="2823001"/>
            <a:ext cx="2184400" cy="10147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dk1"/>
                </a:solidFill>
                <a:latin typeface="Arial"/>
                <a:ea typeface="Arial"/>
                <a:cs typeface="Arial"/>
                <a:sym typeface="Arial"/>
              </a:rPr>
              <a:t>dan</a:t>
            </a:r>
            <a:endParaRPr b="1" sz="6000">
              <a:solidFill>
                <a:schemeClr val="dk1"/>
              </a:solidFill>
              <a:latin typeface="Arial"/>
              <a:ea typeface="Arial"/>
              <a:cs typeface="Arial"/>
              <a:sym typeface="Arial"/>
            </a:endParaRPr>
          </a:p>
        </p:txBody>
      </p:sp>
      <p:pic>
        <p:nvPicPr>
          <p:cNvPr id="3405" name="Google Shape;3405;p15"/>
          <p:cNvPicPr preferRelativeResize="0"/>
          <p:nvPr/>
        </p:nvPicPr>
        <p:blipFill rotWithShape="1">
          <a:blip r:embed="rId3">
            <a:alphaModFix/>
          </a:blip>
          <a:srcRect b="11296" l="13333" r="21979" t="17314"/>
          <a:stretch/>
        </p:blipFill>
        <p:spPr>
          <a:xfrm>
            <a:off x="7497400" y="2292281"/>
            <a:ext cx="4110400" cy="2551662"/>
          </a:xfrm>
          <a:prstGeom prst="rect">
            <a:avLst/>
          </a:prstGeom>
          <a:noFill/>
          <a:ln cap="flat" cmpd="sng" w="9525">
            <a:solidFill>
              <a:schemeClr val="accent1"/>
            </a:solidFill>
            <a:prstDash val="solid"/>
            <a:round/>
            <a:headEnd len="sm" w="sm" type="none"/>
            <a:tailEnd len="sm" w="sm" type="none"/>
          </a:ln>
        </p:spPr>
      </p:pic>
      <p:sp>
        <p:nvSpPr>
          <p:cNvPr id="3406" name="Google Shape;3406;p15"/>
          <p:cNvSpPr/>
          <p:nvPr/>
        </p:nvSpPr>
        <p:spPr>
          <a:xfrm>
            <a:off x="7480300" y="2292281"/>
            <a:ext cx="4110400" cy="2551662"/>
          </a:xfrm>
          <a:prstGeom prst="rect">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7" name="Google Shape;3407;p15"/>
          <p:cNvSpPr txBox="1"/>
          <p:nvPr/>
        </p:nvSpPr>
        <p:spPr>
          <a:xfrm>
            <a:off x="7632065" y="3003550"/>
            <a:ext cx="3909060" cy="89090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Jobs-to-be-done</a:t>
            </a:r>
            <a:r>
              <a:rPr lang="en-US" sz="2400">
                <a:solidFill>
                  <a:schemeClr val="dk1"/>
                </a:solidFill>
                <a:latin typeface="Arial"/>
                <a:ea typeface="Arial"/>
                <a:cs typeface="Arial"/>
                <a:sym typeface="Arial"/>
              </a:rPr>
              <a:t> </a:t>
            </a:r>
            <a:endParaRPr sz="800">
              <a:solidFill>
                <a:schemeClr val="dk1"/>
              </a:solidFill>
              <a:latin typeface="Arial"/>
              <a:ea typeface="Arial"/>
              <a:cs typeface="Arial"/>
              <a:sym typeface="Arial"/>
            </a:endParaRPr>
          </a:p>
          <a:p>
            <a:pPr indent="0" lvl="0" marL="0" marR="0" rtl="0" algn="ctr">
              <a:spcBef>
                <a:spcPts val="0"/>
              </a:spcBef>
              <a:spcAft>
                <a:spcPts val="0"/>
              </a:spcAft>
              <a:buNone/>
            </a:pPr>
            <a:r>
              <a:t/>
            </a:r>
            <a:endParaRPr b="1" sz="800">
              <a:solidFill>
                <a:schemeClr val="dk1"/>
              </a:solidFill>
              <a:latin typeface="Arial"/>
              <a:ea typeface="Arial"/>
              <a:cs typeface="Arial"/>
              <a:sym typeface="Arial"/>
            </a:endParaRPr>
          </a:p>
          <a:p>
            <a:pPr indent="0" lvl="0" marL="0" marR="0" rtl="0" algn="ctr">
              <a:spcBef>
                <a:spcPts val="0"/>
              </a:spcBef>
              <a:spcAft>
                <a:spcPts val="0"/>
              </a:spcAft>
              <a:buNone/>
            </a:pPr>
            <a:r>
              <a:rPr b="1" lang="en-US" sz="1800">
                <a:solidFill>
                  <a:schemeClr val="dk1"/>
                </a:solidFill>
                <a:latin typeface="Arial"/>
                <a:ea typeface="Arial"/>
                <a:cs typeface="Arial"/>
                <a:sym typeface="Arial"/>
              </a:rPr>
              <a:t>untuk target customers anda</a:t>
            </a:r>
            <a:endParaRPr b="1" sz="1800">
              <a:solidFill>
                <a:schemeClr val="dk1"/>
              </a:solidFill>
              <a:latin typeface="Arial"/>
              <a:ea typeface="Arial"/>
              <a:cs typeface="Arial"/>
              <a:sym typeface="Arial"/>
            </a:endParaRPr>
          </a:p>
        </p:txBody>
      </p:sp>
      <p:sp>
        <p:nvSpPr>
          <p:cNvPr id="3408" name="Google Shape;3408;p15"/>
          <p:cNvSpPr/>
          <p:nvPr/>
        </p:nvSpPr>
        <p:spPr>
          <a:xfrm>
            <a:off x="5486400" y="3673642"/>
            <a:ext cx="1642700" cy="889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2" name="Shape 3412"/>
        <p:cNvGrpSpPr/>
        <p:nvPr/>
      </p:nvGrpSpPr>
      <p:grpSpPr>
        <a:xfrm>
          <a:off x="0" y="0"/>
          <a:ext cx="0" cy="0"/>
          <a:chOff x="0" y="0"/>
          <a:chExt cx="0" cy="0"/>
        </a:xfrm>
      </p:grpSpPr>
      <p:sp>
        <p:nvSpPr>
          <p:cNvPr id="3413" name="Google Shape;3413;p16"/>
          <p:cNvSpPr txBox="1"/>
          <p:nvPr>
            <p:ph type="ctrTitle"/>
          </p:nvPr>
        </p:nvSpPr>
        <p:spPr>
          <a:xfrm>
            <a:off x="354000" y="369304"/>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latin typeface="Barlow Medium"/>
                <a:ea typeface="Barlow Medium"/>
                <a:cs typeface="Barlow Medium"/>
                <a:sym typeface="Barlow Medium"/>
              </a:rPr>
              <a:t>JTBD</a:t>
            </a:r>
            <a:endParaRPr>
              <a:latin typeface="Barlow Medium"/>
              <a:ea typeface="Barlow Medium"/>
              <a:cs typeface="Barlow Medium"/>
              <a:sym typeface="Barlow Medium"/>
            </a:endParaRPr>
          </a:p>
        </p:txBody>
      </p:sp>
      <p:sp>
        <p:nvSpPr>
          <p:cNvPr id="3414" name="Google Shape;3414;p16"/>
          <p:cNvSpPr/>
          <p:nvPr>
            <p:ph idx="1" type="body"/>
          </p:nvPr>
        </p:nvSpPr>
        <p:spPr>
          <a:xfrm>
            <a:off x="3649332" y="1342509"/>
            <a:ext cx="629962" cy="629962"/>
          </a:xfrm>
          <a:prstGeom prst="ellipse">
            <a:avLst/>
          </a:prstGeom>
          <a:solidFill>
            <a:schemeClr val="lt1"/>
          </a:solid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800"/>
              <a:buNone/>
            </a:pPr>
            <a:r>
              <a:rPr lang="en-US"/>
              <a:t>1</a:t>
            </a:r>
            <a:endParaRPr/>
          </a:p>
        </p:txBody>
      </p:sp>
      <p:sp>
        <p:nvSpPr>
          <p:cNvPr id="3415" name="Google Shape;3415;p16"/>
          <p:cNvSpPr/>
          <p:nvPr>
            <p:ph idx="2" type="body"/>
          </p:nvPr>
        </p:nvSpPr>
        <p:spPr>
          <a:xfrm>
            <a:off x="3643677" y="2453233"/>
            <a:ext cx="629962" cy="629962"/>
          </a:xfrm>
          <a:prstGeom prst="ellipse">
            <a:avLst/>
          </a:prstGeom>
          <a:solidFill>
            <a:schemeClr val="lt1"/>
          </a:solid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800"/>
              <a:buNone/>
            </a:pPr>
            <a:r>
              <a:rPr lang="en-US"/>
              <a:t>2</a:t>
            </a:r>
            <a:endParaRPr/>
          </a:p>
        </p:txBody>
      </p:sp>
      <p:sp>
        <p:nvSpPr>
          <p:cNvPr id="3416" name="Google Shape;3416;p16"/>
          <p:cNvSpPr/>
          <p:nvPr>
            <p:ph idx="3" type="body"/>
          </p:nvPr>
        </p:nvSpPr>
        <p:spPr>
          <a:xfrm>
            <a:off x="3643677" y="3573484"/>
            <a:ext cx="629962" cy="629962"/>
          </a:xfrm>
          <a:prstGeom prst="ellipse">
            <a:avLst/>
          </a:prstGeom>
          <a:solidFill>
            <a:schemeClr val="lt1"/>
          </a:solid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800"/>
              <a:buNone/>
            </a:pPr>
            <a:r>
              <a:rPr lang="en-US"/>
              <a:t>3</a:t>
            </a:r>
            <a:endParaRPr/>
          </a:p>
        </p:txBody>
      </p:sp>
      <p:sp>
        <p:nvSpPr>
          <p:cNvPr id="3417" name="Google Shape;3417;p16"/>
          <p:cNvSpPr txBox="1"/>
          <p:nvPr>
            <p:ph idx="4" type="body"/>
          </p:nvPr>
        </p:nvSpPr>
        <p:spPr>
          <a:xfrm>
            <a:off x="4809490" y="1342390"/>
            <a:ext cx="6263640" cy="66611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1600"/>
              <a:buNone/>
            </a:pPr>
            <a:r>
              <a:rPr b="1" lang="en-US" sz="1600"/>
              <a:t>Mengapa customers membeli atau menggunakan produk atau layanan anda? </a:t>
            </a:r>
            <a:endParaRPr b="1" sz="1600"/>
          </a:p>
        </p:txBody>
      </p:sp>
      <p:sp>
        <p:nvSpPr>
          <p:cNvPr id="3418" name="Google Shape;3418;p16"/>
          <p:cNvSpPr txBox="1"/>
          <p:nvPr>
            <p:ph idx="5" type="body"/>
          </p:nvPr>
        </p:nvSpPr>
        <p:spPr>
          <a:xfrm>
            <a:off x="4719870" y="2450349"/>
            <a:ext cx="6353484" cy="6663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1600"/>
              <a:buNone/>
            </a:pPr>
            <a:r>
              <a:rPr b="1" lang="en-US" sz="1600"/>
              <a:t>"jobs," adalah kebutuhan customer yang dicoba untuk dipenuhi/ dipuaskan </a:t>
            </a:r>
            <a:endParaRPr b="1" sz="1600"/>
          </a:p>
        </p:txBody>
      </p:sp>
      <p:sp>
        <p:nvSpPr>
          <p:cNvPr id="3419" name="Google Shape;3419;p16"/>
          <p:cNvSpPr txBox="1"/>
          <p:nvPr>
            <p:ph idx="6" type="body"/>
          </p:nvPr>
        </p:nvSpPr>
        <p:spPr>
          <a:xfrm>
            <a:off x="4719955" y="3501390"/>
            <a:ext cx="6353175" cy="84709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t/>
            </a:r>
            <a:endParaRPr b="1" sz="1600"/>
          </a:p>
          <a:p>
            <a:pPr indent="0" lvl="0" marL="0" rtl="0" algn="l">
              <a:lnSpc>
                <a:spcPct val="100000"/>
              </a:lnSpc>
              <a:spcBef>
                <a:spcPts val="0"/>
              </a:spcBef>
              <a:spcAft>
                <a:spcPts val="0"/>
              </a:spcAft>
              <a:buClr>
                <a:schemeClr val="dk1"/>
              </a:buClr>
              <a:buSzPts val="1600"/>
              <a:buNone/>
            </a:pPr>
            <a:r>
              <a:rPr b="1" lang="en-US" sz="1600"/>
              <a:t>Premisnya sederhana : </a:t>
            </a:r>
            <a:endParaRPr b="1" sz="1600"/>
          </a:p>
          <a:p>
            <a:pPr indent="0" lvl="0" marL="0" rtl="0" algn="l">
              <a:lnSpc>
                <a:spcPct val="100000"/>
              </a:lnSpc>
              <a:spcBef>
                <a:spcPts val="0"/>
              </a:spcBef>
              <a:spcAft>
                <a:spcPts val="0"/>
              </a:spcAft>
              <a:buClr>
                <a:schemeClr val="dk1"/>
              </a:buClr>
              <a:buSzPts val="1600"/>
              <a:buNone/>
            </a:pPr>
            <a:r>
              <a:rPr b="1" lang="en-US" sz="1600"/>
              <a:t>Customers tidak hanya membeli produk, mereka mengajak kita untuk melakukan “job”   </a:t>
            </a:r>
            <a:endParaRPr b="1" sz="1600"/>
          </a:p>
          <a:p>
            <a:pPr indent="0" lvl="0" marL="0" rtl="0" algn="l">
              <a:lnSpc>
                <a:spcPct val="100000"/>
              </a:lnSpc>
              <a:spcBef>
                <a:spcPts val="0"/>
              </a:spcBef>
              <a:spcAft>
                <a:spcPts val="0"/>
              </a:spcAft>
              <a:buClr>
                <a:schemeClr val="dk1"/>
              </a:buClr>
              <a:buSzPts val="1600"/>
              <a:buNone/>
            </a:pPr>
            <a:r>
              <a:t/>
            </a:r>
            <a:endParaRPr b="1" sz="1600">
              <a:solidFill>
                <a:srgbClr val="BF2026"/>
              </a:solidFill>
            </a:endParaRPr>
          </a:p>
        </p:txBody>
      </p:sp>
      <p:sp>
        <p:nvSpPr>
          <p:cNvPr id="3420" name="Google Shape;3420;p16"/>
          <p:cNvSpPr txBox="1"/>
          <p:nvPr/>
        </p:nvSpPr>
        <p:spPr>
          <a:xfrm>
            <a:off x="959224" y="2306549"/>
            <a:ext cx="1165411"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BF2026"/>
                </a:solidFill>
                <a:latin typeface="Open Sans"/>
                <a:ea typeface="Open Sans"/>
                <a:cs typeface="Open Sans"/>
                <a:sym typeface="Open Sans"/>
              </a:rPr>
              <a:t>Jobs to-be Done (JTBD)</a:t>
            </a:r>
            <a:endParaRPr b="1" sz="1800">
              <a:solidFill>
                <a:srgbClr val="BF2026"/>
              </a:solidFill>
              <a:latin typeface="Open Sans"/>
              <a:ea typeface="Open Sans"/>
              <a:cs typeface="Open Sans"/>
              <a:sym typeface="Open Sans"/>
            </a:endParaRPr>
          </a:p>
        </p:txBody>
      </p:sp>
      <p:pic>
        <p:nvPicPr>
          <p:cNvPr id="3421" name="Google Shape;3421;p16"/>
          <p:cNvPicPr preferRelativeResize="0"/>
          <p:nvPr/>
        </p:nvPicPr>
        <p:blipFill rotWithShape="1">
          <a:blip r:embed="rId3">
            <a:alphaModFix/>
          </a:blip>
          <a:srcRect b="16820" l="6026" r="31995" t="47284"/>
          <a:stretch/>
        </p:blipFill>
        <p:spPr>
          <a:xfrm>
            <a:off x="3444240" y="4489929"/>
            <a:ext cx="5303520" cy="2194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20"/>
                                        </p:tgtEl>
                                        <p:attrNameLst>
                                          <p:attrName>style.visibility</p:attrName>
                                        </p:attrNameLst>
                                      </p:cBhvr>
                                      <p:to>
                                        <p:strVal val="visible"/>
                                      </p:to>
                                    </p:set>
                                    <p:anim calcmode="lin" valueType="num">
                                      <p:cBhvr additive="base">
                                        <p:cTn dur="500"/>
                                        <p:tgtEl>
                                          <p:spTgt spid="342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14">
                                            <p:txEl>
                                              <p:pRg end="0" st="0"/>
                                            </p:txEl>
                                          </p:spTgt>
                                        </p:tgtEl>
                                        <p:attrNameLst>
                                          <p:attrName>style.visibility</p:attrName>
                                        </p:attrNameLst>
                                      </p:cBhvr>
                                      <p:to>
                                        <p:strVal val="visible"/>
                                      </p:to>
                                    </p:set>
                                    <p:anim calcmode="lin" valueType="num">
                                      <p:cBhvr additive="base">
                                        <p:cTn dur="500"/>
                                        <p:tgtEl>
                                          <p:spTgt spid="3414">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17">
                                            <p:txEl>
                                              <p:pRg end="0" st="0"/>
                                            </p:txEl>
                                          </p:spTgt>
                                        </p:tgtEl>
                                        <p:attrNameLst>
                                          <p:attrName>style.visibility</p:attrName>
                                        </p:attrNameLst>
                                      </p:cBhvr>
                                      <p:to>
                                        <p:strVal val="visible"/>
                                      </p:to>
                                    </p:set>
                                    <p:anim calcmode="lin" valueType="num">
                                      <p:cBhvr additive="base">
                                        <p:cTn dur="500"/>
                                        <p:tgtEl>
                                          <p:spTgt spid="34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15">
                                            <p:txEl>
                                              <p:pRg end="0" st="0"/>
                                            </p:txEl>
                                          </p:spTgt>
                                        </p:tgtEl>
                                        <p:attrNameLst>
                                          <p:attrName>style.visibility</p:attrName>
                                        </p:attrNameLst>
                                      </p:cBhvr>
                                      <p:to>
                                        <p:strVal val="visible"/>
                                      </p:to>
                                    </p:set>
                                    <p:anim calcmode="lin" valueType="num">
                                      <p:cBhvr additive="base">
                                        <p:cTn dur="500"/>
                                        <p:tgtEl>
                                          <p:spTgt spid="3415">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18">
                                            <p:txEl>
                                              <p:pRg end="0" st="0"/>
                                            </p:txEl>
                                          </p:spTgt>
                                        </p:tgtEl>
                                        <p:attrNameLst>
                                          <p:attrName>style.visibility</p:attrName>
                                        </p:attrNameLst>
                                      </p:cBhvr>
                                      <p:to>
                                        <p:strVal val="visible"/>
                                      </p:to>
                                    </p:set>
                                    <p:anim calcmode="lin" valueType="num">
                                      <p:cBhvr additive="base">
                                        <p:cTn dur="500"/>
                                        <p:tgtEl>
                                          <p:spTgt spid="34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16">
                                            <p:txEl>
                                              <p:pRg end="0" st="0"/>
                                            </p:txEl>
                                          </p:spTgt>
                                        </p:tgtEl>
                                        <p:attrNameLst>
                                          <p:attrName>style.visibility</p:attrName>
                                        </p:attrNameLst>
                                      </p:cBhvr>
                                      <p:to>
                                        <p:strVal val="visible"/>
                                      </p:to>
                                    </p:set>
                                    <p:anim calcmode="lin" valueType="num">
                                      <p:cBhvr additive="base">
                                        <p:cTn dur="500"/>
                                        <p:tgtEl>
                                          <p:spTgt spid="341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1"/>
                                        </p:tgtEl>
                                        <p:attrNameLst>
                                          <p:attrName>style.visibility</p:attrName>
                                        </p:attrNameLst>
                                      </p:cBhvr>
                                      <p:to>
                                        <p:strVal val="visible"/>
                                      </p:to>
                                    </p:set>
                                    <p:anim calcmode="lin" valueType="num">
                                      <p:cBhvr additive="base">
                                        <p:cTn dur="500"/>
                                        <p:tgtEl>
                                          <p:spTgt spid="34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5" name="Shape 3425"/>
        <p:cNvGrpSpPr/>
        <p:nvPr/>
      </p:nvGrpSpPr>
      <p:grpSpPr>
        <a:xfrm>
          <a:off x="0" y="0"/>
          <a:ext cx="0" cy="0"/>
          <a:chOff x="0" y="0"/>
          <a:chExt cx="0" cy="0"/>
        </a:xfrm>
      </p:grpSpPr>
      <p:sp>
        <p:nvSpPr>
          <p:cNvPr id="3426" name="Google Shape;3426;p17"/>
          <p:cNvSpPr txBox="1"/>
          <p:nvPr>
            <p:ph type="ctrTitle"/>
          </p:nvPr>
        </p:nvSpPr>
        <p:spPr>
          <a:xfrm>
            <a:off x="360000" y="308292"/>
            <a:ext cx="11484000" cy="49212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latin typeface="Barlow Medium"/>
                <a:ea typeface="Barlow Medium"/>
                <a:cs typeface="Barlow Medium"/>
                <a:sym typeface="Barlow Medium"/>
              </a:rPr>
              <a:t>3 Tipe  JTBD: Mobile Phone Example</a:t>
            </a:r>
            <a:endParaRPr>
              <a:latin typeface="Barlow Medium"/>
              <a:ea typeface="Barlow Medium"/>
              <a:cs typeface="Barlow Medium"/>
              <a:sym typeface="Barlow Medium"/>
            </a:endParaRPr>
          </a:p>
        </p:txBody>
      </p:sp>
      <p:sp>
        <p:nvSpPr>
          <p:cNvPr id="3427" name="Google Shape;3427;p17"/>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Clr>
                <a:schemeClr val="dk1"/>
              </a:buClr>
              <a:buSzPts val="2500"/>
              <a:buNone/>
            </a:pPr>
            <a:r>
              <a:rPr b="1" lang="en-US" sz="2500"/>
              <a:t>1</a:t>
            </a:r>
            <a:endParaRPr b="1" sz="2500"/>
          </a:p>
        </p:txBody>
      </p:sp>
      <p:sp>
        <p:nvSpPr>
          <p:cNvPr id="3428" name="Google Shape;3428;p17"/>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Clr>
                <a:schemeClr val="dk1"/>
              </a:buClr>
              <a:buSzPts val="2500"/>
              <a:buNone/>
            </a:pPr>
            <a:r>
              <a:rPr b="1" lang="en-US" sz="2500"/>
              <a:t>2</a:t>
            </a:r>
            <a:endParaRPr b="1" sz="2500"/>
          </a:p>
        </p:txBody>
      </p:sp>
      <p:sp>
        <p:nvSpPr>
          <p:cNvPr id="3429" name="Google Shape;3429;p17"/>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Clr>
                <a:schemeClr val="dk1"/>
              </a:buClr>
              <a:buSzPts val="2500"/>
              <a:buNone/>
            </a:pPr>
            <a:r>
              <a:rPr b="1" lang="en-US" sz="2500"/>
              <a:t>3</a:t>
            </a:r>
            <a:endParaRPr b="1" sz="2500"/>
          </a:p>
        </p:txBody>
      </p:sp>
      <p:sp>
        <p:nvSpPr>
          <p:cNvPr id="3430" name="Google Shape;3430;p17"/>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latin typeface="Open Sans"/>
                <a:ea typeface="Open Sans"/>
                <a:cs typeface="Open Sans"/>
                <a:sym typeface="Open Sans"/>
              </a:rPr>
              <a:t>FUNCTIONAL</a:t>
            </a:r>
            <a:endParaRPr>
              <a:latin typeface="Open Sans"/>
              <a:ea typeface="Open Sans"/>
              <a:cs typeface="Open Sans"/>
              <a:sym typeface="Open Sans"/>
            </a:endParaRPr>
          </a:p>
        </p:txBody>
      </p:sp>
      <p:sp>
        <p:nvSpPr>
          <p:cNvPr id="3431" name="Google Shape;3431;p17"/>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None/>
            </a:pPr>
            <a:r>
              <a:rPr lang="en-US">
                <a:latin typeface="Open Sans"/>
                <a:ea typeface="Open Sans"/>
                <a:cs typeface="Open Sans"/>
                <a:sym typeface="Open Sans"/>
              </a:rPr>
              <a:t>EMOTIONAL</a:t>
            </a:r>
            <a:endParaRPr>
              <a:latin typeface="Open Sans"/>
              <a:ea typeface="Open Sans"/>
              <a:cs typeface="Open Sans"/>
              <a:sym typeface="Open Sans"/>
            </a:endParaRPr>
          </a:p>
        </p:txBody>
      </p:sp>
      <p:sp>
        <p:nvSpPr>
          <p:cNvPr id="3432" name="Google Shape;3432;p17"/>
          <p:cNvSpPr txBox="1"/>
          <p:nvPr>
            <p:ph idx="7" type="body"/>
          </p:nvPr>
        </p:nvSpPr>
        <p:spPr>
          <a:xfrm>
            <a:off x="4779296" y="5309475"/>
            <a:ext cx="2321778" cy="3731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None/>
            </a:pPr>
            <a:r>
              <a:rPr lang="en-US">
                <a:latin typeface="Open Sans"/>
                <a:ea typeface="Open Sans"/>
                <a:cs typeface="Open Sans"/>
                <a:sym typeface="Open Sans"/>
              </a:rPr>
              <a:t>SOCIAL</a:t>
            </a:r>
            <a:endParaRPr>
              <a:latin typeface="Open Sans"/>
              <a:ea typeface="Open Sans"/>
              <a:cs typeface="Open Sans"/>
              <a:sym typeface="Open Sans"/>
            </a:endParaRPr>
          </a:p>
        </p:txBody>
      </p:sp>
      <p:sp>
        <p:nvSpPr>
          <p:cNvPr id="3433" name="Google Shape;3433;p17"/>
          <p:cNvSpPr txBox="1"/>
          <p:nvPr>
            <p:ph idx="8" type="body"/>
          </p:nvPr>
        </p:nvSpPr>
        <p:spPr>
          <a:xfrm>
            <a:off x="8195945" y="1710690"/>
            <a:ext cx="3995420" cy="7143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a:latin typeface="Open Sans"/>
                <a:ea typeface="Open Sans"/>
                <a:cs typeface="Open Sans"/>
                <a:sym typeface="Open Sans"/>
              </a:rPr>
              <a:t>Hadir di klas online yang durasinya panjang tanpa ada recharge dan </a:t>
            </a:r>
            <a:endParaRPr b="1">
              <a:latin typeface="Open Sans"/>
              <a:ea typeface="Open Sans"/>
              <a:cs typeface="Open Sans"/>
              <a:sym typeface="Open Sans"/>
            </a:endParaRPr>
          </a:p>
          <a:p>
            <a:pPr indent="0" lvl="0" marL="0" rtl="0" algn="l">
              <a:lnSpc>
                <a:spcPct val="90000"/>
              </a:lnSpc>
              <a:spcBef>
                <a:spcPts val="0"/>
              </a:spcBef>
              <a:spcAft>
                <a:spcPts val="0"/>
              </a:spcAft>
              <a:buClr>
                <a:schemeClr val="dk1"/>
              </a:buClr>
              <a:buSzPts val="1400"/>
              <a:buNone/>
            </a:pPr>
            <a:r>
              <a:rPr b="1" lang="en-US">
                <a:latin typeface="Open Sans"/>
                <a:ea typeface="Open Sans"/>
                <a:cs typeface="Open Sans"/>
                <a:sym typeface="Open Sans"/>
              </a:rPr>
              <a:t>hi-res games</a:t>
            </a:r>
            <a:endParaRPr b="1"/>
          </a:p>
        </p:txBody>
      </p:sp>
      <p:sp>
        <p:nvSpPr>
          <p:cNvPr id="3434" name="Google Shape;3434;p17"/>
          <p:cNvSpPr txBox="1"/>
          <p:nvPr>
            <p:ph idx="9" type="body"/>
          </p:nvPr>
        </p:nvSpPr>
        <p:spPr>
          <a:xfrm>
            <a:off x="8195945" y="3418205"/>
            <a:ext cx="3648075" cy="72009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1400"/>
              <a:buNone/>
            </a:pPr>
            <a:r>
              <a:rPr b="1" lang="en-US">
                <a:latin typeface="Open Sans"/>
                <a:ea typeface="Open Sans"/>
                <a:cs typeface="Open Sans"/>
                <a:sym typeface="Open Sans"/>
              </a:rPr>
              <a:t>Merasa terhubung dengan Ibu saya cukup percaya diri untuk mengatur anak-anak saya</a:t>
            </a:r>
            <a:r>
              <a:rPr b="1" lang="en-US" sz="1600">
                <a:latin typeface="Open Sans"/>
                <a:ea typeface="Open Sans"/>
                <a:cs typeface="Open Sans"/>
                <a:sym typeface="Open Sans"/>
              </a:rPr>
              <a:t> </a:t>
            </a:r>
            <a:endParaRPr b="1" sz="1600">
              <a:latin typeface="Open Sans"/>
              <a:ea typeface="Open Sans"/>
              <a:cs typeface="Open Sans"/>
              <a:sym typeface="Open Sans"/>
            </a:endParaRPr>
          </a:p>
        </p:txBody>
      </p:sp>
      <p:sp>
        <p:nvSpPr>
          <p:cNvPr id="3435" name="Google Shape;3435;p17"/>
          <p:cNvSpPr txBox="1"/>
          <p:nvPr>
            <p:ph idx="13" type="body"/>
          </p:nvPr>
        </p:nvSpPr>
        <p:spPr>
          <a:xfrm>
            <a:off x="8195945" y="5069840"/>
            <a:ext cx="3648075" cy="1315085"/>
          </a:xfrm>
          <a:prstGeom prst="rect">
            <a:avLst/>
          </a:prstGeom>
          <a:noFill/>
          <a:ln>
            <a:noFill/>
          </a:ln>
        </p:spPr>
        <p:txBody>
          <a:bodyPr anchorCtr="0" anchor="t" bIns="45700" lIns="91425" spcFirstLastPara="1" rIns="91425" wrap="square" tIns="45700">
            <a:normAutofit fontScale="25000"/>
          </a:bodyPr>
          <a:lstStyle/>
          <a:p>
            <a:pPr indent="0" lvl="0" marL="0" rtl="0" algn="l">
              <a:lnSpc>
                <a:spcPct val="90000"/>
              </a:lnSpc>
              <a:spcBef>
                <a:spcPts val="0"/>
              </a:spcBef>
              <a:spcAft>
                <a:spcPts val="0"/>
              </a:spcAft>
              <a:buClr>
                <a:schemeClr val="dk1"/>
              </a:buClr>
              <a:buSzPct val="100000"/>
              <a:buNone/>
            </a:pPr>
            <a:r>
              <a:rPr b="1" lang="en-US" sz="5600">
                <a:latin typeface="Open Sans"/>
                <a:ea typeface="Open Sans"/>
                <a:cs typeface="Open Sans"/>
                <a:sym typeface="Open Sans"/>
              </a:rPr>
              <a:t>Menikmati adanya follower di Sos-med dan agar dikagumi oleh teman-teman karena saya mempunyai handphone termutakhir</a:t>
            </a:r>
            <a:endParaRPr b="1" sz="5600">
              <a:latin typeface="Open Sans"/>
              <a:ea typeface="Open Sans"/>
              <a:cs typeface="Open Sans"/>
              <a:sym typeface="Open Sans"/>
            </a:endParaRPr>
          </a:p>
          <a:p>
            <a:pPr indent="0" lvl="0" marL="0" rtl="0" algn="l">
              <a:lnSpc>
                <a:spcPct val="90000"/>
              </a:lnSpc>
              <a:spcBef>
                <a:spcPts val="1000"/>
              </a:spcBef>
              <a:spcAft>
                <a:spcPts val="0"/>
              </a:spcAft>
              <a:buClr>
                <a:schemeClr val="dk1"/>
              </a:buClr>
              <a:buSzPct val="100000"/>
              <a:buNone/>
            </a:pPr>
            <a:r>
              <a:rPr b="1" lang="en-US" sz="1800">
                <a:latin typeface="Open Sans"/>
                <a:ea typeface="Open Sans"/>
                <a:cs typeface="Open Sans"/>
                <a:sym typeface="Open Sans"/>
              </a:rPr>
              <a:t> </a:t>
            </a:r>
            <a:endParaRPr b="1" sz="1800">
              <a:latin typeface="Open Sans"/>
              <a:ea typeface="Open Sans"/>
              <a:cs typeface="Open Sans"/>
              <a:sym typeface="Open Sans"/>
            </a:endParaRPr>
          </a:p>
        </p:txBody>
      </p:sp>
      <p:sp>
        <p:nvSpPr>
          <p:cNvPr id="3436" name="Google Shape;3436;p17"/>
          <p:cNvSpPr txBox="1"/>
          <p:nvPr/>
        </p:nvSpPr>
        <p:spPr>
          <a:xfrm>
            <a:off x="4621279" y="2425513"/>
            <a:ext cx="3294285" cy="49244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Tugas yang dicari customer/ user untuk diselesaikan/ dikerjakan</a:t>
            </a:r>
            <a:endParaRPr b="0" sz="1300">
              <a:solidFill>
                <a:schemeClr val="dk1"/>
              </a:solidFill>
              <a:latin typeface="Open Sans"/>
              <a:ea typeface="Open Sans"/>
              <a:cs typeface="Open Sans"/>
              <a:sym typeface="Open Sans"/>
            </a:endParaRPr>
          </a:p>
        </p:txBody>
      </p:sp>
      <p:sp>
        <p:nvSpPr>
          <p:cNvPr id="3437" name="Google Shape;3437;p17"/>
          <p:cNvSpPr txBox="1"/>
          <p:nvPr/>
        </p:nvSpPr>
        <p:spPr>
          <a:xfrm>
            <a:off x="5198745" y="4229735"/>
            <a:ext cx="2877185" cy="49276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rPr b="0" lang="en-US" sz="1400">
                <a:solidFill>
                  <a:schemeClr val="dk1"/>
                </a:solidFill>
                <a:latin typeface="Open Sans"/>
                <a:ea typeface="Open Sans"/>
                <a:cs typeface="Open Sans"/>
                <a:sym typeface="Open Sans"/>
              </a:rPr>
              <a:t>Kondisi yang ingin dirasakan oleh user/ customer </a:t>
            </a:r>
            <a:endParaRPr b="0" sz="1400">
              <a:solidFill>
                <a:schemeClr val="dk1"/>
              </a:solidFill>
              <a:latin typeface="Open Sans"/>
              <a:ea typeface="Open Sans"/>
              <a:cs typeface="Open Sans"/>
              <a:sym typeface="Open Sans"/>
            </a:endParaRPr>
          </a:p>
        </p:txBody>
      </p:sp>
      <p:sp>
        <p:nvSpPr>
          <p:cNvPr id="3438" name="Google Shape;3438;p17"/>
          <p:cNvSpPr txBox="1"/>
          <p:nvPr/>
        </p:nvSpPr>
        <p:spPr>
          <a:xfrm>
            <a:off x="4581678" y="6034525"/>
            <a:ext cx="3333886" cy="49244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500"/>
              <a:buFont typeface="Arial"/>
              <a:buNone/>
            </a:pPr>
            <a:r>
              <a:rPr b="0" lang="en-US" sz="1500">
                <a:solidFill>
                  <a:schemeClr val="dk1"/>
                </a:solidFill>
                <a:latin typeface="Open Sans"/>
                <a:ea typeface="Open Sans"/>
                <a:cs typeface="Open Sans"/>
                <a:sym typeface="Open Sans"/>
              </a:rPr>
              <a:t>bagaimana user/ customer ingin dilihat oleh orang lain </a:t>
            </a:r>
            <a:endParaRPr b="0" sz="1500">
              <a:solidFill>
                <a:schemeClr val="dk1"/>
              </a:solidFill>
              <a:latin typeface="Open Sans"/>
              <a:ea typeface="Open Sans"/>
              <a:cs typeface="Open Sans"/>
              <a:sym typeface="Open Sans"/>
            </a:endParaRPr>
          </a:p>
        </p:txBody>
      </p:sp>
      <p:sp>
        <p:nvSpPr>
          <p:cNvPr id="3439" name="Google Shape;3439;p17"/>
          <p:cNvSpPr txBox="1"/>
          <p:nvPr/>
        </p:nvSpPr>
        <p:spPr>
          <a:xfrm>
            <a:off x="1534714" y="3215167"/>
            <a:ext cx="1165411"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BF2026"/>
                </a:solidFill>
                <a:latin typeface="Open Sans"/>
                <a:ea typeface="Open Sans"/>
                <a:cs typeface="Open Sans"/>
                <a:sym typeface="Open Sans"/>
              </a:rPr>
              <a:t>Jobs to-be Done (JTBD)</a:t>
            </a:r>
            <a:endParaRPr b="1" sz="1800">
              <a:solidFill>
                <a:srgbClr val="BF2026"/>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9"/>
                                        </p:tgtEl>
                                        <p:attrNameLst>
                                          <p:attrName>style.visibility</p:attrName>
                                        </p:attrNameLst>
                                      </p:cBhvr>
                                      <p:to>
                                        <p:strVal val="visible"/>
                                      </p:to>
                                    </p:set>
                                    <p:animEffect filter="fade" transition="in">
                                      <p:cBhvr>
                                        <p:cTn dur="500"/>
                                        <p:tgtEl>
                                          <p:spTgt spid="3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27">
                                            <p:txEl>
                                              <p:pRg end="0" st="0"/>
                                            </p:txEl>
                                          </p:spTgt>
                                        </p:tgtEl>
                                        <p:attrNameLst>
                                          <p:attrName>style.visibility</p:attrName>
                                        </p:attrNameLst>
                                      </p:cBhvr>
                                      <p:to>
                                        <p:strVal val="visible"/>
                                      </p:to>
                                    </p:set>
                                    <p:anim calcmode="lin" valueType="num">
                                      <p:cBhvr additive="base">
                                        <p:cTn dur="500"/>
                                        <p:tgtEl>
                                          <p:spTgt spid="3427">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430">
                                            <p:txEl>
                                              <p:pRg end="0" st="0"/>
                                            </p:txEl>
                                          </p:spTgt>
                                        </p:tgtEl>
                                        <p:attrNameLst>
                                          <p:attrName>style.visibility</p:attrName>
                                        </p:attrNameLst>
                                      </p:cBhvr>
                                      <p:to>
                                        <p:strVal val="visible"/>
                                      </p:to>
                                    </p:set>
                                    <p:anim calcmode="lin" valueType="num">
                                      <p:cBhvr additive="base">
                                        <p:cTn dur="500"/>
                                        <p:tgtEl>
                                          <p:spTgt spid="343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6"/>
                                        </p:tgtEl>
                                        <p:attrNameLst>
                                          <p:attrName>style.visibility</p:attrName>
                                        </p:attrNameLst>
                                      </p:cBhvr>
                                      <p:to>
                                        <p:strVal val="visible"/>
                                      </p:to>
                                    </p:set>
                                    <p:animEffect filter="fade" transition="in">
                                      <p:cBhvr>
                                        <p:cTn dur="500"/>
                                        <p:tgtEl>
                                          <p:spTgt spid="3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3">
                                            <p:txEl>
                                              <p:pRg end="0" st="0"/>
                                            </p:txEl>
                                          </p:spTgt>
                                        </p:tgtEl>
                                        <p:attrNameLst>
                                          <p:attrName>style.visibility</p:attrName>
                                        </p:attrNameLst>
                                      </p:cBhvr>
                                      <p:to>
                                        <p:strVal val="visible"/>
                                      </p:to>
                                    </p:set>
                                    <p:anim calcmode="lin" valueType="num">
                                      <p:cBhvr additive="base">
                                        <p:cTn dur="500"/>
                                        <p:tgtEl>
                                          <p:spTgt spid="343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3">
                                            <p:txEl>
                                              <p:pRg end="1" st="1"/>
                                            </p:txEl>
                                          </p:spTgt>
                                        </p:tgtEl>
                                        <p:attrNameLst>
                                          <p:attrName>style.visibility</p:attrName>
                                        </p:attrNameLst>
                                      </p:cBhvr>
                                      <p:to>
                                        <p:strVal val="visible"/>
                                      </p:to>
                                    </p:set>
                                    <p:anim calcmode="lin" valueType="num">
                                      <p:cBhvr additive="base">
                                        <p:cTn dur="500"/>
                                        <p:tgtEl>
                                          <p:spTgt spid="343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28">
                                            <p:txEl>
                                              <p:pRg end="0" st="0"/>
                                            </p:txEl>
                                          </p:spTgt>
                                        </p:tgtEl>
                                        <p:attrNameLst>
                                          <p:attrName>style.visibility</p:attrName>
                                        </p:attrNameLst>
                                      </p:cBhvr>
                                      <p:to>
                                        <p:strVal val="visible"/>
                                      </p:to>
                                    </p:set>
                                    <p:anim calcmode="lin" valueType="num">
                                      <p:cBhvr additive="base">
                                        <p:cTn dur="500"/>
                                        <p:tgtEl>
                                          <p:spTgt spid="3428">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431">
                                            <p:txEl>
                                              <p:pRg end="0" st="0"/>
                                            </p:txEl>
                                          </p:spTgt>
                                        </p:tgtEl>
                                        <p:attrNameLst>
                                          <p:attrName>style.visibility</p:attrName>
                                        </p:attrNameLst>
                                      </p:cBhvr>
                                      <p:to>
                                        <p:strVal val="visible"/>
                                      </p:to>
                                    </p:set>
                                    <p:anim calcmode="lin" valueType="num">
                                      <p:cBhvr additive="base">
                                        <p:cTn dur="500"/>
                                        <p:tgtEl>
                                          <p:spTgt spid="343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7"/>
                                        </p:tgtEl>
                                        <p:attrNameLst>
                                          <p:attrName>style.visibility</p:attrName>
                                        </p:attrNameLst>
                                      </p:cBhvr>
                                      <p:to>
                                        <p:strVal val="visible"/>
                                      </p:to>
                                    </p:set>
                                    <p:animEffect filter="fade" transition="in">
                                      <p:cBhvr>
                                        <p:cTn dur="500"/>
                                        <p:tgtEl>
                                          <p:spTgt spid="3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4">
                                            <p:txEl>
                                              <p:pRg end="0" st="0"/>
                                            </p:txEl>
                                          </p:spTgt>
                                        </p:tgtEl>
                                        <p:attrNameLst>
                                          <p:attrName>style.visibility</p:attrName>
                                        </p:attrNameLst>
                                      </p:cBhvr>
                                      <p:to>
                                        <p:strVal val="visible"/>
                                      </p:to>
                                    </p:set>
                                    <p:anim calcmode="lin" valueType="num">
                                      <p:cBhvr additive="base">
                                        <p:cTn dur="500"/>
                                        <p:tgtEl>
                                          <p:spTgt spid="343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29">
                                            <p:txEl>
                                              <p:pRg end="0" st="0"/>
                                            </p:txEl>
                                          </p:spTgt>
                                        </p:tgtEl>
                                        <p:attrNameLst>
                                          <p:attrName>style.visibility</p:attrName>
                                        </p:attrNameLst>
                                      </p:cBhvr>
                                      <p:to>
                                        <p:strVal val="visible"/>
                                      </p:to>
                                    </p:set>
                                    <p:anim calcmode="lin" valueType="num">
                                      <p:cBhvr additive="base">
                                        <p:cTn dur="500"/>
                                        <p:tgtEl>
                                          <p:spTgt spid="3429">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432">
                                            <p:txEl>
                                              <p:pRg end="0" st="0"/>
                                            </p:txEl>
                                          </p:spTgt>
                                        </p:tgtEl>
                                        <p:attrNameLst>
                                          <p:attrName>style.visibility</p:attrName>
                                        </p:attrNameLst>
                                      </p:cBhvr>
                                      <p:to>
                                        <p:strVal val="visible"/>
                                      </p:to>
                                    </p:set>
                                    <p:anim calcmode="lin" valueType="num">
                                      <p:cBhvr additive="base">
                                        <p:cTn dur="500"/>
                                        <p:tgtEl>
                                          <p:spTgt spid="343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8"/>
                                        </p:tgtEl>
                                        <p:attrNameLst>
                                          <p:attrName>style.visibility</p:attrName>
                                        </p:attrNameLst>
                                      </p:cBhvr>
                                      <p:to>
                                        <p:strVal val="visible"/>
                                      </p:to>
                                    </p:set>
                                    <p:animEffect filter="fade" transition="in">
                                      <p:cBhvr>
                                        <p:cTn dur="500"/>
                                        <p:tgtEl>
                                          <p:spTgt spid="3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5">
                                            <p:txEl>
                                              <p:pRg end="0" st="0"/>
                                            </p:txEl>
                                          </p:spTgt>
                                        </p:tgtEl>
                                        <p:attrNameLst>
                                          <p:attrName>style.visibility</p:attrName>
                                        </p:attrNameLst>
                                      </p:cBhvr>
                                      <p:to>
                                        <p:strVal val="visible"/>
                                      </p:to>
                                    </p:set>
                                    <p:anim calcmode="lin" valueType="num">
                                      <p:cBhvr additive="base">
                                        <p:cTn dur="500"/>
                                        <p:tgtEl>
                                          <p:spTgt spid="343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5">
                                            <p:txEl>
                                              <p:pRg end="1" st="1"/>
                                            </p:txEl>
                                          </p:spTgt>
                                        </p:tgtEl>
                                        <p:attrNameLst>
                                          <p:attrName>style.visibility</p:attrName>
                                        </p:attrNameLst>
                                      </p:cBhvr>
                                      <p:to>
                                        <p:strVal val="visible"/>
                                      </p:to>
                                    </p:set>
                                    <p:anim calcmode="lin" valueType="num">
                                      <p:cBhvr additive="base">
                                        <p:cTn dur="500"/>
                                        <p:tgtEl>
                                          <p:spTgt spid="343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3" name="Shape 3443"/>
        <p:cNvGrpSpPr/>
        <p:nvPr/>
      </p:nvGrpSpPr>
      <p:grpSpPr>
        <a:xfrm>
          <a:off x="0" y="0"/>
          <a:ext cx="0" cy="0"/>
          <a:chOff x="0" y="0"/>
          <a:chExt cx="0" cy="0"/>
        </a:xfrm>
      </p:grpSpPr>
      <p:pic>
        <p:nvPicPr>
          <p:cNvPr id="3444" name="Google Shape;3444;p18"/>
          <p:cNvPicPr preferRelativeResize="0"/>
          <p:nvPr>
            <p:ph idx="1" type="body"/>
          </p:nvPr>
        </p:nvPicPr>
        <p:blipFill rotWithShape="1">
          <a:blip r:embed="rId3">
            <a:alphaModFix/>
          </a:blip>
          <a:srcRect b="0" l="0" r="0" t="0"/>
          <a:stretch/>
        </p:blipFill>
        <p:spPr>
          <a:xfrm>
            <a:off x="5537919" y="2127969"/>
            <a:ext cx="1076475" cy="1076475"/>
          </a:xfrm>
          <a:prstGeom prst="ellipse">
            <a:avLst/>
          </a:prstGeom>
          <a:noFill/>
          <a:ln>
            <a:noFill/>
          </a:ln>
        </p:spPr>
      </p:pic>
      <p:sp>
        <p:nvSpPr>
          <p:cNvPr id="3445" name="Google Shape;3445;p18"/>
          <p:cNvSpPr txBox="1"/>
          <p:nvPr>
            <p:ph idx="2" type="body"/>
          </p:nvPr>
        </p:nvSpPr>
        <p:spPr>
          <a:xfrm>
            <a:off x="1090295" y="2332355"/>
            <a:ext cx="3622675" cy="95504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1600"/>
              <a:buNone/>
            </a:pPr>
            <a:r>
              <a:rPr lang="en-US" sz="1600">
                <a:latin typeface="Open Sans"/>
                <a:ea typeface="Open Sans"/>
                <a:cs typeface="Open Sans"/>
                <a:sym typeface="Open Sans"/>
              </a:rPr>
              <a:t>Spesifikasi teknis dari </a:t>
            </a:r>
            <a:r>
              <a:rPr b="1" lang="en-US" sz="1600">
                <a:latin typeface="Open Sans"/>
                <a:ea typeface="Open Sans"/>
                <a:cs typeface="Open Sans"/>
                <a:sym typeface="Open Sans"/>
              </a:rPr>
              <a:t>fitness trackers</a:t>
            </a:r>
            <a:r>
              <a:rPr lang="en-US" sz="1600">
                <a:latin typeface="Open Sans"/>
                <a:ea typeface="Open Sans"/>
                <a:cs typeface="Open Sans"/>
                <a:sym typeface="Open Sans"/>
              </a:rPr>
              <a:t>, untung mengukur   detak jantung, monitoring dan menghitung langkah kaki </a:t>
            </a:r>
            <a:endParaRPr sz="1600">
              <a:latin typeface="Open Sans"/>
              <a:ea typeface="Open Sans"/>
              <a:cs typeface="Open Sans"/>
              <a:sym typeface="Open Sans"/>
            </a:endParaRPr>
          </a:p>
        </p:txBody>
      </p:sp>
      <p:sp>
        <p:nvSpPr>
          <p:cNvPr id="3446" name="Google Shape;3446;p18"/>
          <p:cNvSpPr txBox="1"/>
          <p:nvPr>
            <p:ph idx="3" type="body"/>
          </p:nvPr>
        </p:nvSpPr>
        <p:spPr>
          <a:xfrm>
            <a:off x="1004570" y="3907790"/>
            <a:ext cx="3597910" cy="99377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1600"/>
              <a:buNone/>
            </a:pPr>
            <a:r>
              <a:rPr lang="en-US" sz="1600">
                <a:latin typeface="Open Sans"/>
                <a:ea typeface="Open Sans"/>
                <a:cs typeface="Open Sans"/>
                <a:sym typeface="Open Sans"/>
              </a:rPr>
              <a:t>Fitur kacamata anti sinar matahari (</a:t>
            </a:r>
            <a:r>
              <a:rPr b="1" lang="en-US" sz="1600">
                <a:latin typeface="Open Sans"/>
                <a:ea typeface="Open Sans"/>
                <a:cs typeface="Open Sans"/>
                <a:sym typeface="Open Sans"/>
              </a:rPr>
              <a:t>sunglasses)</a:t>
            </a:r>
            <a:r>
              <a:rPr lang="en-US" sz="1600">
                <a:latin typeface="Open Sans"/>
                <a:ea typeface="Open Sans"/>
                <a:cs typeface="Open Sans"/>
                <a:sym typeface="Open Sans"/>
              </a:rPr>
              <a:t>, seperti UV protection, scratch-resistant, colour options, lightweight</a:t>
            </a:r>
            <a:endParaRPr sz="1600">
              <a:latin typeface="Open Sans"/>
              <a:ea typeface="Open Sans"/>
              <a:cs typeface="Open Sans"/>
              <a:sym typeface="Open Sans"/>
            </a:endParaRPr>
          </a:p>
        </p:txBody>
      </p:sp>
      <p:sp>
        <p:nvSpPr>
          <p:cNvPr id="3447" name="Google Shape;3447;p18"/>
          <p:cNvSpPr txBox="1"/>
          <p:nvPr>
            <p:ph idx="4" type="body"/>
          </p:nvPr>
        </p:nvSpPr>
        <p:spPr>
          <a:xfrm>
            <a:off x="1366305" y="5616815"/>
            <a:ext cx="3342885" cy="68223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None/>
            </a:pPr>
            <a:r>
              <a:rPr b="1" lang="en-US" sz="1600">
                <a:latin typeface="Open Sans"/>
                <a:ea typeface="Open Sans"/>
                <a:cs typeface="Open Sans"/>
                <a:sym typeface="Open Sans"/>
              </a:rPr>
              <a:t>Café: </a:t>
            </a:r>
            <a:endParaRPr b="1" sz="1600">
              <a:latin typeface="Open Sans"/>
              <a:ea typeface="Open Sans"/>
              <a:cs typeface="Open Sans"/>
              <a:sym typeface="Open Sans"/>
            </a:endParaRPr>
          </a:p>
          <a:p>
            <a:pPr indent="0" lvl="0" marL="0" rtl="0" algn="ctr">
              <a:lnSpc>
                <a:spcPct val="90000"/>
              </a:lnSpc>
              <a:spcBef>
                <a:spcPts val="1000"/>
              </a:spcBef>
              <a:spcAft>
                <a:spcPts val="0"/>
              </a:spcAft>
              <a:buClr>
                <a:schemeClr val="dk1"/>
              </a:buClr>
              <a:buSzPct val="100000"/>
              <a:buNone/>
            </a:pPr>
            <a:r>
              <a:rPr lang="en-US" sz="1600">
                <a:latin typeface="Open Sans"/>
                <a:ea typeface="Open Sans"/>
                <a:cs typeface="Open Sans"/>
                <a:sym typeface="Open Sans"/>
              </a:rPr>
              <a:t>Berbagai</a:t>
            </a:r>
            <a:r>
              <a:rPr b="1" lang="en-US" sz="1600">
                <a:latin typeface="Open Sans"/>
                <a:ea typeface="Open Sans"/>
                <a:cs typeface="Open Sans"/>
                <a:sym typeface="Open Sans"/>
              </a:rPr>
              <a:t> </a:t>
            </a:r>
            <a:r>
              <a:rPr lang="en-US" sz="1600">
                <a:latin typeface="Open Sans"/>
                <a:ea typeface="Open Sans"/>
                <a:cs typeface="Open Sans"/>
                <a:sym typeface="Open Sans"/>
              </a:rPr>
              <a:t>varias</a:t>
            </a:r>
            <a:r>
              <a:rPr b="1" lang="en-US" sz="1600">
                <a:latin typeface="Open Sans"/>
                <a:ea typeface="Open Sans"/>
                <a:cs typeface="Open Sans"/>
                <a:sym typeface="Open Sans"/>
              </a:rPr>
              <a:t>i </a:t>
            </a:r>
            <a:r>
              <a:rPr lang="en-US" sz="1600">
                <a:latin typeface="Open Sans"/>
                <a:ea typeface="Open Sans"/>
                <a:cs typeface="Open Sans"/>
                <a:sym typeface="Open Sans"/>
              </a:rPr>
              <a:t>kopi dan snack</a:t>
            </a:r>
            <a:endParaRPr sz="1600">
              <a:latin typeface="Open Sans"/>
              <a:ea typeface="Open Sans"/>
              <a:cs typeface="Open Sans"/>
              <a:sym typeface="Open Sans"/>
            </a:endParaRPr>
          </a:p>
        </p:txBody>
      </p:sp>
      <p:sp>
        <p:nvSpPr>
          <p:cNvPr id="3448" name="Google Shape;3448;p18"/>
          <p:cNvSpPr txBox="1"/>
          <p:nvPr>
            <p:ph idx="5" type="body"/>
          </p:nvPr>
        </p:nvSpPr>
        <p:spPr>
          <a:xfrm>
            <a:off x="1492112" y="853230"/>
            <a:ext cx="3091269" cy="430887"/>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2"/>
              </a:buClr>
              <a:buSzPts val="2800"/>
              <a:buNone/>
            </a:pPr>
            <a:r>
              <a:rPr b="1" lang="en-US" sz="2800">
                <a:solidFill>
                  <a:schemeClr val="lt2"/>
                </a:solidFill>
                <a:latin typeface="Barlow Medium"/>
                <a:ea typeface="Barlow Medium"/>
                <a:cs typeface="Barlow Medium"/>
                <a:sym typeface="Barlow Medium"/>
              </a:rPr>
              <a:t>Product View</a:t>
            </a:r>
            <a:endParaRPr b="1" sz="2800">
              <a:solidFill>
                <a:schemeClr val="lt2"/>
              </a:solidFill>
              <a:latin typeface="Barlow Medium"/>
              <a:ea typeface="Barlow Medium"/>
              <a:cs typeface="Barlow Medium"/>
              <a:sym typeface="Barlow Medium"/>
            </a:endParaRPr>
          </a:p>
        </p:txBody>
      </p:sp>
      <p:sp>
        <p:nvSpPr>
          <p:cNvPr id="3449" name="Google Shape;3449;p18"/>
          <p:cNvSpPr txBox="1"/>
          <p:nvPr>
            <p:ph idx="6" type="body"/>
          </p:nvPr>
        </p:nvSpPr>
        <p:spPr>
          <a:xfrm>
            <a:off x="6811618" y="853230"/>
            <a:ext cx="4387671" cy="430887"/>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None/>
            </a:pPr>
            <a:r>
              <a:rPr b="1" lang="en-US" sz="2800">
                <a:latin typeface="Barlow Medium"/>
                <a:ea typeface="Barlow Medium"/>
                <a:cs typeface="Barlow Medium"/>
                <a:sym typeface="Barlow Medium"/>
              </a:rPr>
              <a:t>‘Jobs To Be Done’ View</a:t>
            </a:r>
            <a:endParaRPr b="1" sz="2800">
              <a:latin typeface="Barlow Medium"/>
              <a:ea typeface="Barlow Medium"/>
              <a:cs typeface="Barlow Medium"/>
              <a:sym typeface="Barlow Medium"/>
            </a:endParaRPr>
          </a:p>
          <a:p>
            <a:pPr indent="0" lvl="0" marL="0" rtl="0" algn="ctr">
              <a:lnSpc>
                <a:spcPct val="90000"/>
              </a:lnSpc>
              <a:spcBef>
                <a:spcPts val="1000"/>
              </a:spcBef>
              <a:spcAft>
                <a:spcPts val="0"/>
              </a:spcAft>
              <a:buClr>
                <a:schemeClr val="lt1"/>
              </a:buClr>
              <a:buSzPts val="2000"/>
              <a:buNone/>
            </a:pPr>
            <a:r>
              <a:rPr lang="en-US" sz="2000">
                <a:latin typeface="Barlow Medium"/>
                <a:ea typeface="Barlow Medium"/>
                <a:cs typeface="Barlow Medium"/>
                <a:sym typeface="Barlow Medium"/>
              </a:rPr>
              <a:t>(Functional/Emotional/Social)</a:t>
            </a:r>
            <a:endParaRPr sz="2800">
              <a:latin typeface="Barlow Medium"/>
              <a:ea typeface="Barlow Medium"/>
              <a:cs typeface="Barlow Medium"/>
              <a:sym typeface="Barlow Medium"/>
            </a:endParaRPr>
          </a:p>
        </p:txBody>
      </p:sp>
      <p:sp>
        <p:nvSpPr>
          <p:cNvPr id="3450" name="Google Shape;3450;p18"/>
          <p:cNvSpPr txBox="1"/>
          <p:nvPr>
            <p:ph idx="7" type="body"/>
          </p:nvPr>
        </p:nvSpPr>
        <p:spPr>
          <a:xfrm>
            <a:off x="7439660" y="2280285"/>
            <a:ext cx="3493135" cy="76581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C00000"/>
              </a:buClr>
              <a:buSzPts val="1800"/>
              <a:buNone/>
            </a:pPr>
            <a:r>
              <a:rPr lang="en-US" sz="1800">
                <a:solidFill>
                  <a:srgbClr val="C00000"/>
                </a:solidFill>
                <a:latin typeface="Open Sans"/>
                <a:ea typeface="Open Sans"/>
                <a:cs typeface="Open Sans"/>
                <a:sym typeface="Open Sans"/>
              </a:rPr>
              <a:t>Selalu termotivasi untuk mencapai tujuan agar tetap sehat dan bugar</a:t>
            </a:r>
            <a:endParaRPr sz="1800">
              <a:solidFill>
                <a:srgbClr val="C00000"/>
              </a:solidFill>
              <a:latin typeface="Open Sans"/>
              <a:ea typeface="Open Sans"/>
              <a:cs typeface="Open Sans"/>
              <a:sym typeface="Open Sans"/>
            </a:endParaRPr>
          </a:p>
        </p:txBody>
      </p:sp>
      <p:sp>
        <p:nvSpPr>
          <p:cNvPr id="3451" name="Google Shape;3451;p18"/>
          <p:cNvSpPr txBox="1"/>
          <p:nvPr>
            <p:ph idx="8" type="body"/>
          </p:nvPr>
        </p:nvSpPr>
        <p:spPr>
          <a:xfrm>
            <a:off x="7279640" y="3648710"/>
            <a:ext cx="3789680" cy="11379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C00000"/>
              </a:buClr>
              <a:buSzPts val="1800"/>
              <a:buNone/>
            </a:pPr>
            <a:r>
              <a:rPr lang="en-US" sz="1800">
                <a:solidFill>
                  <a:srgbClr val="C00000"/>
                </a:solidFill>
                <a:latin typeface="Open Sans"/>
                <a:ea typeface="Open Sans"/>
                <a:cs typeface="Open Sans"/>
                <a:sym typeface="Open Sans"/>
              </a:rPr>
              <a:t>Melindungi dari sinar matahari, feel 'cool'/ dingin, dan menerima compliment dari teman/ orang sekitar</a:t>
            </a:r>
            <a:endParaRPr sz="1800">
              <a:solidFill>
                <a:srgbClr val="C00000"/>
              </a:solidFill>
              <a:latin typeface="Open Sans"/>
              <a:ea typeface="Open Sans"/>
              <a:cs typeface="Open Sans"/>
              <a:sym typeface="Open Sans"/>
            </a:endParaRPr>
          </a:p>
        </p:txBody>
      </p:sp>
      <p:sp>
        <p:nvSpPr>
          <p:cNvPr id="3452" name="Google Shape;3452;p18"/>
          <p:cNvSpPr txBox="1"/>
          <p:nvPr>
            <p:ph idx="9" type="body"/>
          </p:nvPr>
        </p:nvSpPr>
        <p:spPr>
          <a:xfrm>
            <a:off x="7659180" y="5616815"/>
            <a:ext cx="3342885" cy="815923"/>
          </a:xfrm>
          <a:prstGeom prst="rect">
            <a:avLst/>
          </a:prstGeom>
          <a:noFill/>
          <a:ln>
            <a:noFill/>
          </a:ln>
        </p:spPr>
        <p:txBody>
          <a:bodyPr anchorCtr="0" anchor="ctr" bIns="45700" lIns="91425" spcFirstLastPara="1" rIns="91425" wrap="square" tIns="45700">
            <a:normAutofit lnSpcReduction="20000"/>
          </a:bodyPr>
          <a:lstStyle/>
          <a:p>
            <a:pPr indent="0" lvl="0" marL="0" rtl="0" algn="ctr">
              <a:lnSpc>
                <a:spcPct val="90000"/>
              </a:lnSpc>
              <a:spcBef>
                <a:spcPts val="0"/>
              </a:spcBef>
              <a:spcAft>
                <a:spcPts val="0"/>
              </a:spcAft>
              <a:buClr>
                <a:srgbClr val="C00000"/>
              </a:buClr>
              <a:buSzPts val="1800"/>
              <a:buNone/>
            </a:pPr>
            <a:r>
              <a:rPr lang="en-US" sz="1800">
                <a:solidFill>
                  <a:srgbClr val="C00000"/>
                </a:solidFill>
                <a:latin typeface="Open Sans"/>
                <a:ea typeface="Open Sans"/>
                <a:cs typeface="Open Sans"/>
                <a:sym typeface="Open Sans"/>
              </a:rPr>
              <a:t>Bersosialisasi, relax, dan fokus bekerja </a:t>
            </a:r>
            <a:endParaRPr sz="1800">
              <a:solidFill>
                <a:srgbClr val="C00000"/>
              </a:solidFill>
              <a:latin typeface="Open Sans"/>
              <a:ea typeface="Open Sans"/>
              <a:cs typeface="Open Sans"/>
              <a:sym typeface="Open Sans"/>
            </a:endParaRPr>
          </a:p>
        </p:txBody>
      </p:sp>
      <p:pic>
        <p:nvPicPr>
          <p:cNvPr id="3453" name="Google Shape;3453;p18"/>
          <p:cNvPicPr preferRelativeResize="0"/>
          <p:nvPr>
            <p:ph idx="14" type="body"/>
          </p:nvPr>
        </p:nvPicPr>
        <p:blipFill rotWithShape="1">
          <a:blip r:embed="rId4">
            <a:alphaModFix/>
          </a:blip>
          <a:srcRect b="0" l="0" r="0" t="0"/>
          <a:stretch/>
        </p:blipFill>
        <p:spPr>
          <a:xfrm>
            <a:off x="5552999" y="5419696"/>
            <a:ext cx="1086002" cy="1076475"/>
          </a:xfrm>
          <a:prstGeom prst="ellipse">
            <a:avLst/>
          </a:prstGeom>
          <a:noFill/>
          <a:ln>
            <a:noFill/>
          </a:ln>
        </p:spPr>
      </p:pic>
      <p:pic>
        <p:nvPicPr>
          <p:cNvPr id="3454" name="Google Shape;3454;p18"/>
          <p:cNvPicPr preferRelativeResize="0"/>
          <p:nvPr/>
        </p:nvPicPr>
        <p:blipFill rotWithShape="1">
          <a:blip r:embed="rId5">
            <a:alphaModFix/>
          </a:blip>
          <a:srcRect b="18097" l="11206" r="60954" t="32408"/>
          <a:stretch/>
        </p:blipFill>
        <p:spPr>
          <a:xfrm>
            <a:off x="5436196" y="3647873"/>
            <a:ext cx="1320409" cy="1320409"/>
          </a:xfrm>
          <a:prstGeom prst="ellipse">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48">
                                            <p:txEl>
                                              <p:pRg end="0" st="0"/>
                                            </p:txEl>
                                          </p:spTgt>
                                        </p:tgtEl>
                                        <p:attrNameLst>
                                          <p:attrName>style.visibility</p:attrName>
                                        </p:attrNameLst>
                                      </p:cBhvr>
                                      <p:to>
                                        <p:strVal val="visible"/>
                                      </p:to>
                                    </p:set>
                                    <p:anim calcmode="lin" valueType="num">
                                      <p:cBhvr additive="base">
                                        <p:cTn dur="500"/>
                                        <p:tgtEl>
                                          <p:spTgt spid="3448">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49">
                                            <p:txEl>
                                              <p:pRg end="0" st="0"/>
                                            </p:txEl>
                                          </p:spTgt>
                                        </p:tgtEl>
                                        <p:attrNameLst>
                                          <p:attrName>style.visibility</p:attrName>
                                        </p:attrNameLst>
                                      </p:cBhvr>
                                      <p:to>
                                        <p:strVal val="visible"/>
                                      </p:to>
                                    </p:set>
                                    <p:anim calcmode="lin" valueType="num">
                                      <p:cBhvr additive="base">
                                        <p:cTn dur="500"/>
                                        <p:tgtEl>
                                          <p:spTgt spid="3449">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49">
                                            <p:txEl>
                                              <p:pRg end="1" st="1"/>
                                            </p:txEl>
                                          </p:spTgt>
                                        </p:tgtEl>
                                        <p:attrNameLst>
                                          <p:attrName>style.visibility</p:attrName>
                                        </p:attrNameLst>
                                      </p:cBhvr>
                                      <p:to>
                                        <p:strVal val="visible"/>
                                      </p:to>
                                    </p:set>
                                    <p:anim calcmode="lin" valueType="num">
                                      <p:cBhvr additive="base">
                                        <p:cTn dur="500"/>
                                        <p:tgtEl>
                                          <p:spTgt spid="344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4"/>
                                        </p:tgtEl>
                                        <p:attrNameLst>
                                          <p:attrName>style.visibility</p:attrName>
                                        </p:attrNameLst>
                                      </p:cBhvr>
                                      <p:to>
                                        <p:strVal val="visible"/>
                                      </p:to>
                                    </p:set>
                                    <p:animEffect filter="fade" transition="in">
                                      <p:cBhvr>
                                        <p:cTn dur="500"/>
                                        <p:tgtEl>
                                          <p:spTgt spid="3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45">
                                            <p:txEl>
                                              <p:pRg end="0" st="0"/>
                                            </p:txEl>
                                          </p:spTgt>
                                        </p:tgtEl>
                                        <p:attrNameLst>
                                          <p:attrName>style.visibility</p:attrName>
                                        </p:attrNameLst>
                                      </p:cBhvr>
                                      <p:to>
                                        <p:strVal val="visible"/>
                                      </p:to>
                                    </p:set>
                                    <p:anim calcmode="lin" valueType="num">
                                      <p:cBhvr additive="base">
                                        <p:cTn dur="500"/>
                                        <p:tgtEl>
                                          <p:spTgt spid="344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50">
                                            <p:txEl>
                                              <p:pRg end="0" st="0"/>
                                            </p:txEl>
                                          </p:spTgt>
                                        </p:tgtEl>
                                        <p:attrNameLst>
                                          <p:attrName>style.visibility</p:attrName>
                                        </p:attrNameLst>
                                      </p:cBhvr>
                                      <p:to>
                                        <p:strVal val="visible"/>
                                      </p:to>
                                    </p:set>
                                    <p:anim calcmode="lin" valueType="num">
                                      <p:cBhvr additive="base">
                                        <p:cTn dur="500"/>
                                        <p:tgtEl>
                                          <p:spTgt spid="345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46">
                                            <p:txEl>
                                              <p:pRg end="0" st="0"/>
                                            </p:txEl>
                                          </p:spTgt>
                                        </p:tgtEl>
                                        <p:attrNameLst>
                                          <p:attrName>style.visibility</p:attrName>
                                        </p:attrNameLst>
                                      </p:cBhvr>
                                      <p:to>
                                        <p:strVal val="visible"/>
                                      </p:to>
                                    </p:set>
                                    <p:anim calcmode="lin" valueType="num">
                                      <p:cBhvr additive="base">
                                        <p:cTn dur="500"/>
                                        <p:tgtEl>
                                          <p:spTgt spid="344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51">
                                            <p:txEl>
                                              <p:pRg end="0" st="0"/>
                                            </p:txEl>
                                          </p:spTgt>
                                        </p:tgtEl>
                                        <p:attrNameLst>
                                          <p:attrName>style.visibility</p:attrName>
                                        </p:attrNameLst>
                                      </p:cBhvr>
                                      <p:to>
                                        <p:strVal val="visible"/>
                                      </p:to>
                                    </p:set>
                                    <p:anim calcmode="lin" valueType="num">
                                      <p:cBhvr additive="base">
                                        <p:cTn dur="500"/>
                                        <p:tgtEl>
                                          <p:spTgt spid="345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3"/>
                                        </p:tgtEl>
                                        <p:attrNameLst>
                                          <p:attrName>style.visibility</p:attrName>
                                        </p:attrNameLst>
                                      </p:cBhvr>
                                      <p:to>
                                        <p:strVal val="visible"/>
                                      </p:to>
                                    </p:set>
                                    <p:animEffect filter="fade" transition="in">
                                      <p:cBhvr>
                                        <p:cTn dur="500"/>
                                        <p:tgtEl>
                                          <p:spTgt spid="3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47">
                                            <p:txEl>
                                              <p:pRg end="0" st="0"/>
                                            </p:txEl>
                                          </p:spTgt>
                                        </p:tgtEl>
                                        <p:attrNameLst>
                                          <p:attrName>style.visibility</p:attrName>
                                        </p:attrNameLst>
                                      </p:cBhvr>
                                      <p:to>
                                        <p:strVal val="visible"/>
                                      </p:to>
                                    </p:set>
                                    <p:anim calcmode="lin" valueType="num">
                                      <p:cBhvr additive="base">
                                        <p:cTn dur="500"/>
                                        <p:tgtEl>
                                          <p:spTgt spid="344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47">
                                            <p:txEl>
                                              <p:pRg end="1" st="1"/>
                                            </p:txEl>
                                          </p:spTgt>
                                        </p:tgtEl>
                                        <p:attrNameLst>
                                          <p:attrName>style.visibility</p:attrName>
                                        </p:attrNameLst>
                                      </p:cBhvr>
                                      <p:to>
                                        <p:strVal val="visible"/>
                                      </p:to>
                                    </p:set>
                                    <p:anim calcmode="lin" valueType="num">
                                      <p:cBhvr additive="base">
                                        <p:cTn dur="500"/>
                                        <p:tgtEl>
                                          <p:spTgt spid="344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52">
                                            <p:txEl>
                                              <p:pRg end="0" st="0"/>
                                            </p:txEl>
                                          </p:spTgt>
                                        </p:tgtEl>
                                        <p:attrNameLst>
                                          <p:attrName>style.visibility</p:attrName>
                                        </p:attrNameLst>
                                      </p:cBhvr>
                                      <p:to>
                                        <p:strVal val="visible"/>
                                      </p:to>
                                    </p:set>
                                    <p:anim calcmode="lin" valueType="num">
                                      <p:cBhvr additive="base">
                                        <p:cTn dur="500"/>
                                        <p:tgtEl>
                                          <p:spTgt spid="345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8" name="Shape 3458"/>
        <p:cNvGrpSpPr/>
        <p:nvPr/>
      </p:nvGrpSpPr>
      <p:grpSpPr>
        <a:xfrm>
          <a:off x="0" y="0"/>
          <a:ext cx="0" cy="0"/>
          <a:chOff x="0" y="0"/>
          <a:chExt cx="0" cy="0"/>
        </a:xfrm>
      </p:grpSpPr>
      <p:pic>
        <p:nvPicPr>
          <p:cNvPr descr="Children playing with toy blocks" id="3459" name="Google Shape;3459;p19"/>
          <p:cNvPicPr preferRelativeResize="0"/>
          <p:nvPr>
            <p:ph idx="2" type="pic"/>
          </p:nvPr>
        </p:nvPicPr>
        <p:blipFill rotWithShape="1">
          <a:blip r:embed="rId3">
            <a:alphaModFix/>
          </a:blip>
          <a:srcRect b="242" l="25250" r="6437" t="-243"/>
          <a:stretch/>
        </p:blipFill>
        <p:spPr>
          <a:xfrm>
            <a:off x="4200525" y="0"/>
            <a:ext cx="7132320" cy="6949440"/>
          </a:xfrm>
          <a:prstGeom prst="rect">
            <a:avLst/>
          </a:prstGeom>
          <a:solidFill>
            <a:schemeClr val="lt1">
              <a:alpha val="20000"/>
            </a:schemeClr>
          </a:solidFill>
          <a:ln>
            <a:noFill/>
          </a:ln>
        </p:spPr>
      </p:pic>
      <p:sp>
        <p:nvSpPr>
          <p:cNvPr id="3460" name="Google Shape;3460;p19"/>
          <p:cNvSpPr txBox="1"/>
          <p:nvPr>
            <p:ph type="ctrTitle"/>
          </p:nvPr>
        </p:nvSpPr>
        <p:spPr>
          <a:xfrm>
            <a:off x="480695" y="2373630"/>
            <a:ext cx="4484370" cy="117475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lt1"/>
              </a:buClr>
              <a:buSzPts val="3200"/>
              <a:buFont typeface="Barlow Medium"/>
              <a:buNone/>
            </a:pPr>
            <a:r>
              <a:rPr lang="en-US"/>
              <a:t>MASALAH YANG TERSELESAIKAN</a:t>
            </a:r>
            <a:endParaRPr/>
          </a:p>
        </p:txBody>
      </p:sp>
      <p:sp>
        <p:nvSpPr>
          <p:cNvPr id="3461" name="Google Shape;3461;p19"/>
          <p:cNvSpPr txBox="1"/>
          <p:nvPr>
            <p:ph idx="1" type="subTitle"/>
          </p:nvPr>
        </p:nvSpPr>
        <p:spPr>
          <a:xfrm>
            <a:off x="400685" y="3548380"/>
            <a:ext cx="4168140" cy="1476375"/>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2000"/>
              <a:buNone/>
            </a:pPr>
            <a:r>
              <a:rPr lang="en-US">
                <a:latin typeface="Open Sans"/>
                <a:ea typeface="Open Sans"/>
                <a:cs typeface="Open Sans"/>
                <a:sym typeface="Open Sans"/>
              </a:rPr>
              <a:t>Kurangnya alat-permainan yang sesuai dengan umur anak yang dapat mengedukasi dan memberikan stimulasi pada anak.</a:t>
            </a:r>
            <a:endParaRPr>
              <a:latin typeface="Open Sans"/>
              <a:ea typeface="Open Sans"/>
              <a:cs typeface="Open Sans"/>
              <a:sym typeface="Open Sans"/>
            </a:endParaRPr>
          </a:p>
        </p:txBody>
      </p:sp>
      <p:sp>
        <p:nvSpPr>
          <p:cNvPr id="3462" name="Google Shape;3462;p19"/>
          <p:cNvSpPr txBox="1"/>
          <p:nvPr/>
        </p:nvSpPr>
        <p:spPr>
          <a:xfrm>
            <a:off x="480523" y="1573511"/>
            <a:ext cx="4484082" cy="49212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Open Sans"/>
              <a:buNone/>
            </a:pPr>
            <a:r>
              <a:rPr b="0" lang="en-US" sz="3200">
                <a:solidFill>
                  <a:schemeClr val="lt1"/>
                </a:solidFill>
                <a:latin typeface="Open Sans"/>
                <a:ea typeface="Open Sans"/>
                <a:cs typeface="Open Sans"/>
                <a:sym typeface="Open Sans"/>
              </a:rPr>
              <a:t>CONTOH #1</a:t>
            </a:r>
            <a:endParaRPr b="0" sz="3200">
              <a:solidFill>
                <a:schemeClr val="lt1"/>
              </a:solidFill>
              <a:latin typeface="Open Sans"/>
              <a:ea typeface="Open Sans"/>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1">
                                            <p:txEl>
                                              <p:pRg end="0" st="0"/>
                                            </p:txEl>
                                          </p:spTgt>
                                        </p:tgtEl>
                                        <p:attrNameLst>
                                          <p:attrName>style.visibility</p:attrName>
                                        </p:attrNameLst>
                                      </p:cBhvr>
                                      <p:to>
                                        <p:strVal val="visible"/>
                                      </p:to>
                                    </p:set>
                                    <p:animEffect filter="fade" transition="in">
                                      <p:cBhvr>
                                        <p:cTn dur="500"/>
                                        <p:tgtEl>
                                          <p:spTgt spid="346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6" name="Shape 3466"/>
        <p:cNvGrpSpPr/>
        <p:nvPr/>
      </p:nvGrpSpPr>
      <p:grpSpPr>
        <a:xfrm>
          <a:off x="0" y="0"/>
          <a:ext cx="0" cy="0"/>
          <a:chOff x="0" y="0"/>
          <a:chExt cx="0" cy="0"/>
        </a:xfrm>
      </p:grpSpPr>
      <p:pic>
        <p:nvPicPr>
          <p:cNvPr descr="Children playing with toy blocks" id="3467" name="Google Shape;3467;p20"/>
          <p:cNvPicPr preferRelativeResize="0"/>
          <p:nvPr>
            <p:ph idx="3" type="pic"/>
          </p:nvPr>
        </p:nvPicPr>
        <p:blipFill rotWithShape="1">
          <a:blip r:embed="rId3">
            <a:alphaModFix/>
          </a:blip>
          <a:srcRect b="0" l="33384" r="14109" t="0"/>
          <a:stretch/>
        </p:blipFill>
        <p:spPr>
          <a:xfrm>
            <a:off x="0" y="0"/>
            <a:ext cx="5408613" cy="6866313"/>
          </a:xfrm>
          <a:prstGeom prst="rect">
            <a:avLst/>
          </a:prstGeom>
          <a:noFill/>
          <a:ln>
            <a:noFill/>
          </a:ln>
          <a:effectLst>
            <a:outerShdw blurRad="50800" rotWithShape="0" algn="tl" dir="2700000" dist="38100">
              <a:srgbClr val="000000">
                <a:alpha val="40000"/>
              </a:srgbClr>
            </a:outerShdw>
          </a:effectLst>
        </p:spPr>
      </p:pic>
      <p:sp>
        <p:nvSpPr>
          <p:cNvPr id="3468" name="Google Shape;3468;p20"/>
          <p:cNvSpPr txBox="1"/>
          <p:nvPr/>
        </p:nvSpPr>
        <p:spPr>
          <a:xfrm>
            <a:off x="4549775" y="3354705"/>
            <a:ext cx="2799080" cy="31178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1800"/>
              <a:buFont typeface="Open Sans"/>
              <a:buNone/>
            </a:pPr>
            <a:r>
              <a:rPr b="1" lang="en-US" sz="1800">
                <a:solidFill>
                  <a:srgbClr val="C00000"/>
                </a:solidFill>
                <a:latin typeface="Open Sans"/>
                <a:ea typeface="Open Sans"/>
                <a:cs typeface="Open Sans"/>
                <a:sym typeface="Open Sans"/>
              </a:rPr>
              <a:t>JTBD untuk Orangtua </a:t>
            </a:r>
            <a:endParaRPr b="1" sz="1800">
              <a:solidFill>
                <a:srgbClr val="C00000"/>
              </a:solidFill>
              <a:latin typeface="Open Sans"/>
              <a:ea typeface="Open Sans"/>
              <a:cs typeface="Open Sans"/>
              <a:sym typeface="Open Sans"/>
            </a:endParaRPr>
          </a:p>
        </p:txBody>
      </p:sp>
      <p:cxnSp>
        <p:nvCxnSpPr>
          <p:cNvPr id="3469" name="Google Shape;3469;p20"/>
          <p:cNvCxnSpPr/>
          <p:nvPr/>
        </p:nvCxnSpPr>
        <p:spPr>
          <a:xfrm>
            <a:off x="7774400" y="860829"/>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470" name="Google Shape;3470;p20"/>
          <p:cNvCxnSpPr/>
          <p:nvPr/>
        </p:nvCxnSpPr>
        <p:spPr>
          <a:xfrm>
            <a:off x="8088726" y="862749"/>
            <a:ext cx="4090045" cy="0"/>
          </a:xfrm>
          <a:prstGeom prst="straightConnector1">
            <a:avLst/>
          </a:prstGeom>
          <a:noFill/>
          <a:ln cap="flat" cmpd="sng" w="12700">
            <a:solidFill>
              <a:schemeClr val="dk2"/>
            </a:solidFill>
            <a:prstDash val="solid"/>
            <a:miter lim="800000"/>
            <a:headEnd len="sm" w="sm" type="none"/>
            <a:tailEnd len="sm" w="sm" type="none"/>
          </a:ln>
        </p:spPr>
      </p:cxnSp>
      <p:sp>
        <p:nvSpPr>
          <p:cNvPr id="3471" name="Google Shape;3471;p20"/>
          <p:cNvSpPr txBox="1"/>
          <p:nvPr/>
        </p:nvSpPr>
        <p:spPr>
          <a:xfrm>
            <a:off x="7578725" y="982980"/>
            <a:ext cx="4462780" cy="134747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Dibutuhkan alat permainan yang terjangkau dan disukai anak agar anak bersedia belajar (kemampuan belajarnya meningkat)</a:t>
            </a:r>
            <a:endParaRPr b="0" sz="18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800"/>
              <a:buFont typeface="Arial"/>
              <a:buNone/>
            </a:pPr>
            <a:r>
              <a:t/>
            </a:r>
            <a:endParaRPr b="0" sz="1800">
              <a:solidFill>
                <a:schemeClr val="dk1"/>
              </a:solidFill>
              <a:latin typeface="Open Sans"/>
              <a:ea typeface="Open Sans"/>
              <a:cs typeface="Open Sans"/>
              <a:sym typeface="Open Sans"/>
            </a:endParaRPr>
          </a:p>
        </p:txBody>
      </p:sp>
      <p:sp>
        <p:nvSpPr>
          <p:cNvPr id="3472" name="Google Shape;3472;p20"/>
          <p:cNvSpPr txBox="1"/>
          <p:nvPr/>
        </p:nvSpPr>
        <p:spPr>
          <a:xfrm>
            <a:off x="7648501" y="469517"/>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FUNCTIONAL JOBS</a:t>
            </a:r>
            <a:endParaRPr b="1" sz="2000">
              <a:solidFill>
                <a:schemeClr val="dk1"/>
              </a:solidFill>
              <a:latin typeface="Open Sans"/>
              <a:ea typeface="Open Sans"/>
              <a:cs typeface="Open Sans"/>
              <a:sym typeface="Open Sans"/>
            </a:endParaRPr>
          </a:p>
        </p:txBody>
      </p:sp>
      <p:cxnSp>
        <p:nvCxnSpPr>
          <p:cNvPr id="3473" name="Google Shape;3473;p20"/>
          <p:cNvCxnSpPr/>
          <p:nvPr/>
        </p:nvCxnSpPr>
        <p:spPr>
          <a:xfrm>
            <a:off x="7867111" y="2781944"/>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3474" name="Google Shape;3474;p20"/>
          <p:cNvSpPr txBox="1"/>
          <p:nvPr/>
        </p:nvSpPr>
        <p:spPr>
          <a:xfrm>
            <a:off x="7648498" y="2959217"/>
            <a:ext cx="4090045" cy="134578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Ingin merasa nyaman, percaya diri dan bangga bahwa mereka telah mundukung perkembangan pendidikan anak-anak mereka</a:t>
            </a:r>
            <a:endParaRPr b="0" sz="1800">
              <a:solidFill>
                <a:schemeClr val="dk1"/>
              </a:solidFill>
              <a:latin typeface="Open Sans"/>
              <a:ea typeface="Open Sans"/>
              <a:cs typeface="Open Sans"/>
              <a:sym typeface="Open Sans"/>
            </a:endParaRPr>
          </a:p>
        </p:txBody>
      </p:sp>
      <p:sp>
        <p:nvSpPr>
          <p:cNvPr id="3475" name="Google Shape;3475;p20"/>
          <p:cNvSpPr txBox="1"/>
          <p:nvPr/>
        </p:nvSpPr>
        <p:spPr>
          <a:xfrm>
            <a:off x="7749465" y="2330307"/>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EMOTIONAL JOBS</a:t>
            </a:r>
            <a:endParaRPr b="1" sz="2000">
              <a:solidFill>
                <a:schemeClr val="dk1"/>
              </a:solidFill>
              <a:latin typeface="Open Sans"/>
              <a:ea typeface="Open Sans"/>
              <a:cs typeface="Open Sans"/>
              <a:sym typeface="Open Sans"/>
            </a:endParaRPr>
          </a:p>
        </p:txBody>
      </p:sp>
      <p:cxnSp>
        <p:nvCxnSpPr>
          <p:cNvPr id="3476" name="Google Shape;3476;p20"/>
          <p:cNvCxnSpPr/>
          <p:nvPr/>
        </p:nvCxnSpPr>
        <p:spPr>
          <a:xfrm>
            <a:off x="7774254" y="4916420"/>
            <a:ext cx="4080667" cy="0"/>
          </a:xfrm>
          <a:prstGeom prst="straightConnector1">
            <a:avLst/>
          </a:prstGeom>
          <a:noFill/>
          <a:ln cap="flat" cmpd="sng" w="12700">
            <a:solidFill>
              <a:schemeClr val="dk2"/>
            </a:solidFill>
            <a:prstDash val="solid"/>
            <a:miter lim="800000"/>
            <a:headEnd len="sm" w="sm" type="none"/>
            <a:tailEnd len="sm" w="sm" type="none"/>
          </a:ln>
        </p:spPr>
      </p:cxnSp>
      <p:sp>
        <p:nvSpPr>
          <p:cNvPr id="3477" name="Google Shape;3477;p20"/>
          <p:cNvSpPr txBox="1"/>
          <p:nvPr/>
        </p:nvSpPr>
        <p:spPr>
          <a:xfrm>
            <a:off x="7749540" y="5049520"/>
            <a:ext cx="4090035" cy="1564005"/>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Orang tua sering mencari pengakuan dari keluarga dan kelompok sosial mereka bahwa mereka cukup informatif dan proaktif tentang perlkembangan anak mereka</a:t>
            </a:r>
            <a:endParaRPr b="0" sz="1800">
              <a:solidFill>
                <a:schemeClr val="dk1"/>
              </a:solidFill>
              <a:latin typeface="Open Sans"/>
              <a:ea typeface="Open Sans"/>
              <a:cs typeface="Open Sans"/>
              <a:sym typeface="Open Sans"/>
            </a:endParaRPr>
          </a:p>
        </p:txBody>
      </p:sp>
      <p:sp>
        <p:nvSpPr>
          <p:cNvPr id="3478" name="Google Shape;3478;p20"/>
          <p:cNvSpPr txBox="1"/>
          <p:nvPr/>
        </p:nvSpPr>
        <p:spPr>
          <a:xfrm>
            <a:off x="7648499" y="4387948"/>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SOCIAL JOBS</a:t>
            </a:r>
            <a:endParaRPr b="1" sz="2000">
              <a:solidFill>
                <a:schemeClr val="dk1"/>
              </a:solidFill>
              <a:latin typeface="Open Sans"/>
              <a:ea typeface="Open Sans"/>
              <a:cs typeface="Open Sans"/>
              <a:sym typeface="Open Sans"/>
            </a:endParaRPr>
          </a:p>
        </p:txBody>
      </p:sp>
      <p:sp>
        <p:nvSpPr>
          <p:cNvPr id="3479" name="Google Shape;3479;p20"/>
          <p:cNvSpPr txBox="1"/>
          <p:nvPr/>
        </p:nvSpPr>
        <p:spPr>
          <a:xfrm>
            <a:off x="4638040" y="3667125"/>
            <a:ext cx="2431415" cy="5835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Open Sans"/>
                <a:ea typeface="Open Sans"/>
                <a:cs typeface="Open Sans"/>
                <a:sym typeface="Open Sans"/>
              </a:rPr>
              <a:t>Our solution: </a:t>
            </a:r>
            <a:endParaRPr sz="1600">
              <a:solidFill>
                <a:schemeClr val="dk1"/>
              </a:solidFill>
              <a:latin typeface="Open Sans"/>
              <a:ea typeface="Open Sans"/>
              <a:cs typeface="Open Sans"/>
              <a:sym typeface="Open Sans"/>
            </a:endParaRPr>
          </a:p>
          <a:p>
            <a:pPr indent="0" lvl="0" marL="0" marR="0" rtl="0" algn="l">
              <a:spcBef>
                <a:spcPts val="0"/>
              </a:spcBef>
              <a:spcAft>
                <a:spcPts val="0"/>
              </a:spcAft>
              <a:buNone/>
            </a:pPr>
            <a:r>
              <a:rPr lang="en-US" sz="1600">
                <a:solidFill>
                  <a:schemeClr val="dk1"/>
                </a:solidFill>
                <a:latin typeface="Open Sans"/>
                <a:ea typeface="Open Sans"/>
                <a:cs typeface="Open Sans"/>
                <a:sym typeface="Open Sans"/>
              </a:rPr>
              <a:t>Toys by Subscription</a:t>
            </a:r>
            <a:endParaRPr sz="16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8"/>
                                        </p:tgtEl>
                                        <p:attrNameLst>
                                          <p:attrName>style.visibility</p:attrName>
                                        </p:attrNameLst>
                                      </p:cBhvr>
                                      <p:to>
                                        <p:strVal val="visible"/>
                                      </p:to>
                                    </p:set>
                                    <p:animEffect filter="fade" transition="in">
                                      <p:cBhvr>
                                        <p:cTn dur="500"/>
                                        <p:tgtEl>
                                          <p:spTgt spid="3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79"/>
                                        </p:tgtEl>
                                        <p:attrNameLst>
                                          <p:attrName>style.visibility</p:attrName>
                                        </p:attrNameLst>
                                      </p:cBhvr>
                                      <p:to>
                                        <p:strVal val="visible"/>
                                      </p:to>
                                    </p:set>
                                    <p:anim calcmode="lin" valueType="num">
                                      <p:cBhvr additive="base">
                                        <p:cTn dur="500"/>
                                        <p:tgtEl>
                                          <p:spTgt spid="347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72"/>
                                        </p:tgtEl>
                                        <p:attrNameLst>
                                          <p:attrName>style.visibility</p:attrName>
                                        </p:attrNameLst>
                                      </p:cBhvr>
                                      <p:to>
                                        <p:strVal val="visible"/>
                                      </p:to>
                                    </p:set>
                                    <p:anim calcmode="lin" valueType="num">
                                      <p:cBhvr additive="base">
                                        <p:cTn dur="500"/>
                                        <p:tgtEl>
                                          <p:spTgt spid="347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71"/>
                                        </p:tgtEl>
                                        <p:attrNameLst>
                                          <p:attrName>style.visibility</p:attrName>
                                        </p:attrNameLst>
                                      </p:cBhvr>
                                      <p:to>
                                        <p:strVal val="visible"/>
                                      </p:to>
                                    </p:set>
                                    <p:anim calcmode="lin" valueType="num">
                                      <p:cBhvr additive="base">
                                        <p:cTn dur="500"/>
                                        <p:tgtEl>
                                          <p:spTgt spid="347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75"/>
                                        </p:tgtEl>
                                        <p:attrNameLst>
                                          <p:attrName>style.visibility</p:attrName>
                                        </p:attrNameLst>
                                      </p:cBhvr>
                                      <p:to>
                                        <p:strVal val="visible"/>
                                      </p:to>
                                    </p:set>
                                    <p:anim calcmode="lin" valueType="num">
                                      <p:cBhvr additive="base">
                                        <p:cTn dur="500"/>
                                        <p:tgtEl>
                                          <p:spTgt spid="347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74"/>
                                        </p:tgtEl>
                                        <p:attrNameLst>
                                          <p:attrName>style.visibility</p:attrName>
                                        </p:attrNameLst>
                                      </p:cBhvr>
                                      <p:to>
                                        <p:strVal val="visible"/>
                                      </p:to>
                                    </p:set>
                                    <p:anim calcmode="lin" valueType="num">
                                      <p:cBhvr additive="base">
                                        <p:cTn dur="500"/>
                                        <p:tgtEl>
                                          <p:spTgt spid="347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78"/>
                                        </p:tgtEl>
                                        <p:attrNameLst>
                                          <p:attrName>style.visibility</p:attrName>
                                        </p:attrNameLst>
                                      </p:cBhvr>
                                      <p:to>
                                        <p:strVal val="visible"/>
                                      </p:to>
                                    </p:set>
                                    <p:anim calcmode="lin" valueType="num">
                                      <p:cBhvr additive="base">
                                        <p:cTn dur="500"/>
                                        <p:tgtEl>
                                          <p:spTgt spid="347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77"/>
                                        </p:tgtEl>
                                        <p:attrNameLst>
                                          <p:attrName>style.visibility</p:attrName>
                                        </p:attrNameLst>
                                      </p:cBhvr>
                                      <p:to>
                                        <p:strVal val="visible"/>
                                      </p:to>
                                    </p:set>
                                    <p:anim calcmode="lin" valueType="num">
                                      <p:cBhvr additive="base">
                                        <p:cTn dur="500"/>
                                        <p:tgtEl>
                                          <p:spTgt spid="347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3" name="Shape 3483"/>
        <p:cNvGrpSpPr/>
        <p:nvPr/>
      </p:nvGrpSpPr>
      <p:grpSpPr>
        <a:xfrm>
          <a:off x="0" y="0"/>
          <a:ext cx="0" cy="0"/>
          <a:chOff x="0" y="0"/>
          <a:chExt cx="0" cy="0"/>
        </a:xfrm>
      </p:grpSpPr>
      <p:pic>
        <p:nvPicPr>
          <p:cNvPr id="3484" name="Google Shape;3484;p21"/>
          <p:cNvPicPr preferRelativeResize="0"/>
          <p:nvPr>
            <p:ph idx="2" type="pic"/>
          </p:nvPr>
        </p:nvPicPr>
        <p:blipFill rotWithShape="1">
          <a:blip r:embed="rId3">
            <a:alphaModFix/>
          </a:blip>
          <a:srcRect b="0" l="31578" r="0" t="0"/>
          <a:stretch/>
        </p:blipFill>
        <p:spPr>
          <a:xfrm>
            <a:off x="4200525" y="0"/>
            <a:ext cx="7132320" cy="6949440"/>
          </a:xfrm>
          <a:prstGeom prst="rect">
            <a:avLst/>
          </a:prstGeom>
          <a:solidFill>
            <a:schemeClr val="lt1">
              <a:alpha val="20000"/>
            </a:schemeClr>
          </a:solidFill>
          <a:ln>
            <a:noFill/>
          </a:ln>
        </p:spPr>
      </p:pic>
      <p:sp>
        <p:nvSpPr>
          <p:cNvPr id="3485" name="Google Shape;3485;p21"/>
          <p:cNvSpPr txBox="1"/>
          <p:nvPr>
            <p:ph idx="1" type="subTitle"/>
          </p:nvPr>
        </p:nvSpPr>
        <p:spPr>
          <a:xfrm>
            <a:off x="288925" y="3631565"/>
            <a:ext cx="3761740" cy="210693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lt1"/>
              </a:buClr>
              <a:buSzPts val="2000"/>
              <a:buNone/>
            </a:pPr>
            <a:r>
              <a:rPr i="1" lang="en-US">
                <a:latin typeface="Open Sans"/>
                <a:ea typeface="Open Sans"/>
                <a:cs typeface="Open Sans"/>
                <a:sym typeface="Open Sans"/>
              </a:rPr>
              <a:t>Problem: </a:t>
            </a:r>
            <a:endParaRPr i="1"/>
          </a:p>
          <a:p>
            <a:pPr indent="0" lvl="0" marL="0" rtl="0" algn="l">
              <a:lnSpc>
                <a:spcPct val="90000"/>
              </a:lnSpc>
              <a:spcBef>
                <a:spcPts val="600"/>
              </a:spcBef>
              <a:spcAft>
                <a:spcPts val="0"/>
              </a:spcAft>
              <a:buClr>
                <a:schemeClr val="lt1"/>
              </a:buClr>
              <a:buSzPts val="2000"/>
              <a:buNone/>
            </a:pPr>
            <a:r>
              <a:rPr lang="en-US">
                <a:latin typeface="Open Sans"/>
                <a:ea typeface="Open Sans"/>
                <a:cs typeface="Open Sans"/>
                <a:sym typeface="Open Sans"/>
              </a:rPr>
              <a:t>Kesulitan untuk mendapatkan sneaker yang stylish dengan harga terjangkau yang cocok  dengan selera fashion dan lifestyle saya </a:t>
            </a:r>
            <a:endParaRPr/>
          </a:p>
        </p:txBody>
      </p:sp>
      <p:sp>
        <p:nvSpPr>
          <p:cNvPr id="3486" name="Google Shape;3486;p21"/>
          <p:cNvSpPr txBox="1"/>
          <p:nvPr/>
        </p:nvSpPr>
        <p:spPr>
          <a:xfrm>
            <a:off x="648611" y="2447570"/>
            <a:ext cx="4484082" cy="49212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Open Sans"/>
              <a:buNone/>
            </a:pPr>
            <a:r>
              <a:rPr b="0" lang="en-US" sz="3200">
                <a:solidFill>
                  <a:schemeClr val="lt1"/>
                </a:solidFill>
                <a:latin typeface="Open Sans"/>
                <a:ea typeface="Open Sans"/>
                <a:cs typeface="Open Sans"/>
                <a:sym typeface="Open Sans"/>
              </a:rPr>
              <a:t>CONTOH</a:t>
            </a:r>
            <a:endParaRPr b="0" sz="3200">
              <a:solidFill>
                <a:schemeClr val="lt1"/>
              </a:solidFill>
              <a:latin typeface="Open Sans"/>
              <a:ea typeface="Open Sans"/>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5">
                                            <p:txEl>
                                              <p:pRg end="0" st="0"/>
                                            </p:txEl>
                                          </p:spTgt>
                                        </p:tgtEl>
                                        <p:attrNameLst>
                                          <p:attrName>style.visibility</p:attrName>
                                        </p:attrNameLst>
                                      </p:cBhvr>
                                      <p:to>
                                        <p:strVal val="visible"/>
                                      </p:to>
                                    </p:set>
                                    <p:animEffect filter="fade" transition="in">
                                      <p:cBhvr>
                                        <p:cTn dur="500"/>
                                        <p:tgtEl>
                                          <p:spTgt spid="34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5">
                                            <p:txEl>
                                              <p:pRg end="1" st="1"/>
                                            </p:txEl>
                                          </p:spTgt>
                                        </p:tgtEl>
                                        <p:attrNameLst>
                                          <p:attrName>style.visibility</p:attrName>
                                        </p:attrNameLst>
                                      </p:cBhvr>
                                      <p:to>
                                        <p:strVal val="visible"/>
                                      </p:to>
                                    </p:set>
                                    <p:animEffect filter="fade" transition="in">
                                      <p:cBhvr>
                                        <p:cTn dur="500"/>
                                        <p:tgtEl>
                                          <p:spTgt spid="3485">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0" name="Shape 3490"/>
        <p:cNvGrpSpPr/>
        <p:nvPr/>
      </p:nvGrpSpPr>
      <p:grpSpPr>
        <a:xfrm>
          <a:off x="0" y="0"/>
          <a:ext cx="0" cy="0"/>
          <a:chOff x="0" y="0"/>
          <a:chExt cx="0" cy="0"/>
        </a:xfrm>
      </p:grpSpPr>
      <p:pic>
        <p:nvPicPr>
          <p:cNvPr id="3491" name="Google Shape;3491;p22"/>
          <p:cNvPicPr preferRelativeResize="0"/>
          <p:nvPr>
            <p:ph idx="3" type="pic"/>
          </p:nvPr>
        </p:nvPicPr>
        <p:blipFill rotWithShape="1">
          <a:blip r:embed="rId3">
            <a:alphaModFix/>
          </a:blip>
          <a:srcRect b="120" l="43275" r="4211" t="0"/>
          <a:stretch/>
        </p:blipFill>
        <p:spPr>
          <a:xfrm>
            <a:off x="0" y="0"/>
            <a:ext cx="5408613" cy="6858000"/>
          </a:xfrm>
          <a:prstGeom prst="rect">
            <a:avLst/>
          </a:prstGeom>
          <a:noFill/>
          <a:ln>
            <a:noFill/>
          </a:ln>
          <a:effectLst>
            <a:outerShdw blurRad="50800" rotWithShape="0" algn="tl" dir="2700000" dist="38100">
              <a:srgbClr val="000000">
                <a:alpha val="40000"/>
              </a:srgbClr>
            </a:outerShdw>
          </a:effectLst>
        </p:spPr>
      </p:pic>
      <p:sp>
        <p:nvSpPr>
          <p:cNvPr id="3492" name="Google Shape;3492;p22"/>
          <p:cNvSpPr txBox="1"/>
          <p:nvPr/>
        </p:nvSpPr>
        <p:spPr>
          <a:xfrm>
            <a:off x="4735195" y="3107690"/>
            <a:ext cx="2671445" cy="21272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400"/>
              <a:buFont typeface="Open Sans"/>
              <a:buNone/>
            </a:pPr>
            <a:r>
              <a:rPr b="1" lang="en-US" sz="2400">
                <a:solidFill>
                  <a:srgbClr val="C00000"/>
                </a:solidFill>
                <a:latin typeface="Open Sans"/>
                <a:ea typeface="Open Sans"/>
                <a:cs typeface="Open Sans"/>
                <a:sym typeface="Open Sans"/>
              </a:rPr>
              <a:t>JTBD </a:t>
            </a:r>
            <a:endParaRPr b="1" sz="2400">
              <a:solidFill>
                <a:srgbClr val="C00000"/>
              </a:solidFill>
              <a:latin typeface="Open Sans"/>
              <a:ea typeface="Open Sans"/>
              <a:cs typeface="Open Sans"/>
              <a:sym typeface="Open Sans"/>
            </a:endParaRPr>
          </a:p>
          <a:p>
            <a:pPr indent="0" lvl="0" marL="0" marR="0" rtl="0" algn="l">
              <a:lnSpc>
                <a:spcPct val="90000"/>
              </a:lnSpc>
              <a:spcBef>
                <a:spcPts val="0"/>
              </a:spcBef>
              <a:spcAft>
                <a:spcPts val="0"/>
              </a:spcAft>
              <a:buClr>
                <a:srgbClr val="C00000"/>
              </a:buClr>
              <a:buSzPts val="2000"/>
              <a:buFont typeface="Open Sans"/>
              <a:buNone/>
            </a:pPr>
            <a:r>
              <a:rPr b="1" lang="en-US" sz="2000">
                <a:solidFill>
                  <a:srgbClr val="C00000"/>
                </a:solidFill>
                <a:latin typeface="Open Sans"/>
                <a:ea typeface="Open Sans"/>
                <a:cs typeface="Open Sans"/>
                <a:sym typeface="Open Sans"/>
              </a:rPr>
              <a:t>untuk orang yang menghadapi problem seperti ini</a:t>
            </a:r>
            <a:endParaRPr b="1" sz="2000">
              <a:solidFill>
                <a:srgbClr val="C00000"/>
              </a:solidFill>
              <a:latin typeface="Open Sans"/>
              <a:ea typeface="Open Sans"/>
              <a:cs typeface="Open Sans"/>
              <a:sym typeface="Open Sans"/>
            </a:endParaRPr>
          </a:p>
        </p:txBody>
      </p:sp>
      <p:cxnSp>
        <p:nvCxnSpPr>
          <p:cNvPr id="3493" name="Google Shape;3493;p22"/>
          <p:cNvCxnSpPr/>
          <p:nvPr/>
        </p:nvCxnSpPr>
        <p:spPr>
          <a:xfrm>
            <a:off x="7774400" y="860829"/>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494" name="Google Shape;3494;p22"/>
          <p:cNvCxnSpPr/>
          <p:nvPr/>
        </p:nvCxnSpPr>
        <p:spPr>
          <a:xfrm>
            <a:off x="8088726" y="862749"/>
            <a:ext cx="4090045" cy="0"/>
          </a:xfrm>
          <a:prstGeom prst="straightConnector1">
            <a:avLst/>
          </a:prstGeom>
          <a:noFill/>
          <a:ln cap="flat" cmpd="sng" w="12700">
            <a:solidFill>
              <a:schemeClr val="dk2"/>
            </a:solidFill>
            <a:prstDash val="solid"/>
            <a:miter lim="800000"/>
            <a:headEnd len="sm" w="sm" type="none"/>
            <a:tailEnd len="sm" w="sm" type="none"/>
          </a:ln>
        </p:spPr>
      </p:cxnSp>
      <p:sp>
        <p:nvSpPr>
          <p:cNvPr id="3495" name="Google Shape;3495;p22"/>
          <p:cNvSpPr txBox="1"/>
          <p:nvPr/>
        </p:nvSpPr>
        <p:spPr>
          <a:xfrm>
            <a:off x="7648499" y="982222"/>
            <a:ext cx="4090045" cy="1347713"/>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Membutuhkan sepatu yang  sylish dan nyaman yang sesuai dengan selera fashion dan gaya hidupnya yang aktif</a:t>
            </a:r>
            <a:endParaRPr b="0" sz="1800">
              <a:solidFill>
                <a:schemeClr val="dk1"/>
              </a:solidFill>
              <a:latin typeface="Open Sans"/>
              <a:ea typeface="Open Sans"/>
              <a:cs typeface="Open Sans"/>
              <a:sym typeface="Open Sans"/>
            </a:endParaRPr>
          </a:p>
        </p:txBody>
      </p:sp>
      <p:sp>
        <p:nvSpPr>
          <p:cNvPr id="3496" name="Google Shape;3496;p22"/>
          <p:cNvSpPr txBox="1"/>
          <p:nvPr/>
        </p:nvSpPr>
        <p:spPr>
          <a:xfrm>
            <a:off x="7648501" y="469517"/>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FUNCTIONAL JOBS</a:t>
            </a:r>
            <a:endParaRPr b="1" sz="2000">
              <a:solidFill>
                <a:schemeClr val="dk1"/>
              </a:solidFill>
              <a:latin typeface="Open Sans"/>
              <a:ea typeface="Open Sans"/>
              <a:cs typeface="Open Sans"/>
              <a:sym typeface="Open Sans"/>
            </a:endParaRPr>
          </a:p>
        </p:txBody>
      </p:sp>
      <p:cxnSp>
        <p:nvCxnSpPr>
          <p:cNvPr id="3497" name="Google Shape;3497;p22"/>
          <p:cNvCxnSpPr/>
          <p:nvPr/>
        </p:nvCxnSpPr>
        <p:spPr>
          <a:xfrm>
            <a:off x="7774400" y="294831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498" name="Google Shape;3498;p22"/>
          <p:cNvCxnSpPr/>
          <p:nvPr/>
        </p:nvCxnSpPr>
        <p:spPr>
          <a:xfrm>
            <a:off x="8088726" y="2948314"/>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3499" name="Google Shape;3499;p22"/>
          <p:cNvSpPr txBox="1"/>
          <p:nvPr/>
        </p:nvSpPr>
        <p:spPr>
          <a:xfrm>
            <a:off x="7648498" y="3069707"/>
            <a:ext cx="4090045" cy="1345785"/>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Ingin merasa percaya diri selalu  mengikuti mode dan merasa sepatu pilihannya cukup populer  </a:t>
            </a:r>
            <a:endParaRPr b="0" sz="1800">
              <a:solidFill>
                <a:schemeClr val="dk1"/>
              </a:solidFill>
              <a:latin typeface="Open Sans"/>
              <a:ea typeface="Open Sans"/>
              <a:cs typeface="Open Sans"/>
              <a:sym typeface="Open Sans"/>
            </a:endParaRPr>
          </a:p>
        </p:txBody>
      </p:sp>
      <p:sp>
        <p:nvSpPr>
          <p:cNvPr id="3500" name="Google Shape;3500;p22"/>
          <p:cNvSpPr txBox="1"/>
          <p:nvPr/>
        </p:nvSpPr>
        <p:spPr>
          <a:xfrm>
            <a:off x="7648500" y="2557002"/>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EMOTIONAL JOBS</a:t>
            </a:r>
            <a:endParaRPr b="1" sz="2000">
              <a:solidFill>
                <a:schemeClr val="dk1"/>
              </a:solidFill>
              <a:latin typeface="Open Sans"/>
              <a:ea typeface="Open Sans"/>
              <a:cs typeface="Open Sans"/>
              <a:sym typeface="Open Sans"/>
            </a:endParaRPr>
          </a:p>
        </p:txBody>
      </p:sp>
      <p:cxnSp>
        <p:nvCxnSpPr>
          <p:cNvPr id="3501" name="Google Shape;3501;p22"/>
          <p:cNvCxnSpPr/>
          <p:nvPr/>
        </p:nvCxnSpPr>
        <p:spPr>
          <a:xfrm>
            <a:off x="7774399" y="5038340"/>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502" name="Google Shape;3502;p22"/>
          <p:cNvCxnSpPr/>
          <p:nvPr/>
        </p:nvCxnSpPr>
        <p:spPr>
          <a:xfrm>
            <a:off x="8098104" y="5038340"/>
            <a:ext cx="4080667" cy="0"/>
          </a:xfrm>
          <a:prstGeom prst="straightConnector1">
            <a:avLst/>
          </a:prstGeom>
          <a:noFill/>
          <a:ln cap="flat" cmpd="sng" w="12700">
            <a:solidFill>
              <a:schemeClr val="dk2"/>
            </a:solidFill>
            <a:prstDash val="solid"/>
            <a:miter lim="800000"/>
            <a:headEnd len="sm" w="sm" type="none"/>
            <a:tailEnd len="sm" w="sm" type="none"/>
          </a:ln>
        </p:spPr>
      </p:cxnSp>
      <p:sp>
        <p:nvSpPr>
          <p:cNvPr id="3503" name="Google Shape;3503;p22"/>
          <p:cNvSpPr txBox="1"/>
          <p:nvPr/>
        </p:nvSpPr>
        <p:spPr>
          <a:xfrm>
            <a:off x="7648498" y="5159733"/>
            <a:ext cx="4090045" cy="1345783"/>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chemeClr val="dk1"/>
              </a:buClr>
              <a:buSzPct val="100000"/>
              <a:buFont typeface="Arial"/>
              <a:buNone/>
            </a:pPr>
            <a:r>
              <a:rPr b="0" lang="en-US" sz="1800">
                <a:solidFill>
                  <a:schemeClr val="dk1"/>
                </a:solidFill>
                <a:latin typeface="Open Sans"/>
                <a:ea typeface="Open Sans"/>
                <a:cs typeface="Open Sans"/>
                <a:sym typeface="Open Sans"/>
              </a:rPr>
              <a:t>Para pecinta fashion sering mencari validasi dan pengakuan dari teman dekatnya (sebayanya) bahwa sepatu pilihannya bagus dan trendy </a:t>
            </a:r>
            <a:endParaRPr b="0" sz="1800">
              <a:solidFill>
                <a:schemeClr val="dk1"/>
              </a:solidFill>
              <a:latin typeface="Open Sans"/>
              <a:ea typeface="Open Sans"/>
              <a:cs typeface="Open Sans"/>
              <a:sym typeface="Open Sans"/>
            </a:endParaRPr>
          </a:p>
        </p:txBody>
      </p:sp>
      <p:sp>
        <p:nvSpPr>
          <p:cNvPr id="3504" name="Google Shape;3504;p22"/>
          <p:cNvSpPr txBox="1"/>
          <p:nvPr/>
        </p:nvSpPr>
        <p:spPr>
          <a:xfrm>
            <a:off x="7648499" y="4647028"/>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SOCIAL JOBS</a:t>
            </a:r>
            <a:endParaRPr b="1" sz="20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2"/>
                                        </p:tgtEl>
                                        <p:attrNameLst>
                                          <p:attrName>style.visibility</p:attrName>
                                        </p:attrNameLst>
                                      </p:cBhvr>
                                      <p:to>
                                        <p:strVal val="visible"/>
                                      </p:to>
                                    </p:set>
                                    <p:animEffect filter="fade" transition="in">
                                      <p:cBhvr>
                                        <p:cTn dur="500"/>
                                        <p:tgtEl>
                                          <p:spTgt spid="3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96"/>
                                        </p:tgtEl>
                                        <p:attrNameLst>
                                          <p:attrName>style.visibility</p:attrName>
                                        </p:attrNameLst>
                                      </p:cBhvr>
                                      <p:to>
                                        <p:strVal val="visible"/>
                                      </p:to>
                                    </p:set>
                                    <p:anim calcmode="lin" valueType="num">
                                      <p:cBhvr additive="base">
                                        <p:cTn dur="500"/>
                                        <p:tgtEl>
                                          <p:spTgt spid="349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95"/>
                                        </p:tgtEl>
                                        <p:attrNameLst>
                                          <p:attrName>style.visibility</p:attrName>
                                        </p:attrNameLst>
                                      </p:cBhvr>
                                      <p:to>
                                        <p:strVal val="visible"/>
                                      </p:to>
                                    </p:set>
                                    <p:anim calcmode="lin" valueType="num">
                                      <p:cBhvr additive="base">
                                        <p:cTn dur="500"/>
                                        <p:tgtEl>
                                          <p:spTgt spid="349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00"/>
                                        </p:tgtEl>
                                        <p:attrNameLst>
                                          <p:attrName>style.visibility</p:attrName>
                                        </p:attrNameLst>
                                      </p:cBhvr>
                                      <p:to>
                                        <p:strVal val="visible"/>
                                      </p:to>
                                    </p:set>
                                    <p:anim calcmode="lin" valueType="num">
                                      <p:cBhvr additive="base">
                                        <p:cTn dur="500"/>
                                        <p:tgtEl>
                                          <p:spTgt spid="350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99"/>
                                        </p:tgtEl>
                                        <p:attrNameLst>
                                          <p:attrName>style.visibility</p:attrName>
                                        </p:attrNameLst>
                                      </p:cBhvr>
                                      <p:to>
                                        <p:strVal val="visible"/>
                                      </p:to>
                                    </p:set>
                                    <p:anim calcmode="lin" valueType="num">
                                      <p:cBhvr additive="base">
                                        <p:cTn dur="500"/>
                                        <p:tgtEl>
                                          <p:spTgt spid="34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04"/>
                                        </p:tgtEl>
                                        <p:attrNameLst>
                                          <p:attrName>style.visibility</p:attrName>
                                        </p:attrNameLst>
                                      </p:cBhvr>
                                      <p:to>
                                        <p:strVal val="visible"/>
                                      </p:to>
                                    </p:set>
                                    <p:anim calcmode="lin" valueType="num">
                                      <p:cBhvr additive="base">
                                        <p:cTn dur="500"/>
                                        <p:tgtEl>
                                          <p:spTgt spid="350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503"/>
                                        </p:tgtEl>
                                        <p:attrNameLst>
                                          <p:attrName>style.visibility</p:attrName>
                                        </p:attrNameLst>
                                      </p:cBhvr>
                                      <p:to>
                                        <p:strVal val="visible"/>
                                      </p:to>
                                    </p:set>
                                    <p:anim calcmode="lin" valueType="num">
                                      <p:cBhvr additive="base">
                                        <p:cTn dur="500"/>
                                        <p:tgtEl>
                                          <p:spTgt spid="350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8" name="Shape 3508"/>
        <p:cNvGrpSpPr/>
        <p:nvPr/>
      </p:nvGrpSpPr>
      <p:grpSpPr>
        <a:xfrm>
          <a:off x="0" y="0"/>
          <a:ext cx="0" cy="0"/>
          <a:chOff x="0" y="0"/>
          <a:chExt cx="0" cy="0"/>
        </a:xfrm>
      </p:grpSpPr>
      <p:sp>
        <p:nvSpPr>
          <p:cNvPr id="3509" name="Google Shape;3509;p2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b="0" lang="en-US">
                <a:latin typeface="Barlow Medium"/>
                <a:ea typeface="Barlow Medium"/>
                <a:cs typeface="Barlow Medium"/>
                <a:sym typeface="Barlow Medium"/>
              </a:rPr>
              <a:t>JTBD Framework: Duolingo </a:t>
            </a:r>
            <a:endParaRPr b="0"/>
          </a:p>
        </p:txBody>
      </p:sp>
      <p:pic>
        <p:nvPicPr>
          <p:cNvPr id="3510" name="Google Shape;3510;p23"/>
          <p:cNvPicPr preferRelativeResize="0"/>
          <p:nvPr/>
        </p:nvPicPr>
        <p:blipFill rotWithShape="1">
          <a:blip r:embed="rId3">
            <a:alphaModFix/>
          </a:blip>
          <a:srcRect b="0" l="0" r="0" t="0"/>
          <a:stretch/>
        </p:blipFill>
        <p:spPr>
          <a:xfrm>
            <a:off x="5562063" y="800735"/>
            <a:ext cx="5325437" cy="5752909"/>
          </a:xfrm>
          <a:prstGeom prst="rect">
            <a:avLst/>
          </a:prstGeom>
          <a:noFill/>
          <a:ln>
            <a:noFill/>
          </a:ln>
        </p:spPr>
      </p:pic>
      <p:pic>
        <p:nvPicPr>
          <p:cNvPr id="3511" name="Google Shape;3511;p23"/>
          <p:cNvPicPr preferRelativeResize="0"/>
          <p:nvPr/>
        </p:nvPicPr>
        <p:blipFill rotWithShape="1">
          <a:blip r:embed="rId4">
            <a:alphaModFix/>
          </a:blip>
          <a:srcRect b="0" l="0" r="0" t="0"/>
          <a:stretch/>
        </p:blipFill>
        <p:spPr>
          <a:xfrm>
            <a:off x="1586876" y="2238828"/>
            <a:ext cx="2380344" cy="23803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11"/>
                                        </p:tgtEl>
                                        <p:attrNameLst>
                                          <p:attrName>style.visibility</p:attrName>
                                        </p:attrNameLst>
                                      </p:cBhvr>
                                      <p:to>
                                        <p:strVal val="visible"/>
                                      </p:to>
                                    </p:set>
                                    <p:animEffect filter="fade" transition="in">
                                      <p:cBhvr>
                                        <p:cTn dur="500"/>
                                        <p:tgtEl>
                                          <p:spTgt spid="35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10"/>
                                        </p:tgtEl>
                                        <p:attrNameLst>
                                          <p:attrName>style.visibility</p:attrName>
                                        </p:attrNameLst>
                                      </p:cBhvr>
                                      <p:to>
                                        <p:strVal val="visible"/>
                                      </p:to>
                                    </p:set>
                                    <p:anim calcmode="lin" valueType="num">
                                      <p:cBhvr additive="base">
                                        <p:cTn dur="600"/>
                                        <p:tgtEl>
                                          <p:spTgt spid="3510"/>
                                        </p:tgtEl>
                                        <p:attrNameLst>
                                          <p:attrName>ppt_w</p:attrName>
                                        </p:attrNameLst>
                                      </p:cBhvr>
                                      <p:tavLst>
                                        <p:tav fmla="" tm="0">
                                          <p:val>
                                            <p:strVal val="0"/>
                                          </p:val>
                                        </p:tav>
                                        <p:tav fmla="" tm="100000">
                                          <p:val>
                                            <p:strVal val="#ppt_w"/>
                                          </p:val>
                                        </p:tav>
                                      </p:tavLst>
                                    </p:anim>
                                    <p:anim calcmode="lin" valueType="num">
                                      <p:cBhvr additive="base">
                                        <p:cTn dur="600"/>
                                        <p:tgtEl>
                                          <p:spTgt spid="351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5" name="Shape 3515"/>
        <p:cNvGrpSpPr/>
        <p:nvPr/>
      </p:nvGrpSpPr>
      <p:grpSpPr>
        <a:xfrm>
          <a:off x="0" y="0"/>
          <a:ext cx="0" cy="0"/>
          <a:chOff x="0" y="0"/>
          <a:chExt cx="0" cy="0"/>
        </a:xfrm>
      </p:grpSpPr>
      <p:sp>
        <p:nvSpPr>
          <p:cNvPr id="3516" name="Google Shape;3516;p2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b="0" lang="en-US">
                <a:latin typeface="Barlow Medium"/>
                <a:ea typeface="Barlow Medium"/>
                <a:cs typeface="Barlow Medium"/>
                <a:sym typeface="Barlow Medium"/>
              </a:rPr>
              <a:t>JTBD Framework: Spotify</a:t>
            </a:r>
            <a:endParaRPr b="0">
              <a:latin typeface="Barlow Medium"/>
              <a:ea typeface="Barlow Medium"/>
              <a:cs typeface="Barlow Medium"/>
              <a:sym typeface="Barlow Medium"/>
            </a:endParaRPr>
          </a:p>
        </p:txBody>
      </p:sp>
      <p:pic>
        <p:nvPicPr>
          <p:cNvPr id="3517" name="Google Shape;3517;p24"/>
          <p:cNvPicPr preferRelativeResize="0"/>
          <p:nvPr/>
        </p:nvPicPr>
        <p:blipFill rotWithShape="1">
          <a:blip r:embed="rId3">
            <a:alphaModFix/>
          </a:blip>
          <a:srcRect b="0" l="0" r="0" t="0"/>
          <a:stretch/>
        </p:blipFill>
        <p:spPr>
          <a:xfrm>
            <a:off x="521301" y="2841702"/>
            <a:ext cx="3984405" cy="3614580"/>
          </a:xfrm>
          <a:prstGeom prst="rect">
            <a:avLst/>
          </a:prstGeom>
          <a:noFill/>
          <a:ln>
            <a:noFill/>
          </a:ln>
        </p:spPr>
      </p:pic>
      <p:pic>
        <p:nvPicPr>
          <p:cNvPr id="3518" name="Google Shape;3518;p24"/>
          <p:cNvPicPr preferRelativeResize="0"/>
          <p:nvPr/>
        </p:nvPicPr>
        <p:blipFill rotWithShape="1">
          <a:blip r:embed="rId4">
            <a:alphaModFix/>
          </a:blip>
          <a:srcRect b="0" l="0" r="0" t="0"/>
          <a:stretch/>
        </p:blipFill>
        <p:spPr>
          <a:xfrm>
            <a:off x="5467211" y="411211"/>
            <a:ext cx="5054079" cy="6312118"/>
          </a:xfrm>
          <a:prstGeom prst="rect">
            <a:avLst/>
          </a:prstGeom>
          <a:noFill/>
          <a:ln>
            <a:noFill/>
          </a:ln>
        </p:spPr>
      </p:pic>
      <p:pic>
        <p:nvPicPr>
          <p:cNvPr descr="in Uruguay — Spotify" id="3519" name="Google Shape;3519;p24"/>
          <p:cNvPicPr preferRelativeResize="0"/>
          <p:nvPr/>
        </p:nvPicPr>
        <p:blipFill rotWithShape="1">
          <a:blip r:embed="rId5">
            <a:alphaModFix/>
          </a:blip>
          <a:srcRect b="0" l="0" r="0" t="0"/>
          <a:stretch/>
        </p:blipFill>
        <p:spPr>
          <a:xfrm>
            <a:off x="521301" y="1276602"/>
            <a:ext cx="3676450" cy="14039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19"/>
                                        </p:tgtEl>
                                        <p:attrNameLst>
                                          <p:attrName>style.visibility</p:attrName>
                                        </p:attrNameLst>
                                      </p:cBhvr>
                                      <p:to>
                                        <p:strVal val="visible"/>
                                      </p:to>
                                    </p:set>
                                    <p:animEffect filter="fade" transition="in">
                                      <p:cBhvr>
                                        <p:cTn dur="500"/>
                                        <p:tgtEl>
                                          <p:spTgt spid="3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17"/>
                                        </p:tgtEl>
                                        <p:attrNameLst>
                                          <p:attrName>style.visibility</p:attrName>
                                        </p:attrNameLst>
                                      </p:cBhvr>
                                      <p:to>
                                        <p:strVal val="visible"/>
                                      </p:to>
                                    </p:set>
                                    <p:anim calcmode="lin" valueType="num">
                                      <p:cBhvr additive="base">
                                        <p:cTn dur="500"/>
                                        <p:tgtEl>
                                          <p:spTgt spid="3517"/>
                                        </p:tgtEl>
                                        <p:attrNameLst>
                                          <p:attrName>ppt_w</p:attrName>
                                        </p:attrNameLst>
                                      </p:cBhvr>
                                      <p:tavLst>
                                        <p:tav fmla="" tm="0">
                                          <p:val>
                                            <p:strVal val="0"/>
                                          </p:val>
                                        </p:tav>
                                        <p:tav fmla="" tm="100000">
                                          <p:val>
                                            <p:strVal val="#ppt_w"/>
                                          </p:val>
                                        </p:tav>
                                      </p:tavLst>
                                    </p:anim>
                                    <p:anim calcmode="lin" valueType="num">
                                      <p:cBhvr additive="base">
                                        <p:cTn dur="500"/>
                                        <p:tgtEl>
                                          <p:spTgt spid="3517"/>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518"/>
                                        </p:tgtEl>
                                        <p:attrNameLst>
                                          <p:attrName>style.visibility</p:attrName>
                                        </p:attrNameLst>
                                      </p:cBhvr>
                                      <p:to>
                                        <p:strVal val="visible"/>
                                      </p:to>
                                    </p:set>
                                    <p:anim calcmode="lin" valueType="num">
                                      <p:cBhvr additive="base">
                                        <p:cTn dur="500"/>
                                        <p:tgtEl>
                                          <p:spTgt spid="3518"/>
                                        </p:tgtEl>
                                        <p:attrNameLst>
                                          <p:attrName>ppt_w</p:attrName>
                                        </p:attrNameLst>
                                      </p:cBhvr>
                                      <p:tavLst>
                                        <p:tav fmla="" tm="0">
                                          <p:val>
                                            <p:strVal val="0"/>
                                          </p:val>
                                        </p:tav>
                                        <p:tav fmla="" tm="100000">
                                          <p:val>
                                            <p:strVal val="#ppt_w"/>
                                          </p:val>
                                        </p:tav>
                                      </p:tavLst>
                                    </p:anim>
                                    <p:anim calcmode="lin" valueType="num">
                                      <p:cBhvr additive="base">
                                        <p:cTn dur="500"/>
                                        <p:tgtEl>
                                          <p:spTgt spid="351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3" name="Shape 3523"/>
        <p:cNvGrpSpPr/>
        <p:nvPr/>
      </p:nvGrpSpPr>
      <p:grpSpPr>
        <a:xfrm>
          <a:off x="0" y="0"/>
          <a:ext cx="0" cy="0"/>
          <a:chOff x="0" y="0"/>
          <a:chExt cx="0" cy="0"/>
        </a:xfrm>
      </p:grpSpPr>
      <p:sp>
        <p:nvSpPr>
          <p:cNvPr id="3524" name="Google Shape;3524;p25"/>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AKTIVITAS DI KELAS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8" name="Shape 3528"/>
        <p:cNvGrpSpPr/>
        <p:nvPr/>
      </p:nvGrpSpPr>
      <p:grpSpPr>
        <a:xfrm>
          <a:off x="0" y="0"/>
          <a:ext cx="0" cy="0"/>
          <a:chOff x="0" y="0"/>
          <a:chExt cx="0" cy="0"/>
        </a:xfrm>
      </p:grpSpPr>
      <p:sp>
        <p:nvSpPr>
          <p:cNvPr id="3529" name="Google Shape;3529;p26"/>
          <p:cNvSpPr txBox="1"/>
          <p:nvPr/>
        </p:nvSpPr>
        <p:spPr>
          <a:xfrm>
            <a:off x="464820" y="962660"/>
            <a:ext cx="4234180" cy="26549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Barlow"/>
                <a:ea typeface="Barlow"/>
                <a:cs typeface="Barlow"/>
                <a:sym typeface="Barlow"/>
              </a:rPr>
              <a:t>Saya pindah ke kota lain untuk melanjutkan studi  dan membutuhkan PG atau sewa akomodasi. Saya tidak familiar dengan area ini dan memiliki kebatasan waktu dan biaya. Proses untuk mencari tempat yang layak untuk tinggal membuat  overwhelming dan stressful.</a:t>
            </a:r>
            <a:endParaRPr sz="1800">
              <a:solidFill>
                <a:srgbClr val="000000"/>
              </a:solidFill>
              <a:latin typeface="Barlow"/>
              <a:ea typeface="Barlow"/>
              <a:cs typeface="Barlow"/>
              <a:sym typeface="Barlow"/>
            </a:endParaRPr>
          </a:p>
        </p:txBody>
      </p:sp>
      <p:sp>
        <p:nvSpPr>
          <p:cNvPr id="3530" name="Google Shape;3530;p26"/>
          <p:cNvSpPr txBox="1"/>
          <p:nvPr/>
        </p:nvSpPr>
        <p:spPr>
          <a:xfrm>
            <a:off x="8466621" y="670505"/>
            <a:ext cx="3072236" cy="1198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Mengatur waktu untuk mencari tempat tinggal layak, fokus pada studi saya   </a:t>
            </a:r>
            <a:endParaRPr sz="1800">
              <a:solidFill>
                <a:srgbClr val="414042"/>
              </a:solidFill>
              <a:latin typeface="Arial"/>
              <a:ea typeface="Arial"/>
              <a:cs typeface="Arial"/>
              <a:sym typeface="Arial"/>
            </a:endParaRPr>
          </a:p>
        </p:txBody>
      </p:sp>
      <p:sp>
        <p:nvSpPr>
          <p:cNvPr id="3531" name="Google Shape;3531;p26"/>
          <p:cNvSpPr txBox="1"/>
          <p:nvPr/>
        </p:nvSpPr>
        <p:spPr>
          <a:xfrm>
            <a:off x="8535035" y="2167255"/>
            <a:ext cx="3072130" cy="917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Merasakan bebas stress, tenang, dan aman di tempat baru.</a:t>
            </a:r>
            <a:endParaRPr sz="1800">
              <a:solidFill>
                <a:schemeClr val="dk1"/>
              </a:solidFill>
              <a:latin typeface="Arial"/>
              <a:ea typeface="Arial"/>
              <a:cs typeface="Arial"/>
              <a:sym typeface="Arial"/>
            </a:endParaRPr>
          </a:p>
        </p:txBody>
      </p:sp>
      <p:sp>
        <p:nvSpPr>
          <p:cNvPr id="3532" name="Google Shape;3532;p26"/>
          <p:cNvSpPr txBox="1"/>
          <p:nvPr/>
        </p:nvSpPr>
        <p:spPr>
          <a:xfrm>
            <a:off x="8456930" y="3522345"/>
            <a:ext cx="3467735" cy="1076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Tersedia tempat yang nyaman untuk berkumpul teman, banyak teman baru an orang tua tidak khawatir lagi.</a:t>
            </a:r>
            <a:endParaRPr sz="1600">
              <a:solidFill>
                <a:schemeClr val="dk1"/>
              </a:solidFill>
              <a:latin typeface="Arial"/>
              <a:ea typeface="Arial"/>
              <a:cs typeface="Arial"/>
              <a:sym typeface="Arial"/>
            </a:endParaRPr>
          </a:p>
        </p:txBody>
      </p:sp>
      <p:grpSp>
        <p:nvGrpSpPr>
          <p:cNvPr id="3533" name="Google Shape;3533;p26"/>
          <p:cNvGrpSpPr/>
          <p:nvPr/>
        </p:nvGrpSpPr>
        <p:grpSpPr>
          <a:xfrm>
            <a:off x="5075971" y="668603"/>
            <a:ext cx="2872916" cy="1238501"/>
            <a:chOff x="12031579" y="1347537"/>
            <a:chExt cx="6809874" cy="2935705"/>
          </a:xfrm>
        </p:grpSpPr>
        <p:sp>
          <p:nvSpPr>
            <p:cNvPr id="3534" name="Google Shape;3534;p26"/>
            <p:cNvSpPr/>
            <p:nvPr/>
          </p:nvSpPr>
          <p:spPr>
            <a:xfrm>
              <a:off x="12031579" y="1347537"/>
              <a:ext cx="6809874" cy="2935705"/>
            </a:xfrm>
            <a:prstGeom prst="rightArrow">
              <a:avLst>
                <a:gd fmla="val 50000" name="adj1"/>
                <a:gd fmla="val 50000" name="adj2"/>
              </a:avLst>
            </a:prstGeom>
            <a:solidFill>
              <a:srgbClr val="EF9A9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000000"/>
                  </a:solidFill>
                  <a:latin typeface="Calibri"/>
                  <a:ea typeface="Calibri"/>
                  <a:cs typeface="Calibri"/>
                  <a:sym typeface="Calibri"/>
                </a:rPr>
                <a:t>If this problem were to be solved, what would it enable you to </a:t>
              </a:r>
              <a:r>
                <a:rPr b="1" lang="en-US" sz="1350">
                  <a:solidFill>
                    <a:srgbClr val="000000"/>
                  </a:solidFill>
                  <a:latin typeface="Calibri"/>
                  <a:ea typeface="Calibri"/>
                  <a:cs typeface="Calibri"/>
                  <a:sym typeface="Calibri"/>
                </a:rPr>
                <a:t>do</a:t>
              </a:r>
              <a:r>
                <a:rPr lang="en-US" sz="1350">
                  <a:solidFill>
                    <a:srgbClr val="000000"/>
                  </a:solidFill>
                  <a:latin typeface="Calibri"/>
                  <a:ea typeface="Calibri"/>
                  <a:cs typeface="Calibri"/>
                  <a:sym typeface="Calibri"/>
                </a:rPr>
                <a:t>?</a:t>
              </a:r>
              <a:endParaRPr sz="1350">
                <a:solidFill>
                  <a:srgbClr val="000000"/>
                </a:solidFill>
                <a:latin typeface="Calibri"/>
                <a:ea typeface="Calibri"/>
                <a:cs typeface="Calibri"/>
                <a:sym typeface="Calibri"/>
              </a:endParaRPr>
            </a:p>
          </p:txBody>
        </p:sp>
        <p:sp>
          <p:nvSpPr>
            <p:cNvPr id="3535" name="Google Shape;3535;p26"/>
            <p:cNvSpPr txBox="1"/>
            <p:nvPr/>
          </p:nvSpPr>
          <p:spPr>
            <a:xfrm>
              <a:off x="12031579" y="3562135"/>
              <a:ext cx="3657599" cy="583635"/>
            </a:xfrm>
            <a:prstGeom prst="rect">
              <a:avLst/>
            </a:prstGeom>
            <a:solidFill>
              <a:srgbClr val="B4B1B4"/>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000000"/>
                  </a:solidFill>
                  <a:latin typeface="Calibri"/>
                  <a:ea typeface="Calibri"/>
                  <a:cs typeface="Calibri"/>
                  <a:sym typeface="Calibri"/>
                </a:rPr>
                <a:t>FUNCTIONAL</a:t>
              </a:r>
              <a:endParaRPr b="1" sz="930">
                <a:solidFill>
                  <a:srgbClr val="000000"/>
                </a:solidFill>
                <a:latin typeface="Calibri"/>
                <a:ea typeface="Calibri"/>
                <a:cs typeface="Calibri"/>
                <a:sym typeface="Calibri"/>
              </a:endParaRPr>
            </a:p>
          </p:txBody>
        </p:sp>
      </p:grpSp>
      <p:grpSp>
        <p:nvGrpSpPr>
          <p:cNvPr id="3536" name="Google Shape;3536;p26"/>
          <p:cNvGrpSpPr/>
          <p:nvPr/>
        </p:nvGrpSpPr>
        <p:grpSpPr>
          <a:xfrm>
            <a:off x="5075971" y="3617651"/>
            <a:ext cx="2872916" cy="1238501"/>
            <a:chOff x="12031579" y="8712320"/>
            <a:chExt cx="6809874" cy="2935705"/>
          </a:xfrm>
        </p:grpSpPr>
        <p:sp>
          <p:nvSpPr>
            <p:cNvPr id="3537" name="Google Shape;3537;p26"/>
            <p:cNvSpPr/>
            <p:nvPr/>
          </p:nvSpPr>
          <p:spPr>
            <a:xfrm>
              <a:off x="12031579" y="8712320"/>
              <a:ext cx="6809874" cy="2935705"/>
            </a:xfrm>
            <a:prstGeom prst="rightArrow">
              <a:avLst>
                <a:gd fmla="val 50000" name="adj1"/>
                <a:gd fmla="val 50000" name="adj2"/>
              </a:avLst>
            </a:prstGeom>
            <a:solidFill>
              <a:srgbClr val="EF9A9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000000"/>
                  </a:solidFill>
                  <a:latin typeface="Calibri"/>
                  <a:ea typeface="Calibri"/>
                  <a:cs typeface="Calibri"/>
                  <a:sym typeface="Calibri"/>
                </a:rPr>
                <a:t>If this problem were to be solved, how would it impact your </a:t>
              </a:r>
              <a:r>
                <a:rPr b="1" lang="en-US" sz="1350">
                  <a:solidFill>
                    <a:srgbClr val="000000"/>
                  </a:solidFill>
                  <a:latin typeface="Calibri"/>
                  <a:ea typeface="Calibri"/>
                  <a:cs typeface="Calibri"/>
                  <a:sym typeface="Calibri"/>
                </a:rPr>
                <a:t>social</a:t>
              </a:r>
              <a:r>
                <a:rPr lang="en-US" sz="1350">
                  <a:solidFill>
                    <a:srgbClr val="000000"/>
                  </a:solidFill>
                  <a:latin typeface="Calibri"/>
                  <a:ea typeface="Calibri"/>
                  <a:cs typeface="Calibri"/>
                  <a:sym typeface="Calibri"/>
                </a:rPr>
                <a:t> status/interactions?</a:t>
              </a:r>
              <a:endParaRPr sz="1350">
                <a:solidFill>
                  <a:srgbClr val="000000"/>
                </a:solidFill>
                <a:latin typeface="Calibri"/>
                <a:ea typeface="Calibri"/>
                <a:cs typeface="Calibri"/>
                <a:sym typeface="Calibri"/>
              </a:endParaRPr>
            </a:p>
          </p:txBody>
        </p:sp>
        <p:sp>
          <p:nvSpPr>
            <p:cNvPr id="3538" name="Google Shape;3538;p26"/>
            <p:cNvSpPr txBox="1"/>
            <p:nvPr/>
          </p:nvSpPr>
          <p:spPr>
            <a:xfrm>
              <a:off x="12031579" y="10922706"/>
              <a:ext cx="3657599" cy="601875"/>
            </a:xfrm>
            <a:prstGeom prst="rect">
              <a:avLst/>
            </a:prstGeom>
            <a:solidFill>
              <a:srgbClr val="B4B1B4"/>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50">
                  <a:solidFill>
                    <a:srgbClr val="000000"/>
                  </a:solidFill>
                  <a:latin typeface="Calibri"/>
                  <a:ea typeface="Calibri"/>
                  <a:cs typeface="Calibri"/>
                  <a:sym typeface="Calibri"/>
                </a:rPr>
                <a:t>SOCIAL</a:t>
              </a:r>
              <a:endParaRPr b="1" sz="1050">
                <a:solidFill>
                  <a:srgbClr val="000000"/>
                </a:solidFill>
                <a:latin typeface="Calibri"/>
                <a:ea typeface="Calibri"/>
                <a:cs typeface="Calibri"/>
                <a:sym typeface="Calibri"/>
              </a:endParaRPr>
            </a:p>
          </p:txBody>
        </p:sp>
      </p:grpSp>
      <p:grpSp>
        <p:nvGrpSpPr>
          <p:cNvPr id="3539" name="Google Shape;3539;p26"/>
          <p:cNvGrpSpPr/>
          <p:nvPr/>
        </p:nvGrpSpPr>
        <p:grpSpPr>
          <a:xfrm>
            <a:off x="5075971" y="2167440"/>
            <a:ext cx="2872916" cy="1238501"/>
            <a:chOff x="12031579" y="4957008"/>
            <a:chExt cx="6809874" cy="2935705"/>
          </a:xfrm>
        </p:grpSpPr>
        <p:sp>
          <p:nvSpPr>
            <p:cNvPr id="3540" name="Google Shape;3540;p26"/>
            <p:cNvSpPr/>
            <p:nvPr/>
          </p:nvSpPr>
          <p:spPr>
            <a:xfrm>
              <a:off x="12031579" y="4957008"/>
              <a:ext cx="6809874" cy="2935705"/>
            </a:xfrm>
            <a:prstGeom prst="rightArrow">
              <a:avLst>
                <a:gd fmla="val 50000" name="adj1"/>
                <a:gd fmla="val 50000" name="adj2"/>
              </a:avLst>
            </a:prstGeom>
            <a:solidFill>
              <a:srgbClr val="EF9A9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000000"/>
                  </a:solidFill>
                  <a:latin typeface="Calibri"/>
                  <a:ea typeface="Calibri"/>
                  <a:cs typeface="Calibri"/>
                  <a:sym typeface="Calibri"/>
                </a:rPr>
                <a:t>If this problem were to be solved, what would it make you </a:t>
              </a:r>
              <a:r>
                <a:rPr b="1" lang="en-US" sz="1350">
                  <a:solidFill>
                    <a:srgbClr val="000000"/>
                  </a:solidFill>
                  <a:latin typeface="Calibri"/>
                  <a:ea typeface="Calibri"/>
                  <a:cs typeface="Calibri"/>
                  <a:sym typeface="Calibri"/>
                </a:rPr>
                <a:t>feel</a:t>
              </a:r>
              <a:r>
                <a:rPr lang="en-US" sz="1350">
                  <a:solidFill>
                    <a:srgbClr val="000000"/>
                  </a:solidFill>
                  <a:latin typeface="Calibri"/>
                  <a:ea typeface="Calibri"/>
                  <a:cs typeface="Calibri"/>
                  <a:sym typeface="Calibri"/>
                </a:rPr>
                <a:t>?</a:t>
              </a:r>
              <a:endParaRPr sz="1350">
                <a:solidFill>
                  <a:srgbClr val="000000"/>
                </a:solidFill>
                <a:latin typeface="Calibri"/>
                <a:ea typeface="Calibri"/>
                <a:cs typeface="Calibri"/>
                <a:sym typeface="Calibri"/>
              </a:endParaRPr>
            </a:p>
          </p:txBody>
        </p:sp>
        <p:sp>
          <p:nvSpPr>
            <p:cNvPr id="3541" name="Google Shape;3541;p26"/>
            <p:cNvSpPr txBox="1"/>
            <p:nvPr/>
          </p:nvSpPr>
          <p:spPr>
            <a:xfrm>
              <a:off x="12031579" y="7136411"/>
              <a:ext cx="3657599" cy="601875"/>
            </a:xfrm>
            <a:prstGeom prst="rect">
              <a:avLst/>
            </a:prstGeom>
            <a:solidFill>
              <a:srgbClr val="B4B1B4"/>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50">
                  <a:solidFill>
                    <a:srgbClr val="000000"/>
                  </a:solidFill>
                  <a:latin typeface="Calibri"/>
                  <a:ea typeface="Calibri"/>
                  <a:cs typeface="Calibri"/>
                  <a:sym typeface="Calibri"/>
                </a:rPr>
                <a:t>EMOTIONAL</a:t>
              </a:r>
              <a:endParaRPr b="1" sz="1050">
                <a:solidFill>
                  <a:srgbClr val="000000"/>
                </a:solidFill>
                <a:latin typeface="Calibri"/>
                <a:ea typeface="Calibri"/>
                <a:cs typeface="Calibri"/>
                <a:sym typeface="Calibri"/>
              </a:endParaRPr>
            </a:p>
          </p:txBody>
        </p:sp>
      </p:grpSp>
      <p:sp>
        <p:nvSpPr>
          <p:cNvPr id="3542" name="Google Shape;3542;p26"/>
          <p:cNvSpPr/>
          <p:nvPr/>
        </p:nvSpPr>
        <p:spPr>
          <a:xfrm>
            <a:off x="8621485" y="4875804"/>
            <a:ext cx="1763486" cy="1763486"/>
          </a:xfrm>
          <a:prstGeom prst="ellipse">
            <a:avLst/>
          </a:prstGeom>
          <a:solidFill>
            <a:schemeClr val="accent1"/>
          </a:solidFill>
          <a:ln cap="flat" cmpd="sng" w="19050">
            <a:solidFill>
              <a:srgbClr val="45454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Do not think of SOLUTIONS yet!</a:t>
            </a:r>
            <a:endParaRPr sz="1200">
              <a:solidFill>
                <a:schemeClr val="lt1"/>
              </a:solidFill>
              <a:latin typeface="Arial"/>
              <a:ea typeface="Arial"/>
              <a:cs typeface="Arial"/>
              <a:sym typeface="Arial"/>
            </a:endParaRPr>
          </a:p>
        </p:txBody>
      </p:sp>
      <p:sp>
        <p:nvSpPr>
          <p:cNvPr id="3543" name="Google Shape;3543;p26"/>
          <p:cNvSpPr txBox="1"/>
          <p:nvPr>
            <p:ph type="ctrTitle"/>
          </p:nvPr>
        </p:nvSpPr>
        <p:spPr>
          <a:xfrm>
            <a:off x="354000" y="385370"/>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t>PROBLEM</a:t>
            </a:r>
            <a:endParaRPr/>
          </a:p>
        </p:txBody>
      </p:sp>
      <p:pic>
        <p:nvPicPr>
          <p:cNvPr descr="A person thinking with his hand on his chin&#10;&#10;Description automatically generated" id="3544" name="Google Shape;3544;p26"/>
          <p:cNvPicPr preferRelativeResize="0"/>
          <p:nvPr/>
        </p:nvPicPr>
        <p:blipFill rotWithShape="1">
          <a:blip r:embed="rId3">
            <a:alphaModFix/>
          </a:blip>
          <a:srcRect b="0" l="0" r="0" t="0"/>
          <a:stretch/>
        </p:blipFill>
        <p:spPr>
          <a:xfrm>
            <a:off x="82327" y="3484581"/>
            <a:ext cx="3156270" cy="31617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8" name="Shape 3548"/>
        <p:cNvGrpSpPr/>
        <p:nvPr/>
      </p:nvGrpSpPr>
      <p:grpSpPr>
        <a:xfrm>
          <a:off x="0" y="0"/>
          <a:ext cx="0" cy="0"/>
          <a:chOff x="0" y="0"/>
          <a:chExt cx="0" cy="0"/>
        </a:xfrm>
      </p:grpSpPr>
      <p:grpSp>
        <p:nvGrpSpPr>
          <p:cNvPr id="3549" name="Google Shape;3549;p27"/>
          <p:cNvGrpSpPr/>
          <p:nvPr/>
        </p:nvGrpSpPr>
        <p:grpSpPr>
          <a:xfrm>
            <a:off x="5436516" y="312013"/>
            <a:ext cx="3299284" cy="4644651"/>
            <a:chOff x="12777537" y="1034716"/>
            <a:chExt cx="7820526" cy="11009545"/>
          </a:xfrm>
        </p:grpSpPr>
        <p:sp>
          <p:nvSpPr>
            <p:cNvPr id="3550" name="Google Shape;3550;p27"/>
            <p:cNvSpPr txBox="1"/>
            <p:nvPr/>
          </p:nvSpPr>
          <p:spPr>
            <a:xfrm>
              <a:off x="13451860" y="1397466"/>
              <a:ext cx="6616795" cy="10304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Arial"/>
                  <a:ea typeface="Arial"/>
                  <a:cs typeface="Arial"/>
                  <a:sym typeface="Arial"/>
                </a:rPr>
                <a:t>JTBD</a:t>
              </a:r>
              <a:endParaRPr b="1" sz="1800">
                <a:solidFill>
                  <a:schemeClr val="dk2"/>
                </a:solidFill>
                <a:latin typeface="Arial"/>
                <a:ea typeface="Arial"/>
                <a:cs typeface="Arial"/>
                <a:sym typeface="Arial"/>
              </a:endParaRPr>
            </a:p>
            <a:p>
              <a:pPr indent="0" lvl="0" marL="0" marR="0" rtl="0" algn="l">
                <a:spcBef>
                  <a:spcPts val="0"/>
                </a:spcBef>
                <a:spcAft>
                  <a:spcPts val="0"/>
                </a:spcAft>
                <a:buNone/>
              </a:pPr>
              <a:r>
                <a:t/>
              </a:r>
              <a:endParaRPr sz="1800">
                <a:solidFill>
                  <a:srgbClr val="000000"/>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Mengatur waktu untuk mencari tempat tinggal layak, fokus pada studi saya. </a:t>
              </a:r>
              <a:endParaRPr sz="1800">
                <a:solidFill>
                  <a:srgbClr val="000000"/>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a:t>
              </a:r>
              <a:endParaRPr sz="1800">
                <a:solidFill>
                  <a:srgbClr val="000000"/>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a:t>
              </a:r>
              <a:endParaRPr sz="1800">
                <a:solidFill>
                  <a:srgbClr val="000000"/>
                </a:solidFill>
                <a:latin typeface="Arial"/>
                <a:ea typeface="Arial"/>
                <a:cs typeface="Arial"/>
                <a:sym typeface="Arial"/>
              </a:endParaRPr>
            </a:p>
          </p:txBody>
        </p:sp>
        <p:sp>
          <p:nvSpPr>
            <p:cNvPr id="3551" name="Google Shape;3551;p27"/>
            <p:cNvSpPr/>
            <p:nvPr/>
          </p:nvSpPr>
          <p:spPr>
            <a:xfrm>
              <a:off x="12777537" y="1034716"/>
              <a:ext cx="7820526" cy="11009545"/>
            </a:xfrm>
            <a:prstGeom prst="rect">
              <a:avLst/>
            </a:prstGeom>
            <a:noFill/>
            <a:ln cap="flat" cmpd="sng" w="19050">
              <a:solidFill>
                <a:srgbClr val="7F7F7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80">
                <a:solidFill>
                  <a:srgbClr val="FFFFFF"/>
                </a:solidFill>
                <a:latin typeface="Calibri"/>
                <a:ea typeface="Calibri"/>
                <a:cs typeface="Calibri"/>
                <a:sym typeface="Calibri"/>
              </a:endParaRPr>
            </a:p>
          </p:txBody>
        </p:sp>
      </p:grpSp>
      <p:sp>
        <p:nvSpPr>
          <p:cNvPr id="3552" name="Google Shape;3552;p27"/>
          <p:cNvSpPr txBox="1"/>
          <p:nvPr/>
        </p:nvSpPr>
        <p:spPr>
          <a:xfrm>
            <a:off x="9681091" y="379396"/>
            <a:ext cx="1778582" cy="3779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54">
                <a:solidFill>
                  <a:schemeClr val="dk2"/>
                </a:solidFill>
                <a:latin typeface="Barlow"/>
                <a:ea typeface="Barlow"/>
                <a:cs typeface="Barlow"/>
                <a:sym typeface="Barlow"/>
              </a:rPr>
              <a:t>SOLUTIONS</a:t>
            </a:r>
            <a:endParaRPr b="1" sz="1854">
              <a:solidFill>
                <a:schemeClr val="dk2"/>
              </a:solidFill>
              <a:latin typeface="Barlow"/>
              <a:ea typeface="Barlow"/>
              <a:cs typeface="Barlow"/>
              <a:sym typeface="Barlow"/>
            </a:endParaRPr>
          </a:p>
        </p:txBody>
      </p:sp>
      <p:sp>
        <p:nvSpPr>
          <p:cNvPr id="3553" name="Google Shape;3553;p27"/>
          <p:cNvSpPr txBox="1"/>
          <p:nvPr/>
        </p:nvSpPr>
        <p:spPr>
          <a:xfrm>
            <a:off x="8990965" y="946150"/>
            <a:ext cx="3001645" cy="279971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Tinggal dengan saudara </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Mendaftar untuk bisa tinggal di Hostelnya campus  </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Menghubungi brooker agar bis bisa dapat tempat sewa</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Tinggal dengan teman</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Tinggal di hotel budgt (OYO) </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Minta bantuan alumni</a:t>
            </a:r>
            <a:endParaRPr sz="1600">
              <a:solidFill>
                <a:schemeClr val="dk1"/>
              </a:solidFill>
              <a:latin typeface="Arial"/>
              <a:ea typeface="Arial"/>
              <a:cs typeface="Arial"/>
              <a:sym typeface="Arial"/>
            </a:endParaRPr>
          </a:p>
        </p:txBody>
      </p:sp>
      <p:pic>
        <p:nvPicPr>
          <p:cNvPr descr="A person thinking with his hand on his chin&#10;&#10;Description automatically generated" id="3554" name="Google Shape;3554;p27"/>
          <p:cNvPicPr preferRelativeResize="0"/>
          <p:nvPr/>
        </p:nvPicPr>
        <p:blipFill rotWithShape="1">
          <a:blip r:embed="rId3">
            <a:alphaModFix/>
          </a:blip>
          <a:srcRect b="0" l="0" r="0" t="0"/>
          <a:stretch/>
        </p:blipFill>
        <p:spPr>
          <a:xfrm>
            <a:off x="306792" y="3230581"/>
            <a:ext cx="3156270" cy="3161752"/>
          </a:xfrm>
          <a:prstGeom prst="rect">
            <a:avLst/>
          </a:prstGeom>
          <a:noFill/>
          <a:ln>
            <a:noFill/>
          </a:ln>
        </p:spPr>
      </p:pic>
      <p:sp>
        <p:nvSpPr>
          <p:cNvPr id="3555" name="Google Shape;3555;p27"/>
          <p:cNvSpPr txBox="1"/>
          <p:nvPr/>
        </p:nvSpPr>
        <p:spPr>
          <a:xfrm>
            <a:off x="464820" y="599440"/>
            <a:ext cx="4234180" cy="26549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Barlow"/>
                <a:ea typeface="Barlow"/>
                <a:cs typeface="Barlow"/>
                <a:sym typeface="Barlow"/>
              </a:rPr>
              <a:t>Saya pindah ke kota lain untuk melanjutkan studi  dan membutuhkan PG atau sewa akomodasi. Saya tidak familiar dengan area ini dan memiliki kebatasan waktu dan biaya. Proses untuk mencari tempat yang layak untuk tinggal membuat  overwhelming dan stressful.</a:t>
            </a:r>
            <a:endParaRPr sz="1800">
              <a:solidFill>
                <a:srgbClr val="000000"/>
              </a:solidFill>
              <a:latin typeface="Barlow"/>
              <a:ea typeface="Barlow"/>
              <a:cs typeface="Barlow"/>
              <a:sym typeface="Barlow"/>
            </a:endParaRPr>
          </a:p>
        </p:txBody>
      </p:sp>
      <p:sp>
        <p:nvSpPr>
          <p:cNvPr id="3556" name="Google Shape;3556;p27"/>
          <p:cNvSpPr txBox="1"/>
          <p:nvPr/>
        </p:nvSpPr>
        <p:spPr>
          <a:xfrm>
            <a:off x="5721350" y="2313305"/>
            <a:ext cx="3014345" cy="917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Merasakan bebas stress, tenang, dan aman di tempat baru.</a:t>
            </a:r>
            <a:endParaRPr sz="1800">
              <a:solidFill>
                <a:schemeClr val="dk1"/>
              </a:solidFill>
              <a:latin typeface="Arial"/>
              <a:ea typeface="Arial"/>
              <a:cs typeface="Arial"/>
              <a:sym typeface="Arial"/>
            </a:endParaRPr>
          </a:p>
        </p:txBody>
      </p:sp>
      <p:sp>
        <p:nvSpPr>
          <p:cNvPr id="3557" name="Google Shape;3557;p27"/>
          <p:cNvSpPr txBox="1"/>
          <p:nvPr/>
        </p:nvSpPr>
        <p:spPr>
          <a:xfrm>
            <a:off x="5720715" y="3399155"/>
            <a:ext cx="2974975" cy="1322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Tersedia tempat yang nyaman untuk berkumpul teman, banyak teman baru dan orang tua tidak khawatir lagi.</a:t>
            </a:r>
            <a:endParaRPr sz="16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1" name="Shape 3561"/>
        <p:cNvGrpSpPr/>
        <p:nvPr/>
      </p:nvGrpSpPr>
      <p:grpSpPr>
        <a:xfrm>
          <a:off x="0" y="0"/>
          <a:ext cx="0" cy="0"/>
          <a:chOff x="0" y="0"/>
          <a:chExt cx="0" cy="0"/>
        </a:xfrm>
      </p:grpSpPr>
      <p:sp>
        <p:nvSpPr>
          <p:cNvPr id="3562" name="Google Shape;3562;p28"/>
          <p:cNvSpPr txBox="1"/>
          <p:nvPr/>
        </p:nvSpPr>
        <p:spPr>
          <a:xfrm>
            <a:off x="9681091" y="379396"/>
            <a:ext cx="1778582" cy="3779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54">
                <a:solidFill>
                  <a:schemeClr val="dk2"/>
                </a:solidFill>
                <a:latin typeface="Barlow"/>
                <a:ea typeface="Barlow"/>
                <a:cs typeface="Barlow"/>
                <a:sym typeface="Barlow"/>
              </a:rPr>
              <a:t>SOLUTIONS</a:t>
            </a:r>
            <a:endParaRPr b="1" sz="1854">
              <a:solidFill>
                <a:schemeClr val="dk2"/>
              </a:solidFill>
              <a:latin typeface="Barlow"/>
              <a:ea typeface="Barlow"/>
              <a:cs typeface="Barlow"/>
              <a:sym typeface="Barlow"/>
            </a:endParaRPr>
          </a:p>
        </p:txBody>
      </p:sp>
      <p:pic>
        <p:nvPicPr>
          <p:cNvPr descr="Zolo Stays – Category Leader and ..." id="3563" name="Google Shape;3563;p28"/>
          <p:cNvPicPr preferRelativeResize="0"/>
          <p:nvPr/>
        </p:nvPicPr>
        <p:blipFill rotWithShape="1">
          <a:blip r:embed="rId3">
            <a:alphaModFix/>
          </a:blip>
          <a:srcRect b="0" l="0" r="0" t="0"/>
          <a:stretch/>
        </p:blipFill>
        <p:spPr>
          <a:xfrm>
            <a:off x="9719431" y="907239"/>
            <a:ext cx="1701904" cy="801508"/>
          </a:xfrm>
          <a:prstGeom prst="rect">
            <a:avLst/>
          </a:prstGeom>
          <a:noFill/>
          <a:ln>
            <a:noFill/>
          </a:ln>
        </p:spPr>
      </p:pic>
      <p:pic>
        <p:nvPicPr>
          <p:cNvPr descr="OYO LIFE" id="3564" name="Google Shape;3564;p28"/>
          <p:cNvPicPr preferRelativeResize="0"/>
          <p:nvPr/>
        </p:nvPicPr>
        <p:blipFill rotWithShape="1">
          <a:blip r:embed="rId4">
            <a:alphaModFix/>
          </a:blip>
          <a:srcRect b="0" l="0" r="0" t="0"/>
          <a:stretch/>
        </p:blipFill>
        <p:spPr>
          <a:xfrm>
            <a:off x="10333208" y="1858666"/>
            <a:ext cx="1088127" cy="1088127"/>
          </a:xfrm>
          <a:prstGeom prst="rect">
            <a:avLst/>
          </a:prstGeom>
          <a:noFill/>
          <a:ln>
            <a:noFill/>
          </a:ln>
        </p:spPr>
      </p:pic>
      <p:pic>
        <p:nvPicPr>
          <p:cNvPr descr="Stanza Living - Wikipedia" id="3565" name="Google Shape;3565;p28"/>
          <p:cNvPicPr preferRelativeResize="0"/>
          <p:nvPr/>
        </p:nvPicPr>
        <p:blipFill rotWithShape="1">
          <a:blip r:embed="rId5">
            <a:alphaModFix/>
          </a:blip>
          <a:srcRect b="0" l="0" r="0" t="0"/>
          <a:stretch/>
        </p:blipFill>
        <p:spPr>
          <a:xfrm>
            <a:off x="9573355" y="2881567"/>
            <a:ext cx="1994055" cy="1200573"/>
          </a:xfrm>
          <a:prstGeom prst="rect">
            <a:avLst/>
          </a:prstGeom>
          <a:noFill/>
          <a:ln>
            <a:noFill/>
          </a:ln>
        </p:spPr>
      </p:pic>
      <p:pic>
        <p:nvPicPr>
          <p:cNvPr descr="your-space unveils new brand identity ..." id="3566" name="Google Shape;3566;p28"/>
          <p:cNvPicPr preferRelativeResize="0"/>
          <p:nvPr/>
        </p:nvPicPr>
        <p:blipFill rotWithShape="1">
          <a:blip r:embed="rId6">
            <a:alphaModFix/>
          </a:blip>
          <a:srcRect b="0" l="0" r="0" t="0"/>
          <a:stretch/>
        </p:blipFill>
        <p:spPr>
          <a:xfrm>
            <a:off x="9774932" y="3946947"/>
            <a:ext cx="1746311" cy="1308048"/>
          </a:xfrm>
          <a:prstGeom prst="rect">
            <a:avLst/>
          </a:prstGeom>
          <a:noFill/>
          <a:ln>
            <a:noFill/>
          </a:ln>
        </p:spPr>
      </p:pic>
      <p:pic>
        <p:nvPicPr>
          <p:cNvPr descr="Student housing company PLACIO forays ..." id="3567" name="Google Shape;3567;p28"/>
          <p:cNvPicPr preferRelativeResize="0"/>
          <p:nvPr/>
        </p:nvPicPr>
        <p:blipFill rotWithShape="1">
          <a:blip r:embed="rId7">
            <a:alphaModFix/>
          </a:blip>
          <a:srcRect b="0" l="0" r="0" t="0"/>
          <a:stretch/>
        </p:blipFill>
        <p:spPr>
          <a:xfrm>
            <a:off x="9436774" y="5147520"/>
            <a:ext cx="1984561" cy="1111354"/>
          </a:xfrm>
          <a:prstGeom prst="rect">
            <a:avLst/>
          </a:prstGeom>
          <a:noFill/>
          <a:ln>
            <a:noFill/>
          </a:ln>
        </p:spPr>
      </p:pic>
      <p:sp>
        <p:nvSpPr>
          <p:cNvPr id="3568" name="Google Shape;3568;p28"/>
          <p:cNvSpPr txBox="1"/>
          <p:nvPr/>
        </p:nvSpPr>
        <p:spPr>
          <a:xfrm>
            <a:off x="613514" y="379396"/>
            <a:ext cx="3454801" cy="34027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54">
                <a:solidFill>
                  <a:schemeClr val="dk2"/>
                </a:solidFill>
                <a:latin typeface="Barlow"/>
                <a:ea typeface="Barlow"/>
                <a:cs typeface="Barlow"/>
                <a:sym typeface="Barlow"/>
              </a:rPr>
              <a:t>PROBLEM</a:t>
            </a:r>
            <a:endParaRPr b="1" sz="1854">
              <a:solidFill>
                <a:schemeClr val="dk2"/>
              </a:solidFill>
              <a:latin typeface="Barlow"/>
              <a:ea typeface="Barlow"/>
              <a:cs typeface="Barlow"/>
              <a:sym typeface="Barlow"/>
            </a:endParaRPr>
          </a:p>
          <a:p>
            <a:pPr indent="0" lvl="0" marL="0" marR="0" rtl="0" algn="l">
              <a:spcBef>
                <a:spcPts val="0"/>
              </a:spcBef>
              <a:spcAft>
                <a:spcPts val="0"/>
              </a:spcAft>
              <a:buNone/>
            </a:pPr>
            <a:r>
              <a:t/>
            </a:r>
            <a:endParaRPr sz="1854">
              <a:solidFill>
                <a:srgbClr val="000000"/>
              </a:solidFill>
              <a:latin typeface="Barlow"/>
              <a:ea typeface="Barlow"/>
              <a:cs typeface="Barlow"/>
              <a:sym typeface="Barlow"/>
            </a:endParaRPr>
          </a:p>
          <a:p>
            <a:pPr indent="0" lvl="0" marL="0" marR="0" rtl="0" algn="l">
              <a:spcBef>
                <a:spcPts val="0"/>
              </a:spcBef>
              <a:spcAft>
                <a:spcPts val="0"/>
              </a:spcAft>
              <a:buNone/>
            </a:pPr>
            <a:r>
              <a:rPr lang="en-US" sz="1800">
                <a:solidFill>
                  <a:srgbClr val="000000"/>
                </a:solidFill>
                <a:latin typeface="Barlow"/>
                <a:ea typeface="Barlow"/>
                <a:cs typeface="Barlow"/>
                <a:sym typeface="Barlow"/>
              </a:rPr>
              <a:t>I am moving to a new city for my studies and need to find a PG or rental accommodation.</a:t>
            </a:r>
            <a:endParaRPr sz="1800">
              <a:solidFill>
                <a:srgbClr val="000000"/>
              </a:solidFill>
              <a:latin typeface="Barlow"/>
              <a:ea typeface="Barlow"/>
              <a:cs typeface="Barlow"/>
              <a:sym typeface="Barlow"/>
            </a:endParaRPr>
          </a:p>
          <a:p>
            <a:pPr indent="0" lvl="0" marL="0" marR="0" rtl="0" algn="l">
              <a:spcBef>
                <a:spcPts val="0"/>
              </a:spcBef>
              <a:spcAft>
                <a:spcPts val="0"/>
              </a:spcAft>
              <a:buNone/>
            </a:pPr>
            <a:r>
              <a:t/>
            </a:r>
            <a:endParaRPr sz="1800">
              <a:solidFill>
                <a:srgbClr val="414042"/>
              </a:solidFill>
              <a:latin typeface="Barlow"/>
              <a:ea typeface="Barlow"/>
              <a:cs typeface="Barlow"/>
              <a:sym typeface="Barlow"/>
            </a:endParaRPr>
          </a:p>
          <a:p>
            <a:pPr indent="0" lvl="0" marL="0" marR="0" rtl="0" algn="l">
              <a:spcBef>
                <a:spcPts val="0"/>
              </a:spcBef>
              <a:spcAft>
                <a:spcPts val="0"/>
              </a:spcAft>
              <a:buNone/>
            </a:pPr>
            <a:r>
              <a:rPr lang="en-US" sz="1800">
                <a:solidFill>
                  <a:srgbClr val="000000"/>
                </a:solidFill>
                <a:latin typeface="Barlow"/>
                <a:ea typeface="Barlow"/>
                <a:cs typeface="Barlow"/>
                <a:sym typeface="Barlow"/>
              </a:rPr>
              <a:t>But I am unfamiliar with the area and have limited budget and time to search. The process of finding a suitable place to stay is overwhelming and stressful.</a:t>
            </a:r>
            <a:endParaRPr sz="1800">
              <a:solidFill>
                <a:srgbClr val="000000"/>
              </a:solidFill>
              <a:latin typeface="Barlow"/>
              <a:ea typeface="Barlow"/>
              <a:cs typeface="Barlow"/>
              <a:sym typeface="Barlow"/>
            </a:endParaRPr>
          </a:p>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nvGrpSpPr>
          <p:cNvPr id="3569" name="Google Shape;3569;p28"/>
          <p:cNvGrpSpPr/>
          <p:nvPr/>
        </p:nvGrpSpPr>
        <p:grpSpPr>
          <a:xfrm>
            <a:off x="5225061" y="291693"/>
            <a:ext cx="3299284" cy="4644651"/>
            <a:chOff x="12777537" y="1034716"/>
            <a:chExt cx="7820526" cy="11009545"/>
          </a:xfrm>
        </p:grpSpPr>
        <p:sp>
          <p:nvSpPr>
            <p:cNvPr id="3570" name="Google Shape;3570;p28"/>
            <p:cNvSpPr txBox="1"/>
            <p:nvPr/>
          </p:nvSpPr>
          <p:spPr>
            <a:xfrm>
              <a:off x="13451860" y="1397466"/>
              <a:ext cx="6616795" cy="42084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54">
                  <a:solidFill>
                    <a:schemeClr val="dk2"/>
                  </a:solidFill>
                  <a:latin typeface="Arial"/>
                  <a:ea typeface="Arial"/>
                  <a:cs typeface="Arial"/>
                  <a:sym typeface="Arial"/>
                </a:rPr>
                <a:t>JTBD</a:t>
              </a:r>
              <a:endParaRPr b="1" sz="1854">
                <a:solidFill>
                  <a:schemeClr val="dk2"/>
                </a:solidFill>
                <a:latin typeface="Arial"/>
                <a:ea typeface="Arial"/>
                <a:cs typeface="Arial"/>
                <a:sym typeface="Arial"/>
              </a:endParaRPr>
            </a:p>
            <a:p>
              <a:pPr indent="0" lvl="0" marL="0" marR="0" rtl="0" algn="l">
                <a:spcBef>
                  <a:spcPts val="0"/>
                </a:spcBef>
                <a:spcAft>
                  <a:spcPts val="0"/>
                </a:spcAft>
                <a:buNone/>
              </a:pPr>
              <a:r>
                <a:t/>
              </a:r>
              <a:endParaRPr sz="1854">
                <a:solidFill>
                  <a:srgbClr val="000000"/>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Mengatur waktu untuk mencari tempat tinggal layak, fokus pada studi saya.</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a:t>
              </a:r>
              <a:endParaRPr sz="1600">
                <a:solidFill>
                  <a:srgbClr val="000000"/>
                </a:solidFill>
                <a:latin typeface="Arial"/>
                <a:ea typeface="Arial"/>
                <a:cs typeface="Arial"/>
                <a:sym typeface="Arial"/>
              </a:endParaRPr>
            </a:p>
          </p:txBody>
        </p:sp>
        <p:sp>
          <p:nvSpPr>
            <p:cNvPr id="3571" name="Google Shape;3571;p28"/>
            <p:cNvSpPr/>
            <p:nvPr/>
          </p:nvSpPr>
          <p:spPr>
            <a:xfrm>
              <a:off x="12777537" y="1034716"/>
              <a:ext cx="7820526" cy="11009545"/>
            </a:xfrm>
            <a:prstGeom prst="rect">
              <a:avLst/>
            </a:prstGeom>
            <a:noFill/>
            <a:ln cap="flat" cmpd="sng" w="19050">
              <a:solidFill>
                <a:srgbClr val="7F7F7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80">
                <a:solidFill>
                  <a:srgbClr val="FFFFFF"/>
                </a:solidFill>
                <a:latin typeface="Calibri"/>
                <a:ea typeface="Calibri"/>
                <a:cs typeface="Calibri"/>
                <a:sym typeface="Calibri"/>
              </a:endParaRPr>
            </a:p>
          </p:txBody>
        </p:sp>
      </p:grpSp>
      <p:pic>
        <p:nvPicPr>
          <p:cNvPr descr="A person thinking with his hand on his chin&#10;&#10;Description automatically generated" id="3572" name="Google Shape;3572;p28"/>
          <p:cNvPicPr preferRelativeResize="0"/>
          <p:nvPr/>
        </p:nvPicPr>
        <p:blipFill rotWithShape="1">
          <a:blip r:embed="rId8">
            <a:alphaModFix/>
          </a:blip>
          <a:srcRect b="0" l="0" r="0" t="0"/>
          <a:stretch/>
        </p:blipFill>
        <p:spPr>
          <a:xfrm>
            <a:off x="377676" y="3431418"/>
            <a:ext cx="3156270" cy="3161752"/>
          </a:xfrm>
          <a:prstGeom prst="rect">
            <a:avLst/>
          </a:prstGeom>
          <a:noFill/>
          <a:ln>
            <a:noFill/>
          </a:ln>
        </p:spPr>
      </p:pic>
      <p:sp>
        <p:nvSpPr>
          <p:cNvPr id="3573" name="Google Shape;3573;p28"/>
          <p:cNvSpPr txBox="1"/>
          <p:nvPr/>
        </p:nvSpPr>
        <p:spPr>
          <a:xfrm>
            <a:off x="5386070" y="2372995"/>
            <a:ext cx="2914650" cy="9220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Merasakan bebas stress, tenang, dan aman di tempat baru.</a:t>
            </a:r>
            <a:endParaRPr sz="1800">
              <a:solidFill>
                <a:schemeClr val="dk1"/>
              </a:solidFill>
              <a:latin typeface="Arial"/>
              <a:ea typeface="Arial"/>
              <a:cs typeface="Arial"/>
              <a:sym typeface="Arial"/>
            </a:endParaRPr>
          </a:p>
        </p:txBody>
      </p:sp>
      <p:sp>
        <p:nvSpPr>
          <p:cNvPr id="3574" name="Google Shape;3574;p28"/>
          <p:cNvSpPr txBox="1"/>
          <p:nvPr/>
        </p:nvSpPr>
        <p:spPr>
          <a:xfrm>
            <a:off x="5434330" y="3448050"/>
            <a:ext cx="2974975" cy="1322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Tersedia tempat yang nyaman untuk berkumpul teman, banyak teman baru dan orang tua tidak khawatir lagi.</a:t>
            </a:r>
            <a:endParaRPr sz="16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8" name="Shape 3578"/>
        <p:cNvGrpSpPr/>
        <p:nvPr/>
      </p:nvGrpSpPr>
      <p:grpSpPr>
        <a:xfrm>
          <a:off x="0" y="0"/>
          <a:ext cx="0" cy="0"/>
          <a:chOff x="0" y="0"/>
          <a:chExt cx="0" cy="0"/>
        </a:xfrm>
      </p:grpSpPr>
      <p:sp>
        <p:nvSpPr>
          <p:cNvPr id="3579" name="Google Shape;3579;p29"/>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TEAM SHARING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83" name="Shape 3583"/>
        <p:cNvGrpSpPr/>
        <p:nvPr/>
      </p:nvGrpSpPr>
      <p:grpSpPr>
        <a:xfrm>
          <a:off x="0" y="0"/>
          <a:ext cx="0" cy="0"/>
          <a:chOff x="0" y="0"/>
          <a:chExt cx="0" cy="0"/>
        </a:xfrm>
      </p:grpSpPr>
      <p:pic>
        <p:nvPicPr>
          <p:cNvPr descr="Hands holding each other's wrists and interlinked to form a circle" id="3584" name="Google Shape;3584;p30"/>
          <p:cNvPicPr preferRelativeResize="0"/>
          <p:nvPr/>
        </p:nvPicPr>
        <p:blipFill rotWithShape="1">
          <a:blip r:embed="rId3">
            <a:alphaModFix/>
          </a:blip>
          <a:srcRect b="15730" l="0" r="0" t="0"/>
          <a:stretch/>
        </p:blipFill>
        <p:spPr>
          <a:xfrm>
            <a:off x="20" y="23160"/>
            <a:ext cx="12191980" cy="6857990"/>
          </a:xfrm>
          <a:prstGeom prst="rect">
            <a:avLst/>
          </a:prstGeom>
          <a:noFill/>
          <a:ln>
            <a:noFill/>
          </a:ln>
        </p:spPr>
      </p:pic>
      <p:sp>
        <p:nvSpPr>
          <p:cNvPr id="3585" name="Google Shape;3585;p30"/>
          <p:cNvSpPr/>
          <p:nvPr/>
        </p:nvSpPr>
        <p:spPr>
          <a:xfrm>
            <a:off x="1683934" y="1860919"/>
            <a:ext cx="4975280" cy="310864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586" name="Google Shape;3586;p30"/>
          <p:cNvCxnSpPr/>
          <p:nvPr/>
        </p:nvCxnSpPr>
        <p:spPr>
          <a:xfrm>
            <a:off x="2203170" y="4034776"/>
            <a:ext cx="736939" cy="0"/>
          </a:xfrm>
          <a:prstGeom prst="straightConnector1">
            <a:avLst/>
          </a:prstGeom>
          <a:noFill/>
          <a:ln cap="flat" cmpd="sng" w="57150">
            <a:solidFill>
              <a:schemeClr val="accent4"/>
            </a:solidFill>
            <a:prstDash val="solid"/>
            <a:miter lim="800000"/>
            <a:headEnd len="sm" w="sm" type="none"/>
            <a:tailEnd len="sm" w="sm" type="none"/>
          </a:ln>
        </p:spPr>
      </p:cxnSp>
      <p:sp>
        <p:nvSpPr>
          <p:cNvPr id="3587" name="Google Shape;3587;p30"/>
          <p:cNvSpPr/>
          <p:nvPr/>
        </p:nvSpPr>
        <p:spPr>
          <a:xfrm>
            <a:off x="1284514" y="1632857"/>
            <a:ext cx="5878286" cy="3570514"/>
          </a:xfrm>
          <a:prstGeom prst="rect">
            <a:avLst/>
          </a:prstGeom>
          <a:solidFill>
            <a:schemeClr val="lt1"/>
          </a:solidFill>
          <a:ln cap="flat" cmpd="sng" w="19050">
            <a:solidFill>
              <a:srgbClr val="45454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3588" name="Google Shape;3588;p30"/>
          <p:cNvSpPr txBox="1"/>
          <p:nvPr/>
        </p:nvSpPr>
        <p:spPr>
          <a:xfrm>
            <a:off x="1570355" y="2069465"/>
            <a:ext cx="5219700" cy="24301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Play"/>
                <a:ea typeface="Play"/>
                <a:cs typeface="Play"/>
                <a:sym typeface="Play"/>
              </a:rPr>
              <a:t>Untuk Tim Venture anda , silahkan untuk berbagi :</a:t>
            </a:r>
            <a:br>
              <a:rPr lang="en-US" sz="2400">
                <a:solidFill>
                  <a:schemeClr val="dk1"/>
                </a:solidFill>
                <a:latin typeface="Play"/>
                <a:ea typeface="Play"/>
                <a:cs typeface="Play"/>
                <a:sym typeface="Play"/>
              </a:rPr>
            </a:br>
            <a:r>
              <a:rPr b="0" lang="en-US" sz="2400">
                <a:solidFill>
                  <a:schemeClr val="dk1"/>
                </a:solidFill>
                <a:latin typeface="Play"/>
                <a:ea typeface="Play"/>
                <a:cs typeface="Play"/>
                <a:sym typeface="Play"/>
              </a:rPr>
              <a:t>1. Problem/ masalah</a:t>
            </a:r>
            <a:br>
              <a:rPr b="0" lang="en-US" sz="2400">
                <a:solidFill>
                  <a:schemeClr val="dk1"/>
                </a:solidFill>
                <a:latin typeface="Play"/>
                <a:ea typeface="Play"/>
                <a:cs typeface="Play"/>
                <a:sym typeface="Play"/>
              </a:rPr>
            </a:br>
            <a:r>
              <a:rPr b="0" lang="en-US" sz="2400">
                <a:solidFill>
                  <a:schemeClr val="dk1"/>
                </a:solidFill>
                <a:latin typeface="Play"/>
                <a:ea typeface="Play"/>
                <a:cs typeface="Play"/>
                <a:sym typeface="Play"/>
              </a:rPr>
              <a:t>2. Primary Customer Segment</a:t>
            </a:r>
            <a:br>
              <a:rPr b="0" lang="en-US" sz="2400">
                <a:solidFill>
                  <a:schemeClr val="dk1"/>
                </a:solidFill>
                <a:latin typeface="Play"/>
                <a:ea typeface="Play"/>
                <a:cs typeface="Play"/>
                <a:sym typeface="Play"/>
              </a:rPr>
            </a:br>
            <a:r>
              <a:rPr b="0" lang="en-US" sz="2400">
                <a:solidFill>
                  <a:schemeClr val="dk1"/>
                </a:solidFill>
                <a:latin typeface="Play"/>
                <a:ea typeface="Play"/>
                <a:cs typeface="Play"/>
                <a:sym typeface="Play"/>
              </a:rPr>
              <a:t>3. Jobs-to-be-Done (all 3 types!)</a:t>
            </a:r>
            <a:endParaRPr sz="24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2" name="Shape 3592"/>
        <p:cNvGrpSpPr/>
        <p:nvPr/>
      </p:nvGrpSpPr>
      <p:grpSpPr>
        <a:xfrm>
          <a:off x="0" y="0"/>
          <a:ext cx="0" cy="0"/>
          <a:chOff x="0" y="0"/>
          <a:chExt cx="0" cy="0"/>
        </a:xfrm>
      </p:grpSpPr>
      <p:sp>
        <p:nvSpPr>
          <p:cNvPr id="3593" name="Google Shape;3593;p31"/>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CUSTOMER PERSONA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8" name="Shape 3598"/>
        <p:cNvGrpSpPr/>
        <p:nvPr/>
      </p:nvGrpSpPr>
      <p:grpSpPr>
        <a:xfrm>
          <a:off x="0" y="0"/>
          <a:ext cx="0" cy="0"/>
          <a:chOff x="0" y="0"/>
          <a:chExt cx="0" cy="0"/>
        </a:xfrm>
      </p:grpSpPr>
      <p:sp>
        <p:nvSpPr>
          <p:cNvPr id="3599" name="Google Shape;3599;p32"/>
          <p:cNvSpPr/>
          <p:nvPr/>
        </p:nvSpPr>
        <p:spPr>
          <a:xfrm>
            <a:off x="4635500" y="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600" name="Google Shape;3600;p32"/>
          <p:cNvSpPr/>
          <p:nvPr/>
        </p:nvSpPr>
        <p:spPr>
          <a:xfrm>
            <a:off x="17489264"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chemeClr val="dk2">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601" name="Google Shape;3601;p32"/>
          <p:cNvSpPr txBox="1"/>
          <p:nvPr/>
        </p:nvSpPr>
        <p:spPr>
          <a:xfrm>
            <a:off x="-6542619" y="2850380"/>
            <a:ext cx="4554900" cy="115724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FFFFFF"/>
              </a:buClr>
              <a:buSzPts val="4000"/>
              <a:buFont typeface="Barlow"/>
              <a:buNone/>
            </a:pPr>
            <a:r>
              <a:rPr b="0" i="0" lang="en-US" sz="4000" u="none" cap="none" strike="noStrike">
                <a:solidFill>
                  <a:srgbClr val="FFFFFF"/>
                </a:solidFill>
                <a:latin typeface="Barlow"/>
                <a:ea typeface="Barlow"/>
                <a:cs typeface="Barlow"/>
                <a:sym typeface="Barlow"/>
              </a:rPr>
              <a:t>STUDENT EXPERIENCE</a:t>
            </a:r>
            <a:endParaRPr b="0" i="0" sz="4000" u="none" cap="none" strike="noStrike">
              <a:solidFill>
                <a:srgbClr val="FFFFFF"/>
              </a:solidFill>
              <a:latin typeface="Barlow"/>
              <a:ea typeface="Barlow"/>
              <a:cs typeface="Barlow"/>
              <a:sym typeface="Barlow"/>
            </a:endParaRPr>
          </a:p>
          <a:p>
            <a:pPr indent="0" lvl="0" marL="0" marR="0" rtl="0" algn="l">
              <a:lnSpc>
                <a:spcPct val="80000"/>
              </a:lnSpc>
              <a:spcBef>
                <a:spcPts val="0"/>
              </a:spcBef>
              <a:spcAft>
                <a:spcPts val="0"/>
              </a:spcAft>
              <a:buClr>
                <a:srgbClr val="FFFFFF"/>
              </a:buClr>
              <a:buSzPts val="1400"/>
              <a:buFont typeface="Barlow"/>
              <a:buNone/>
            </a:pPr>
            <a:r>
              <a:rPr b="0" i="0" lang="en-US" sz="1400" u="none" cap="none" strike="noStrike">
                <a:solidFill>
                  <a:srgbClr val="FFFFFF"/>
                </a:solidFill>
                <a:latin typeface="Barlow"/>
                <a:ea typeface="Barlow"/>
                <a:cs typeface="Barlow"/>
                <a:sym typeface="Barlow"/>
              </a:rPr>
              <a:t>(Click to play)</a:t>
            </a:r>
            <a:endParaRPr b="0" i="0" sz="1400" u="none" cap="none" strike="noStrike">
              <a:solidFill>
                <a:srgbClr val="FFFFFF"/>
              </a:solidFill>
              <a:latin typeface="Barlow"/>
              <a:ea typeface="Barlow"/>
              <a:cs typeface="Barlow"/>
              <a:sym typeface="Barlow"/>
            </a:endParaRPr>
          </a:p>
        </p:txBody>
      </p:sp>
      <p:pic>
        <p:nvPicPr>
          <p:cNvPr id="3602" name="Google Shape;3602;p32"/>
          <p:cNvPicPr preferRelativeResize="0"/>
          <p:nvPr/>
        </p:nvPicPr>
        <p:blipFill rotWithShape="1">
          <a:blip r:embed="rId3">
            <a:alphaModFix/>
          </a:blip>
          <a:srcRect b="0" l="0" r="0" t="0"/>
          <a:stretch/>
        </p:blipFill>
        <p:spPr>
          <a:xfrm>
            <a:off x="16170909" y="1003301"/>
            <a:ext cx="8499352" cy="4851400"/>
          </a:xfrm>
          <a:prstGeom prst="rect">
            <a:avLst/>
          </a:prstGeom>
          <a:noFill/>
          <a:ln>
            <a:noFill/>
          </a:ln>
        </p:spPr>
      </p:pic>
      <p:pic>
        <p:nvPicPr>
          <p:cNvPr id="3603" name="Google Shape;3603;p32">
            <a:hlinkClick r:id="rId4"/>
          </p:cNvPr>
          <p:cNvPicPr preferRelativeResize="0"/>
          <p:nvPr/>
        </p:nvPicPr>
        <p:blipFill rotWithShape="1">
          <a:blip r:embed="rId5">
            <a:alphaModFix/>
          </a:blip>
          <a:srcRect b="0" l="0" r="0" t="0"/>
          <a:stretch/>
        </p:blipFill>
        <p:spPr>
          <a:xfrm>
            <a:off x="17370370" y="1321974"/>
            <a:ext cx="6104538" cy="3878675"/>
          </a:xfrm>
          <a:prstGeom prst="rect">
            <a:avLst/>
          </a:prstGeom>
          <a:noFill/>
          <a:ln>
            <a:noFill/>
          </a:ln>
        </p:spPr>
      </p:pic>
      <p:grpSp>
        <p:nvGrpSpPr>
          <p:cNvPr id="3604" name="Google Shape;3604;p32"/>
          <p:cNvGrpSpPr/>
          <p:nvPr/>
        </p:nvGrpSpPr>
        <p:grpSpPr>
          <a:xfrm>
            <a:off x="1796261" y="706762"/>
            <a:ext cx="11477555" cy="5796000"/>
            <a:chOff x="1796261" y="706762"/>
            <a:chExt cx="11477555" cy="5796000"/>
          </a:xfrm>
        </p:grpSpPr>
        <p:sp>
          <p:nvSpPr>
            <p:cNvPr id="3605" name="Google Shape;3605;p32"/>
            <p:cNvSpPr/>
            <p:nvPr/>
          </p:nvSpPr>
          <p:spPr>
            <a:xfrm>
              <a:off x="3829813" y="919842"/>
              <a:ext cx="7410450" cy="47447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A white computer with a black screen&#10;&#10;Description automatically generated" id="3606" name="Google Shape;3606;p32"/>
            <p:cNvPicPr preferRelativeResize="0"/>
            <p:nvPr/>
          </p:nvPicPr>
          <p:blipFill rotWithShape="1">
            <a:blip r:embed="rId6">
              <a:alphaModFix/>
            </a:blip>
            <a:srcRect b="0" l="0" r="0" t="0"/>
            <a:stretch/>
          </p:blipFill>
          <p:spPr>
            <a:xfrm>
              <a:off x="1796261" y="706762"/>
              <a:ext cx="11477555" cy="5796000"/>
            </a:xfrm>
            <a:prstGeom prst="rect">
              <a:avLst/>
            </a:prstGeom>
            <a:noFill/>
            <a:ln>
              <a:noFill/>
            </a:ln>
          </p:spPr>
        </p:pic>
      </p:grpSp>
      <p:sp>
        <p:nvSpPr>
          <p:cNvPr id="3607" name="Google Shape;3607;p32"/>
          <p:cNvSpPr txBox="1"/>
          <p:nvPr/>
        </p:nvSpPr>
        <p:spPr>
          <a:xfrm>
            <a:off x="315587" y="832609"/>
            <a:ext cx="2554889"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2"/>
                </a:solidFill>
                <a:latin typeface="Barlow Medium"/>
                <a:ea typeface="Barlow Medium"/>
                <a:cs typeface="Barlow Medium"/>
                <a:sym typeface="Barlow Medium"/>
              </a:rPr>
              <a:t>Customer Persona</a:t>
            </a:r>
            <a:endParaRPr b="1" sz="3200">
              <a:solidFill>
                <a:schemeClr val="dk2"/>
              </a:solidFill>
              <a:latin typeface="Barlow Medium"/>
              <a:ea typeface="Barlow Medium"/>
              <a:cs typeface="Barlow Medium"/>
              <a:sym typeface="Barlow Medium"/>
            </a:endParaRPr>
          </a:p>
        </p:txBody>
      </p:sp>
      <p:sp>
        <p:nvSpPr>
          <p:cNvPr id="3608" name="Google Shape;3608;p32"/>
          <p:cNvSpPr txBox="1"/>
          <p:nvPr/>
        </p:nvSpPr>
        <p:spPr>
          <a:xfrm>
            <a:off x="315587" y="2519209"/>
            <a:ext cx="2914496" cy="318164"/>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800"/>
              <a:buFont typeface="Open Sans"/>
              <a:buNone/>
            </a:pPr>
            <a:r>
              <a:rPr b="0" i="0" lang="en-US" sz="1800" u="none" cap="none" strike="noStrike">
                <a:solidFill>
                  <a:schemeClr val="dk1"/>
                </a:solidFill>
                <a:latin typeface="Open Sans"/>
                <a:ea typeface="Open Sans"/>
                <a:cs typeface="Open Sans"/>
                <a:sym typeface="Open Sans"/>
              </a:rPr>
              <a:t>What is it?</a:t>
            </a:r>
            <a:endParaRPr b="0" i="0" sz="1800" u="none" cap="none" strike="noStrike">
              <a:solidFill>
                <a:schemeClr val="dk1"/>
              </a:solidFill>
              <a:latin typeface="Open Sans"/>
              <a:ea typeface="Open Sans"/>
              <a:cs typeface="Open Sans"/>
              <a:sym typeface="Open Sans"/>
            </a:endParaRPr>
          </a:p>
        </p:txBody>
      </p:sp>
      <p:pic>
        <p:nvPicPr>
          <p:cNvPr id="3609" name="Google Shape;3609;p32" title="Customer Persona"/>
          <p:cNvPicPr preferRelativeResize="0"/>
          <p:nvPr/>
        </p:nvPicPr>
        <p:blipFill rotWithShape="1">
          <a:blip r:embed="rId7">
            <a:alphaModFix/>
          </a:blip>
          <a:srcRect b="0" l="0" r="0" t="0"/>
          <a:stretch/>
        </p:blipFill>
        <p:spPr>
          <a:xfrm>
            <a:off x="4242136" y="1501500"/>
            <a:ext cx="6547366" cy="3699149"/>
          </a:xfrm>
          <a:prstGeom prst="rect">
            <a:avLst/>
          </a:prstGeom>
          <a:noFill/>
          <a:ln>
            <a:noFill/>
          </a:ln>
        </p:spPr>
      </p:pic>
      <p:sp>
        <p:nvSpPr>
          <p:cNvPr id="3610" name="Google Shape;3610;p32"/>
          <p:cNvSpPr txBox="1"/>
          <p:nvPr/>
        </p:nvSpPr>
        <p:spPr>
          <a:xfrm>
            <a:off x="5979088" y="6333485"/>
            <a:ext cx="3585536" cy="318164"/>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b="0" i="0" lang="en-US" sz="1800" u="none" cap="none" strike="noStrike">
                <a:solidFill>
                  <a:srgbClr val="BF2026"/>
                </a:solidFill>
                <a:latin typeface="Open Sans"/>
                <a:ea typeface="Open Sans"/>
                <a:cs typeface="Open Sans"/>
                <a:sym typeface="Open Sans"/>
              </a:rPr>
              <a:t>More on this in the next Lesson</a:t>
            </a:r>
            <a:endParaRPr b="0" i="0" sz="1800" u="none" cap="none" strike="noStrike">
              <a:solidFill>
                <a:srgbClr val="BF2026"/>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4" name="Shape 3614"/>
        <p:cNvGrpSpPr/>
        <p:nvPr/>
      </p:nvGrpSpPr>
      <p:grpSpPr>
        <a:xfrm>
          <a:off x="0" y="0"/>
          <a:ext cx="0" cy="0"/>
          <a:chOff x="0" y="0"/>
          <a:chExt cx="0" cy="0"/>
        </a:xfrm>
      </p:grpSpPr>
      <p:pic>
        <p:nvPicPr>
          <p:cNvPr id="3615" name="Google Shape;3615;p33"/>
          <p:cNvPicPr preferRelativeResize="0"/>
          <p:nvPr>
            <p:ph idx="3" type="pic"/>
          </p:nvPr>
        </p:nvPicPr>
        <p:blipFill rotWithShape="1">
          <a:blip r:embed="rId4">
            <a:alphaModFix/>
          </a:blip>
          <a:srcRect b="1033" l="0" r="0" t="1033"/>
          <a:stretch/>
        </p:blipFill>
        <p:spPr>
          <a:xfrm>
            <a:off x="0" y="-8313"/>
            <a:ext cx="5408613" cy="6866313"/>
          </a:xfrm>
          <a:prstGeom prst="rect">
            <a:avLst/>
          </a:prstGeom>
          <a:noFill/>
          <a:ln>
            <a:noFill/>
          </a:ln>
          <a:effectLst>
            <a:outerShdw blurRad="50800" rotWithShape="0" algn="tl" dir="2700000" dist="38100">
              <a:srgbClr val="000000">
                <a:alpha val="40000"/>
              </a:srgbClr>
            </a:outerShdw>
          </a:effectLst>
        </p:spPr>
      </p:pic>
      <p:sp>
        <p:nvSpPr>
          <p:cNvPr id="3616" name="Google Shape;3616;p33"/>
          <p:cNvSpPr txBox="1"/>
          <p:nvPr/>
        </p:nvSpPr>
        <p:spPr>
          <a:xfrm>
            <a:off x="5408613" y="2559320"/>
            <a:ext cx="5940772" cy="98488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3200"/>
              <a:buFont typeface="Open Sans"/>
              <a:buNone/>
            </a:pPr>
            <a:r>
              <a:rPr b="1" lang="en-US" sz="3200">
                <a:solidFill>
                  <a:srgbClr val="C00000"/>
                </a:solidFill>
                <a:latin typeface="Open Sans"/>
                <a:ea typeface="Open Sans"/>
                <a:cs typeface="Open Sans"/>
                <a:sym typeface="Open Sans"/>
              </a:rPr>
              <a:t>Customer Personas </a:t>
            </a:r>
            <a:r>
              <a:rPr b="0" lang="en-US" sz="2800">
                <a:solidFill>
                  <a:schemeClr val="dk1"/>
                </a:solidFill>
                <a:latin typeface="Open Sans"/>
                <a:ea typeface="Open Sans"/>
                <a:cs typeface="Open Sans"/>
                <a:sym typeface="Open Sans"/>
              </a:rPr>
              <a:t>itu detail, semi fiksi, mewakili gambaran tentang ideal customer anda yang didasarkan pada riset dan data  </a:t>
            </a:r>
            <a:endParaRPr b="0" sz="2800">
              <a:solidFill>
                <a:schemeClr val="dk1"/>
              </a:solidFill>
              <a:latin typeface="Open Sans"/>
              <a:ea typeface="Open Sans"/>
              <a:cs typeface="Open Sans"/>
              <a:sym typeface="Open Sans"/>
            </a:endParaRPr>
          </a:p>
        </p:txBody>
      </p:sp>
      <p:sp>
        <p:nvSpPr>
          <p:cNvPr id="3617" name="Google Shape;3617;p33"/>
          <p:cNvSpPr txBox="1"/>
          <p:nvPr/>
        </p:nvSpPr>
        <p:spPr>
          <a:xfrm>
            <a:off x="5469255" y="5025390"/>
            <a:ext cx="5698490" cy="13385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1" lang="en-US" sz="1800">
                <a:solidFill>
                  <a:schemeClr val="dk1"/>
                </a:solidFill>
                <a:latin typeface="Open Sans"/>
                <a:ea typeface="Open Sans"/>
                <a:cs typeface="Open Sans"/>
                <a:sym typeface="Open Sans"/>
              </a:rPr>
              <a:t>Persona (noun):</a:t>
            </a:r>
            <a:endParaRPr b="1" i="1" sz="1800">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800"/>
              <a:buFont typeface="Arial"/>
              <a:buNone/>
            </a:pPr>
            <a:r>
              <a:rPr i="1" lang="en-US" sz="1800">
                <a:solidFill>
                  <a:schemeClr val="dk1"/>
                </a:solidFill>
                <a:latin typeface="Open Sans"/>
                <a:ea typeface="Open Sans"/>
                <a:cs typeface="Open Sans"/>
                <a:sym typeface="Open Sans"/>
              </a:rPr>
              <a:t>Aspek dari karakter dan identitas seseorang d yang disampaikan oleh orang lain</a:t>
            </a:r>
            <a:endParaRPr i="1"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6"/>
                                        </p:tgtEl>
                                        <p:attrNameLst>
                                          <p:attrName>style.visibility</p:attrName>
                                        </p:attrNameLst>
                                      </p:cBhvr>
                                      <p:to>
                                        <p:strVal val="visible"/>
                                      </p:to>
                                    </p:set>
                                    <p:animEffect filter="fade" transition="in">
                                      <p:cBhvr>
                                        <p:cTn dur="500"/>
                                        <p:tgtEl>
                                          <p:spTgt spid="3616"/>
                                        </p:tgtEl>
                                      </p:cBhvr>
                                    </p:animEffect>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3617"/>
                                        </p:tgtEl>
                                        <p:attrNameLst>
                                          <p:attrName>style.visibility</p:attrName>
                                        </p:attrNameLst>
                                      </p:cBhvr>
                                      <p:to>
                                        <p:strVal val="visible"/>
                                      </p:to>
                                    </p:set>
                                    <p:anim calcmode="lin" valueType="num">
                                      <p:cBhvr additive="base">
                                        <p:cTn dur="500"/>
                                        <p:tgtEl>
                                          <p:spTgt spid="36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1" name="Shape 3621"/>
        <p:cNvGrpSpPr/>
        <p:nvPr/>
      </p:nvGrpSpPr>
      <p:grpSpPr>
        <a:xfrm>
          <a:off x="0" y="0"/>
          <a:ext cx="0" cy="0"/>
          <a:chOff x="0" y="0"/>
          <a:chExt cx="0" cy="0"/>
        </a:xfrm>
      </p:grpSpPr>
      <p:pic>
        <p:nvPicPr>
          <p:cNvPr id="3622" name="Google Shape;3622;p34"/>
          <p:cNvPicPr preferRelativeResize="0"/>
          <p:nvPr>
            <p:ph idx="2" type="pic"/>
          </p:nvPr>
        </p:nvPicPr>
        <p:blipFill rotWithShape="1">
          <a:blip r:embed="rId3">
            <a:alphaModFix/>
          </a:blip>
          <a:srcRect b="6222" l="0" r="0" t="6223"/>
          <a:stretch/>
        </p:blipFill>
        <p:spPr>
          <a:xfrm>
            <a:off x="4200525" y="-91440"/>
            <a:ext cx="7132320" cy="7040880"/>
          </a:xfrm>
          <a:prstGeom prst="rect">
            <a:avLst/>
          </a:prstGeom>
          <a:solidFill>
            <a:schemeClr val="lt1">
              <a:alpha val="20000"/>
            </a:schemeClr>
          </a:solidFill>
          <a:ln>
            <a:noFill/>
          </a:ln>
        </p:spPr>
      </p:pic>
      <p:sp>
        <p:nvSpPr>
          <p:cNvPr id="3623" name="Google Shape;3623;p34"/>
          <p:cNvSpPr txBox="1"/>
          <p:nvPr>
            <p:ph type="ctrTitle"/>
          </p:nvPr>
        </p:nvSpPr>
        <p:spPr>
          <a:xfrm>
            <a:off x="616352" y="1462541"/>
            <a:ext cx="4619036" cy="147701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lt1"/>
              </a:buClr>
              <a:buSzPts val="3200"/>
              <a:buFont typeface="Barlow Medium"/>
              <a:buNone/>
            </a:pPr>
            <a:r>
              <a:rPr lang="en-US"/>
              <a:t>Personas menjadikan customer segments makin hidup</a:t>
            </a:r>
            <a:endParaRPr/>
          </a:p>
        </p:txBody>
      </p:sp>
      <p:sp>
        <p:nvSpPr>
          <p:cNvPr id="3624" name="Google Shape;3624;p34"/>
          <p:cNvSpPr txBox="1"/>
          <p:nvPr>
            <p:ph idx="1" type="subTitle"/>
          </p:nvPr>
        </p:nvSpPr>
        <p:spPr>
          <a:xfrm>
            <a:off x="617220" y="3214370"/>
            <a:ext cx="3763010" cy="239903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000"/>
              <a:buNone/>
            </a:pPr>
            <a:r>
              <a:rPr lang="en-US">
                <a:latin typeface="Open Sans"/>
                <a:ea typeface="Open Sans"/>
                <a:cs typeface="Open Sans"/>
                <a:sym typeface="Open Sans"/>
              </a:rPr>
              <a:t>Persona akan membantu untuk mendapatkan pemahaman yang lebih baik dan terhubung dengan target audience, pedoman marketing, pengembangan produk dan strategi pelaynan pelanggn</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3"/>
                                        </p:tgtEl>
                                        <p:attrNameLst>
                                          <p:attrName>style.visibility</p:attrName>
                                        </p:attrNameLst>
                                      </p:cBhvr>
                                      <p:to>
                                        <p:strVal val="visible"/>
                                      </p:to>
                                    </p:set>
                                    <p:animEffect filter="fade" transition="in">
                                      <p:cBhvr>
                                        <p:cTn dur="500"/>
                                        <p:tgtEl>
                                          <p:spTgt spid="3623"/>
                                        </p:tgtEl>
                                      </p:cBhvr>
                                    </p:animEffect>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3624">
                                            <p:txEl>
                                              <p:pRg end="0" st="0"/>
                                            </p:txEl>
                                          </p:spTgt>
                                        </p:tgtEl>
                                        <p:attrNameLst>
                                          <p:attrName>style.visibility</p:attrName>
                                        </p:attrNameLst>
                                      </p:cBhvr>
                                      <p:to>
                                        <p:strVal val="visible"/>
                                      </p:to>
                                    </p:set>
                                    <p:anim calcmode="lin" valueType="num">
                                      <p:cBhvr additive="base">
                                        <p:cTn dur="500"/>
                                        <p:tgtEl>
                                          <p:spTgt spid="362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8" name="Shape 3628"/>
        <p:cNvGrpSpPr/>
        <p:nvPr/>
      </p:nvGrpSpPr>
      <p:grpSpPr>
        <a:xfrm>
          <a:off x="0" y="0"/>
          <a:ext cx="0" cy="0"/>
          <a:chOff x="0" y="0"/>
          <a:chExt cx="0" cy="0"/>
        </a:xfrm>
      </p:grpSpPr>
      <p:pic>
        <p:nvPicPr>
          <p:cNvPr descr="Seated person typing on laptop and writing in notepad, with elbow resting on stack of books" id="3629" name="Google Shape;3629;p35"/>
          <p:cNvPicPr preferRelativeResize="0"/>
          <p:nvPr/>
        </p:nvPicPr>
        <p:blipFill rotWithShape="1">
          <a:blip r:embed="rId3">
            <a:alphaModFix amt="20000"/>
          </a:blip>
          <a:srcRect b="0" l="17569" r="17568" t="0"/>
          <a:stretch/>
        </p:blipFill>
        <p:spPr>
          <a:xfrm>
            <a:off x="0" y="-2455"/>
            <a:ext cx="6301449" cy="6476714"/>
          </a:xfrm>
          <a:custGeom>
            <a:rect b="b" l="l" r="r" t="t"/>
            <a:pathLst>
              <a:path extrusionOk="0" h="6476714" w="6301449">
                <a:moveTo>
                  <a:pt x="0" y="0"/>
                </a:moveTo>
                <a:lnTo>
                  <a:pt x="2685145" y="0"/>
                </a:lnTo>
                <a:lnTo>
                  <a:pt x="2685145" y="3"/>
                </a:lnTo>
                <a:lnTo>
                  <a:pt x="4945601" y="3"/>
                </a:lnTo>
                <a:lnTo>
                  <a:pt x="4976001" y="23892"/>
                </a:lnTo>
                <a:cubicBezTo>
                  <a:pt x="5785486" y="691938"/>
                  <a:pt x="6301449" y="1702936"/>
                  <a:pt x="6301449" y="2834444"/>
                </a:cubicBezTo>
                <a:cubicBezTo>
                  <a:pt x="6301449" y="4783152"/>
                  <a:pt x="4771075" y="6374422"/>
                  <a:pt x="2846610" y="6471974"/>
                </a:cubicBezTo>
                <a:lnTo>
                  <a:pt x="2685145" y="6476056"/>
                </a:lnTo>
                <a:lnTo>
                  <a:pt x="2685145" y="6476710"/>
                </a:lnTo>
                <a:lnTo>
                  <a:pt x="2659278" y="6476710"/>
                </a:lnTo>
                <a:lnTo>
                  <a:pt x="2659179" y="6476714"/>
                </a:lnTo>
                <a:lnTo>
                  <a:pt x="2659080" y="6476710"/>
                </a:lnTo>
                <a:lnTo>
                  <a:pt x="0" y="6476710"/>
                </a:lnTo>
                <a:lnTo>
                  <a:pt x="0" y="0"/>
                </a:lnTo>
                <a:close/>
              </a:path>
            </a:pathLst>
          </a:custGeom>
          <a:gradFill>
            <a:gsLst>
              <a:gs pos="0">
                <a:schemeClr val="accent1"/>
              </a:gs>
              <a:gs pos="99000">
                <a:schemeClr val="dk2"/>
              </a:gs>
              <a:gs pos="100000">
                <a:schemeClr val="dk2"/>
              </a:gs>
            </a:gsLst>
            <a:lin ang="15000000" scaled="0"/>
          </a:gradFill>
          <a:ln>
            <a:noFill/>
          </a:ln>
        </p:spPr>
      </p:pic>
      <p:sp>
        <p:nvSpPr>
          <p:cNvPr id="3630" name="Google Shape;3630;p35"/>
          <p:cNvSpPr txBox="1"/>
          <p:nvPr/>
        </p:nvSpPr>
        <p:spPr>
          <a:xfrm>
            <a:off x="360000" y="569548"/>
            <a:ext cx="11484000" cy="4924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Key Questions to Address</a:t>
            </a:r>
            <a:endParaRPr b="1" sz="3200">
              <a:solidFill>
                <a:schemeClr val="lt1"/>
              </a:solidFill>
              <a:latin typeface="Barlow Medium"/>
              <a:ea typeface="Barlow Medium"/>
              <a:cs typeface="Barlow Medium"/>
              <a:sym typeface="Barlow Medium"/>
            </a:endParaRPr>
          </a:p>
        </p:txBody>
      </p:sp>
      <p:sp>
        <p:nvSpPr>
          <p:cNvPr id="3631" name="Google Shape;3631;p35"/>
          <p:cNvSpPr/>
          <p:nvPr/>
        </p:nvSpPr>
        <p:spPr>
          <a:xfrm>
            <a:off x="2133600" y="1358153"/>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Arial"/>
              <a:ea typeface="Arial"/>
              <a:cs typeface="Arial"/>
              <a:sym typeface="Arial"/>
            </a:endParaRPr>
          </a:p>
        </p:txBody>
      </p:sp>
      <p:sp>
        <p:nvSpPr>
          <p:cNvPr id="3632" name="Google Shape;3632;p35"/>
          <p:cNvSpPr/>
          <p:nvPr/>
        </p:nvSpPr>
        <p:spPr>
          <a:xfrm>
            <a:off x="2133600" y="2305916"/>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Arial"/>
              <a:ea typeface="Arial"/>
              <a:cs typeface="Arial"/>
              <a:sym typeface="Arial"/>
            </a:endParaRPr>
          </a:p>
        </p:txBody>
      </p:sp>
      <p:sp>
        <p:nvSpPr>
          <p:cNvPr id="3633" name="Google Shape;3633;p35"/>
          <p:cNvSpPr/>
          <p:nvPr/>
        </p:nvSpPr>
        <p:spPr>
          <a:xfrm>
            <a:off x="2133600" y="3253679"/>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Arial"/>
              <a:ea typeface="Arial"/>
              <a:cs typeface="Arial"/>
              <a:sym typeface="Arial"/>
            </a:endParaRPr>
          </a:p>
        </p:txBody>
      </p:sp>
      <p:sp>
        <p:nvSpPr>
          <p:cNvPr id="3634" name="Google Shape;3634;p35"/>
          <p:cNvSpPr/>
          <p:nvPr/>
        </p:nvSpPr>
        <p:spPr>
          <a:xfrm>
            <a:off x="2133600" y="4201441"/>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Arial"/>
              <a:ea typeface="Arial"/>
              <a:cs typeface="Arial"/>
              <a:sym typeface="Arial"/>
            </a:endParaRPr>
          </a:p>
        </p:txBody>
      </p:sp>
      <p:sp>
        <p:nvSpPr>
          <p:cNvPr id="3635" name="Google Shape;3635;p35"/>
          <p:cNvSpPr txBox="1"/>
          <p:nvPr/>
        </p:nvSpPr>
        <p:spPr>
          <a:xfrm>
            <a:off x="2922270" y="2454910"/>
            <a:ext cx="8599170" cy="5257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600"/>
              <a:buFont typeface="Arial"/>
              <a:buNone/>
            </a:pPr>
            <a:r>
              <a:rPr b="0" lang="en-US" sz="1600">
                <a:solidFill>
                  <a:schemeClr val="dk1"/>
                </a:solidFill>
                <a:latin typeface="Open Sans"/>
                <a:ea typeface="Open Sans"/>
                <a:cs typeface="Open Sans"/>
                <a:sym typeface="Open Sans"/>
              </a:rPr>
              <a:t>Terangka perbedaan antara berfokus  pada product features versus product benefits dalam kontek the JTBD framework?</a:t>
            </a:r>
            <a:endParaRPr b="0" sz="1600">
              <a:solidFill>
                <a:srgbClr val="000000"/>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600"/>
              <a:buFont typeface="Arial"/>
              <a:buNone/>
            </a:pPr>
            <a:r>
              <a:t/>
            </a:r>
            <a:endParaRPr b="0" sz="1600">
              <a:solidFill>
                <a:schemeClr val="dk1"/>
              </a:solidFill>
              <a:latin typeface="Barlow"/>
              <a:ea typeface="Barlow"/>
              <a:cs typeface="Barlow"/>
              <a:sym typeface="Barlow"/>
            </a:endParaRPr>
          </a:p>
        </p:txBody>
      </p:sp>
      <p:sp>
        <p:nvSpPr>
          <p:cNvPr id="3636" name="Google Shape;3636;p35"/>
          <p:cNvSpPr txBox="1"/>
          <p:nvPr/>
        </p:nvSpPr>
        <p:spPr>
          <a:xfrm>
            <a:off x="3041375" y="3403485"/>
            <a:ext cx="8480100"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600"/>
              <a:buFont typeface="Arial"/>
              <a:buNone/>
            </a:pPr>
            <a:r>
              <a:rPr b="0" lang="en-US" sz="1600">
                <a:solidFill>
                  <a:schemeClr val="dk1"/>
                </a:solidFill>
                <a:latin typeface="Open Sans"/>
                <a:ea typeface="Open Sans"/>
                <a:cs typeface="Open Sans"/>
                <a:sym typeface="Open Sans"/>
              </a:rPr>
              <a:t>Mengapa membuat customer personas itu penting, dan elemen apa aja yang harus ada agar customer persona lebih memiliki dampak positif?</a:t>
            </a:r>
            <a:endParaRPr b="0" sz="1200">
              <a:solidFill>
                <a:schemeClr val="dk1"/>
              </a:solidFill>
              <a:latin typeface="Open Sans"/>
              <a:ea typeface="Open Sans"/>
              <a:cs typeface="Open Sans"/>
              <a:sym typeface="Open Sans"/>
            </a:endParaRPr>
          </a:p>
        </p:txBody>
      </p:sp>
      <p:sp>
        <p:nvSpPr>
          <p:cNvPr id="3637" name="Google Shape;3637;p35"/>
          <p:cNvSpPr txBox="1"/>
          <p:nvPr/>
        </p:nvSpPr>
        <p:spPr>
          <a:xfrm>
            <a:off x="3155950" y="4237355"/>
            <a:ext cx="8480425" cy="70739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600"/>
              <a:buFont typeface="Arial"/>
              <a:buNone/>
            </a:pPr>
            <a:r>
              <a:rPr b="0" lang="en-US" sz="1600">
                <a:solidFill>
                  <a:schemeClr val="dk1"/>
                </a:solidFill>
                <a:latin typeface="Open Sans"/>
                <a:ea typeface="Open Sans"/>
                <a:cs typeface="Open Sans"/>
                <a:sym typeface="Open Sans"/>
              </a:rPr>
              <a:t> Apa saja karakteristik kunci customer persona tim anda dan bagaimana hal ini membantu untuk memastikan bahwa produk dan layanan anda sesuai dengan kebutuhan customer. </a:t>
            </a:r>
            <a:endParaRPr b="0" sz="1600">
              <a:solidFill>
                <a:schemeClr val="dk1"/>
              </a:solidFill>
              <a:latin typeface="Barlow"/>
              <a:ea typeface="Barlow"/>
              <a:cs typeface="Barlow"/>
              <a:sym typeface="Barlow"/>
            </a:endParaRPr>
          </a:p>
        </p:txBody>
      </p:sp>
      <p:sp>
        <p:nvSpPr>
          <p:cNvPr id="3638" name="Google Shape;3638;p35"/>
          <p:cNvSpPr/>
          <p:nvPr/>
        </p:nvSpPr>
        <p:spPr>
          <a:xfrm>
            <a:off x="2321765" y="1545630"/>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1</a:t>
            </a:r>
            <a:endParaRPr b="1" sz="1800">
              <a:solidFill>
                <a:schemeClr val="lt1"/>
              </a:solidFill>
              <a:latin typeface="Open Sans"/>
              <a:ea typeface="Open Sans"/>
              <a:cs typeface="Open Sans"/>
              <a:sym typeface="Open Sans"/>
            </a:endParaRPr>
          </a:p>
        </p:txBody>
      </p:sp>
      <p:sp>
        <p:nvSpPr>
          <p:cNvPr id="3639" name="Google Shape;3639;p35"/>
          <p:cNvSpPr/>
          <p:nvPr/>
        </p:nvSpPr>
        <p:spPr>
          <a:xfrm>
            <a:off x="2321765" y="2496296"/>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2</a:t>
            </a:r>
            <a:endParaRPr b="1" sz="1800">
              <a:solidFill>
                <a:schemeClr val="lt1"/>
              </a:solidFill>
              <a:latin typeface="Open Sans"/>
              <a:ea typeface="Open Sans"/>
              <a:cs typeface="Open Sans"/>
              <a:sym typeface="Open Sans"/>
            </a:endParaRPr>
          </a:p>
        </p:txBody>
      </p:sp>
      <p:sp>
        <p:nvSpPr>
          <p:cNvPr id="3640" name="Google Shape;3640;p35"/>
          <p:cNvSpPr/>
          <p:nvPr/>
        </p:nvSpPr>
        <p:spPr>
          <a:xfrm>
            <a:off x="2321765" y="3452363"/>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3</a:t>
            </a:r>
            <a:endParaRPr b="1" sz="1800">
              <a:solidFill>
                <a:schemeClr val="lt1"/>
              </a:solidFill>
              <a:latin typeface="Open Sans"/>
              <a:ea typeface="Open Sans"/>
              <a:cs typeface="Open Sans"/>
              <a:sym typeface="Open Sans"/>
            </a:endParaRPr>
          </a:p>
        </p:txBody>
      </p:sp>
      <p:sp>
        <p:nvSpPr>
          <p:cNvPr id="3641" name="Google Shape;3641;p35"/>
          <p:cNvSpPr/>
          <p:nvPr/>
        </p:nvSpPr>
        <p:spPr>
          <a:xfrm>
            <a:off x="2321765" y="4401578"/>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4</a:t>
            </a:r>
            <a:endParaRPr b="1" sz="1800">
              <a:solidFill>
                <a:schemeClr val="lt1"/>
              </a:solidFill>
              <a:latin typeface="Open Sans"/>
              <a:ea typeface="Open Sans"/>
              <a:cs typeface="Open Sans"/>
              <a:sym typeface="Open Sans"/>
            </a:endParaRPr>
          </a:p>
        </p:txBody>
      </p:sp>
      <p:sp>
        <p:nvSpPr>
          <p:cNvPr id="3642" name="Google Shape;3642;p35"/>
          <p:cNvSpPr txBox="1"/>
          <p:nvPr/>
        </p:nvSpPr>
        <p:spPr>
          <a:xfrm>
            <a:off x="2922106" y="1451276"/>
            <a:ext cx="8714491" cy="65554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Arial"/>
              <a:buNone/>
            </a:pPr>
            <a:r>
              <a:rPr lang="en-US" sz="1600">
                <a:solidFill>
                  <a:schemeClr val="dk1"/>
                </a:solidFill>
                <a:latin typeface="Open Sans"/>
                <a:ea typeface="Open Sans"/>
                <a:cs typeface="Open Sans"/>
                <a:sym typeface="Open Sans"/>
              </a:rPr>
              <a:t>Apakah komponen utama dari framework Jobs-to-be-Done framework, dan bagaimana hal  ini membantu kita untuk memahami kebutuhan customer ?</a:t>
            </a:r>
            <a:endParaRPr sz="16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9"/>
                                        </p:tgtEl>
                                        <p:attrNameLst>
                                          <p:attrName>style.visibility</p:attrName>
                                        </p:attrNameLst>
                                      </p:cBhvr>
                                      <p:to>
                                        <p:strVal val="visible"/>
                                      </p:to>
                                    </p:set>
                                    <p:animEffect filter="fade" transition="in">
                                      <p:cBhvr>
                                        <p:cTn dur="2000"/>
                                        <p:tgtEl>
                                          <p:spTgt spid="3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38"/>
                                        </p:tgtEl>
                                        <p:attrNameLst>
                                          <p:attrName>style.visibility</p:attrName>
                                        </p:attrNameLst>
                                      </p:cBhvr>
                                      <p:to>
                                        <p:strVal val="visible"/>
                                      </p:to>
                                    </p:set>
                                    <p:anim calcmode="lin" valueType="num">
                                      <p:cBhvr additive="base">
                                        <p:cTn dur="500"/>
                                        <p:tgtEl>
                                          <p:spTgt spid="36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39"/>
                                        </p:tgtEl>
                                        <p:attrNameLst>
                                          <p:attrName>style.visibility</p:attrName>
                                        </p:attrNameLst>
                                      </p:cBhvr>
                                      <p:to>
                                        <p:strVal val="visible"/>
                                      </p:to>
                                    </p:set>
                                    <p:anim calcmode="lin" valueType="num">
                                      <p:cBhvr additive="base">
                                        <p:cTn dur="500"/>
                                        <p:tgtEl>
                                          <p:spTgt spid="363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635"/>
                                        </p:tgtEl>
                                        <p:attrNameLst>
                                          <p:attrName>style.visibility</p:attrName>
                                        </p:attrNameLst>
                                      </p:cBhvr>
                                      <p:to>
                                        <p:strVal val="visible"/>
                                      </p:to>
                                    </p:set>
                                    <p:anim calcmode="lin" valueType="num">
                                      <p:cBhvr additive="base">
                                        <p:cTn dur="500"/>
                                        <p:tgtEl>
                                          <p:spTgt spid="363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40"/>
                                        </p:tgtEl>
                                        <p:attrNameLst>
                                          <p:attrName>style.visibility</p:attrName>
                                        </p:attrNameLst>
                                      </p:cBhvr>
                                      <p:to>
                                        <p:strVal val="visible"/>
                                      </p:to>
                                    </p:set>
                                    <p:anim calcmode="lin" valueType="num">
                                      <p:cBhvr additive="base">
                                        <p:cTn dur="500"/>
                                        <p:tgtEl>
                                          <p:spTgt spid="364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636"/>
                                        </p:tgtEl>
                                        <p:attrNameLst>
                                          <p:attrName>style.visibility</p:attrName>
                                        </p:attrNameLst>
                                      </p:cBhvr>
                                      <p:to>
                                        <p:strVal val="visible"/>
                                      </p:to>
                                    </p:set>
                                    <p:anim calcmode="lin" valueType="num">
                                      <p:cBhvr additive="base">
                                        <p:cTn dur="500"/>
                                        <p:tgtEl>
                                          <p:spTgt spid="363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41"/>
                                        </p:tgtEl>
                                        <p:attrNameLst>
                                          <p:attrName>style.visibility</p:attrName>
                                        </p:attrNameLst>
                                      </p:cBhvr>
                                      <p:to>
                                        <p:strVal val="visible"/>
                                      </p:to>
                                    </p:set>
                                    <p:anim calcmode="lin" valueType="num">
                                      <p:cBhvr additive="base">
                                        <p:cTn dur="500"/>
                                        <p:tgtEl>
                                          <p:spTgt spid="364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637"/>
                                        </p:tgtEl>
                                        <p:attrNameLst>
                                          <p:attrName>style.visibility</p:attrName>
                                        </p:attrNameLst>
                                      </p:cBhvr>
                                      <p:to>
                                        <p:strVal val="visible"/>
                                      </p:to>
                                    </p:set>
                                    <p:anim calcmode="lin" valueType="num">
                                      <p:cBhvr additive="base">
                                        <p:cTn dur="500"/>
                                        <p:tgtEl>
                                          <p:spTgt spid="3637"/>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642">
                                            <p:txEl>
                                              <p:pRg end="0" st="0"/>
                                            </p:txEl>
                                          </p:spTgt>
                                        </p:tgtEl>
                                        <p:attrNameLst>
                                          <p:attrName>style.visibility</p:attrName>
                                        </p:attrNameLst>
                                      </p:cBhvr>
                                      <p:to>
                                        <p:strVal val="visible"/>
                                      </p:to>
                                    </p:set>
                                    <p:anim calcmode="lin" valueType="num">
                                      <p:cBhvr additive="base">
                                        <p:cTn dur="500"/>
                                        <p:tgtEl>
                                          <p:spTgt spid="364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6" name="Shape 3646"/>
        <p:cNvGrpSpPr/>
        <p:nvPr/>
      </p:nvGrpSpPr>
      <p:grpSpPr>
        <a:xfrm>
          <a:off x="0" y="0"/>
          <a:ext cx="0" cy="0"/>
          <a:chOff x="0" y="0"/>
          <a:chExt cx="0" cy="0"/>
        </a:xfrm>
      </p:grpSpPr>
      <p:pic>
        <p:nvPicPr>
          <p:cNvPr id="3647" name="Google Shape;3647;p36"/>
          <p:cNvPicPr preferRelativeResize="0"/>
          <p:nvPr/>
        </p:nvPicPr>
        <p:blipFill rotWithShape="1">
          <a:blip r:embed="rId3">
            <a:alphaModFix/>
          </a:blip>
          <a:srcRect b="1647" l="0" r="0" t="0"/>
          <a:stretch/>
        </p:blipFill>
        <p:spPr>
          <a:xfrm>
            <a:off x="5176133" y="358111"/>
            <a:ext cx="4638394" cy="649988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2" name="Shape 3652"/>
        <p:cNvGrpSpPr/>
        <p:nvPr/>
      </p:nvGrpSpPr>
      <p:grpSpPr>
        <a:xfrm>
          <a:off x="0" y="0"/>
          <a:ext cx="0" cy="0"/>
          <a:chOff x="0" y="0"/>
          <a:chExt cx="0" cy="0"/>
        </a:xfrm>
      </p:grpSpPr>
      <p:sp>
        <p:nvSpPr>
          <p:cNvPr id="3653" name="Google Shape;3653;p37"/>
          <p:cNvSpPr/>
          <p:nvPr/>
        </p:nvSpPr>
        <p:spPr>
          <a:xfrm>
            <a:off x="-15892" y="1595648"/>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54" name="Google Shape;3654;p37"/>
          <p:cNvSpPr txBox="1"/>
          <p:nvPr/>
        </p:nvSpPr>
        <p:spPr>
          <a:xfrm>
            <a:off x="1240192" y="1999276"/>
            <a:ext cx="34104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JTBD</a:t>
            </a:r>
            <a:endParaRPr b="1" sz="2400">
              <a:solidFill>
                <a:schemeClr val="lt1"/>
              </a:solidFill>
              <a:latin typeface="Arial"/>
              <a:ea typeface="Arial"/>
              <a:cs typeface="Arial"/>
              <a:sym typeface="Arial"/>
            </a:endParaRPr>
          </a:p>
        </p:txBody>
      </p:sp>
      <p:sp>
        <p:nvSpPr>
          <p:cNvPr id="3655" name="Google Shape;3655;p37"/>
          <p:cNvSpPr txBox="1"/>
          <p:nvPr/>
        </p:nvSpPr>
        <p:spPr>
          <a:xfrm>
            <a:off x="4688887" y="1958765"/>
            <a:ext cx="6962391" cy="9220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JTBD memungkinkan kita melihat manfaat/benefits yang diharapkan oleh customer sehingga sangat membantu saat akan menentukan fitur produk kita. </a:t>
            </a:r>
            <a:endParaRPr sz="1800">
              <a:solidFill>
                <a:schemeClr val="dk1"/>
              </a:solidFill>
              <a:latin typeface="Arial"/>
              <a:ea typeface="Arial"/>
              <a:cs typeface="Arial"/>
              <a:sym typeface="Arial"/>
            </a:endParaRPr>
          </a:p>
        </p:txBody>
      </p:sp>
      <p:sp>
        <p:nvSpPr>
          <p:cNvPr id="3656" name="Google Shape;3656;p37"/>
          <p:cNvSpPr txBox="1"/>
          <p:nvPr/>
        </p:nvSpPr>
        <p:spPr>
          <a:xfrm>
            <a:off x="1168405" y="3259705"/>
            <a:ext cx="30803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Customer Persona</a:t>
            </a:r>
            <a:endParaRPr b="1" sz="2400">
              <a:solidFill>
                <a:schemeClr val="lt1"/>
              </a:solidFill>
              <a:latin typeface="Arial"/>
              <a:ea typeface="Arial"/>
              <a:cs typeface="Arial"/>
              <a:sym typeface="Arial"/>
            </a:endParaRPr>
          </a:p>
        </p:txBody>
      </p:sp>
      <p:sp>
        <p:nvSpPr>
          <p:cNvPr id="3657" name="Google Shape;3657;p37"/>
          <p:cNvSpPr txBox="1"/>
          <p:nvPr/>
        </p:nvSpPr>
        <p:spPr>
          <a:xfrm>
            <a:off x="4688840" y="3126740"/>
            <a:ext cx="6962140" cy="721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Personas menjadikan approach kita lebih manusiawi dan customer centric </a:t>
            </a:r>
            <a:endParaRPr sz="1800">
              <a:solidFill>
                <a:schemeClr val="dk1"/>
              </a:solidFill>
              <a:latin typeface="Arial"/>
              <a:ea typeface="Arial"/>
              <a:cs typeface="Arial"/>
              <a:sym typeface="Arial"/>
            </a:endParaRPr>
          </a:p>
        </p:txBody>
      </p:sp>
      <p:sp>
        <p:nvSpPr>
          <p:cNvPr id="3658" name="Google Shape;3658;p37"/>
          <p:cNvSpPr txBox="1"/>
          <p:nvPr/>
        </p:nvSpPr>
        <p:spPr>
          <a:xfrm>
            <a:off x="1227431" y="4337172"/>
            <a:ext cx="343593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Importance of Job Domains</a:t>
            </a:r>
            <a:endParaRPr b="1" sz="2400">
              <a:solidFill>
                <a:schemeClr val="lt1"/>
              </a:solidFill>
              <a:latin typeface="Arial"/>
              <a:ea typeface="Arial"/>
              <a:cs typeface="Arial"/>
              <a:sym typeface="Arial"/>
            </a:endParaRPr>
          </a:p>
        </p:txBody>
      </p:sp>
      <p:sp>
        <p:nvSpPr>
          <p:cNvPr id="3659" name="Google Shape;3659;p37"/>
          <p:cNvSpPr txBox="1"/>
          <p:nvPr/>
        </p:nvSpPr>
        <p:spPr>
          <a:xfrm>
            <a:off x="4663365" y="4475160"/>
            <a:ext cx="6987913" cy="6451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Upayakan untuk dapat menyeimbangkan kepentingan functional dan emotional/ social jobs.</a:t>
            </a:r>
            <a:endParaRPr sz="1800">
              <a:solidFill>
                <a:schemeClr val="dk1"/>
              </a:solidFill>
              <a:latin typeface="Arial"/>
              <a:ea typeface="Arial"/>
              <a:cs typeface="Arial"/>
              <a:sym typeface="Arial"/>
            </a:endParaRPr>
          </a:p>
        </p:txBody>
      </p:sp>
      <p:cxnSp>
        <p:nvCxnSpPr>
          <p:cNvPr id="3660" name="Google Shape;3660;p37"/>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661" name="Google Shape;3661;p37"/>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662" name="Google Shape;3662;p37"/>
          <p:cNvCxnSpPr/>
          <p:nvPr/>
        </p:nvCxnSpPr>
        <p:spPr>
          <a:xfrm>
            <a:off x="659897" y="5381814"/>
            <a:ext cx="3816409" cy="0"/>
          </a:xfrm>
          <a:prstGeom prst="straightConnector1">
            <a:avLst/>
          </a:prstGeom>
          <a:noFill/>
          <a:ln cap="flat" cmpd="sng" w="12700">
            <a:solidFill>
              <a:srgbClr val="BFBFBF"/>
            </a:solidFill>
            <a:prstDash val="solid"/>
            <a:miter lim="800000"/>
            <a:headEnd len="sm" w="sm" type="none"/>
            <a:tailEnd len="sm" w="sm" type="none"/>
          </a:ln>
        </p:spPr>
      </p:cxnSp>
      <p:cxnSp>
        <p:nvCxnSpPr>
          <p:cNvPr id="3663" name="Google Shape;3663;p37"/>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664" name="Google Shape;3664;p37"/>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665" name="Google Shape;3665;p37"/>
          <p:cNvCxnSpPr/>
          <p:nvPr/>
        </p:nvCxnSpPr>
        <p:spPr>
          <a:xfrm>
            <a:off x="4476306" y="5381814"/>
            <a:ext cx="6967138" cy="0"/>
          </a:xfrm>
          <a:prstGeom prst="straightConnector1">
            <a:avLst/>
          </a:prstGeom>
          <a:noFill/>
          <a:ln cap="flat" cmpd="sng" w="12700">
            <a:solidFill>
              <a:schemeClr val="accent1"/>
            </a:solidFill>
            <a:prstDash val="solid"/>
            <a:miter lim="800000"/>
            <a:headEnd len="sm" w="sm" type="none"/>
            <a:tailEnd len="sm" w="sm" type="none"/>
          </a:ln>
        </p:spPr>
      </p:cxnSp>
      <p:pic>
        <p:nvPicPr>
          <p:cNvPr descr="Briefcase with solid fill" id="3666" name="Google Shape;3666;p37"/>
          <p:cNvPicPr preferRelativeResize="0"/>
          <p:nvPr/>
        </p:nvPicPr>
        <p:blipFill rotWithShape="1">
          <a:blip r:embed="rId3">
            <a:alphaModFix/>
          </a:blip>
          <a:srcRect b="0" l="0" r="0" t="0"/>
          <a:stretch/>
        </p:blipFill>
        <p:spPr>
          <a:xfrm>
            <a:off x="587422" y="1977375"/>
            <a:ext cx="479550" cy="479550"/>
          </a:xfrm>
          <a:prstGeom prst="rect">
            <a:avLst/>
          </a:prstGeom>
          <a:noFill/>
          <a:ln>
            <a:noFill/>
          </a:ln>
        </p:spPr>
      </p:pic>
      <p:pic>
        <p:nvPicPr>
          <p:cNvPr descr="Target Audience with solid fill" id="3667" name="Google Shape;3667;p37"/>
          <p:cNvPicPr preferRelativeResize="0"/>
          <p:nvPr/>
        </p:nvPicPr>
        <p:blipFill rotWithShape="1">
          <a:blip r:embed="rId4">
            <a:alphaModFix/>
          </a:blip>
          <a:srcRect b="0" l="0" r="0" t="0"/>
          <a:stretch/>
        </p:blipFill>
        <p:spPr>
          <a:xfrm>
            <a:off x="602305" y="3319587"/>
            <a:ext cx="543057" cy="543057"/>
          </a:xfrm>
          <a:prstGeom prst="rect">
            <a:avLst/>
          </a:prstGeom>
          <a:noFill/>
          <a:ln>
            <a:noFill/>
          </a:ln>
        </p:spPr>
      </p:pic>
      <p:pic>
        <p:nvPicPr>
          <p:cNvPr descr="Scales of justice with solid fill" id="3668" name="Google Shape;3668;p37"/>
          <p:cNvPicPr preferRelativeResize="0"/>
          <p:nvPr/>
        </p:nvPicPr>
        <p:blipFill rotWithShape="1">
          <a:blip r:embed="rId5">
            <a:alphaModFix/>
          </a:blip>
          <a:srcRect b="0" l="0" r="0" t="0"/>
          <a:stretch/>
        </p:blipFill>
        <p:spPr>
          <a:xfrm>
            <a:off x="573883" y="4519200"/>
            <a:ext cx="558252" cy="558252"/>
          </a:xfrm>
          <a:prstGeom prst="rect">
            <a:avLst/>
          </a:prstGeom>
          <a:noFill/>
          <a:ln>
            <a:noFill/>
          </a:ln>
        </p:spPr>
      </p:pic>
      <p:sp>
        <p:nvSpPr>
          <p:cNvPr id="3669" name="Google Shape;3669;p37"/>
          <p:cNvSpPr txBox="1"/>
          <p:nvPr/>
        </p:nvSpPr>
        <p:spPr>
          <a:xfrm>
            <a:off x="425323" y="433314"/>
            <a:ext cx="9270221" cy="486287"/>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b="1" lang="en-US" sz="3200">
                <a:solidFill>
                  <a:schemeClr val="dk2"/>
                </a:solidFill>
                <a:latin typeface="Arial"/>
                <a:ea typeface="Arial"/>
                <a:cs typeface="Arial"/>
                <a:sym typeface="Arial"/>
              </a:rPr>
              <a:t>Summary</a:t>
            </a:r>
            <a:endParaRPr b="1" sz="3200">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66"/>
                                        </p:tgtEl>
                                        <p:attrNameLst>
                                          <p:attrName>style.visibility</p:attrName>
                                        </p:attrNameLst>
                                      </p:cBhvr>
                                      <p:to>
                                        <p:strVal val="visible"/>
                                      </p:to>
                                    </p:set>
                                    <p:anim calcmode="lin" valueType="num">
                                      <p:cBhvr additive="base">
                                        <p:cTn dur="500"/>
                                        <p:tgtEl>
                                          <p:spTgt spid="366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654"/>
                                        </p:tgtEl>
                                        <p:attrNameLst>
                                          <p:attrName>style.visibility</p:attrName>
                                        </p:attrNameLst>
                                      </p:cBhvr>
                                      <p:to>
                                        <p:strVal val="visible"/>
                                      </p:to>
                                    </p:set>
                                    <p:anim calcmode="lin" valueType="num">
                                      <p:cBhvr additive="base">
                                        <p:cTn dur="500"/>
                                        <p:tgtEl>
                                          <p:spTgt spid="365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55"/>
                                        </p:tgtEl>
                                        <p:attrNameLst>
                                          <p:attrName>style.visibility</p:attrName>
                                        </p:attrNameLst>
                                      </p:cBhvr>
                                      <p:to>
                                        <p:strVal val="visible"/>
                                      </p:to>
                                    </p:set>
                                    <p:anim calcmode="lin" valueType="num">
                                      <p:cBhvr additive="base">
                                        <p:cTn dur="500"/>
                                        <p:tgtEl>
                                          <p:spTgt spid="36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67"/>
                                        </p:tgtEl>
                                        <p:attrNameLst>
                                          <p:attrName>style.visibility</p:attrName>
                                        </p:attrNameLst>
                                      </p:cBhvr>
                                      <p:to>
                                        <p:strVal val="visible"/>
                                      </p:to>
                                    </p:set>
                                    <p:anim calcmode="lin" valueType="num">
                                      <p:cBhvr additive="base">
                                        <p:cTn dur="500"/>
                                        <p:tgtEl>
                                          <p:spTgt spid="366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656"/>
                                        </p:tgtEl>
                                        <p:attrNameLst>
                                          <p:attrName>style.visibility</p:attrName>
                                        </p:attrNameLst>
                                      </p:cBhvr>
                                      <p:to>
                                        <p:strVal val="visible"/>
                                      </p:to>
                                    </p:set>
                                    <p:anim calcmode="lin" valueType="num">
                                      <p:cBhvr additive="base">
                                        <p:cTn dur="500"/>
                                        <p:tgtEl>
                                          <p:spTgt spid="365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57"/>
                                        </p:tgtEl>
                                        <p:attrNameLst>
                                          <p:attrName>style.visibility</p:attrName>
                                        </p:attrNameLst>
                                      </p:cBhvr>
                                      <p:to>
                                        <p:strVal val="visible"/>
                                      </p:to>
                                    </p:set>
                                    <p:anim calcmode="lin" valueType="num">
                                      <p:cBhvr additive="base">
                                        <p:cTn dur="500"/>
                                        <p:tgtEl>
                                          <p:spTgt spid="365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68"/>
                                        </p:tgtEl>
                                        <p:attrNameLst>
                                          <p:attrName>style.visibility</p:attrName>
                                        </p:attrNameLst>
                                      </p:cBhvr>
                                      <p:to>
                                        <p:strVal val="visible"/>
                                      </p:to>
                                    </p:set>
                                    <p:anim calcmode="lin" valueType="num">
                                      <p:cBhvr additive="base">
                                        <p:cTn dur="500"/>
                                        <p:tgtEl>
                                          <p:spTgt spid="366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658"/>
                                        </p:tgtEl>
                                        <p:attrNameLst>
                                          <p:attrName>style.visibility</p:attrName>
                                        </p:attrNameLst>
                                      </p:cBhvr>
                                      <p:to>
                                        <p:strVal val="visible"/>
                                      </p:to>
                                    </p:set>
                                    <p:anim calcmode="lin" valueType="num">
                                      <p:cBhvr additive="base">
                                        <p:cTn dur="500"/>
                                        <p:tgtEl>
                                          <p:spTgt spid="365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59"/>
                                        </p:tgtEl>
                                        <p:attrNameLst>
                                          <p:attrName>style.visibility</p:attrName>
                                        </p:attrNameLst>
                                      </p:cBhvr>
                                      <p:to>
                                        <p:strVal val="visible"/>
                                      </p:to>
                                    </p:set>
                                    <p:anim calcmode="lin" valueType="num">
                                      <p:cBhvr additive="base">
                                        <p:cTn dur="500"/>
                                        <p:tgtEl>
                                          <p:spTgt spid="365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3" name="Shape 3673"/>
        <p:cNvGrpSpPr/>
        <p:nvPr/>
      </p:nvGrpSpPr>
      <p:grpSpPr>
        <a:xfrm>
          <a:off x="0" y="0"/>
          <a:ext cx="0" cy="0"/>
          <a:chOff x="0" y="0"/>
          <a:chExt cx="0" cy="0"/>
        </a:xfrm>
      </p:grpSpPr>
      <p:sp>
        <p:nvSpPr>
          <p:cNvPr id="3674" name="Google Shape;3674;p38"/>
          <p:cNvSpPr/>
          <p:nvPr/>
        </p:nvSpPr>
        <p:spPr>
          <a:xfrm>
            <a:off x="4812272" y="0"/>
            <a:ext cx="3777387" cy="6858000"/>
          </a:xfrm>
          <a:custGeom>
            <a:rect b="b" l="l" r="r" t="t"/>
            <a:pathLst>
              <a:path extrusionOk="0" h="6350000" w="3497580">
                <a:moveTo>
                  <a:pt x="3497580" y="6350000"/>
                </a:moveTo>
                <a:lnTo>
                  <a:pt x="744220" y="6350000"/>
                </a:lnTo>
                <a:lnTo>
                  <a:pt x="0" y="0"/>
                </a:lnTo>
                <a:lnTo>
                  <a:pt x="2753360" y="0"/>
                </a:lnTo>
                <a:lnTo>
                  <a:pt x="3497580" y="6350000"/>
                </a:lnTo>
                <a:close/>
              </a:path>
            </a:pathLst>
          </a:custGeom>
          <a:blipFill rotWithShape="1">
            <a:blip r:embed="rId3">
              <a:alphaModFix/>
            </a:blip>
            <a:stretch>
              <a:fillRect b="0" l="-69583" r="-10272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3675" name="Google Shape;3675;p38"/>
          <p:cNvSpPr/>
          <p:nvPr/>
        </p:nvSpPr>
        <p:spPr>
          <a:xfrm>
            <a:off x="7184275" y="-135240"/>
            <a:ext cx="1119605" cy="4800269"/>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C00000">
              <a:alpha val="6470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grpSp>
        <p:nvGrpSpPr>
          <p:cNvPr id="3676" name="Google Shape;3676;p38"/>
          <p:cNvGrpSpPr/>
          <p:nvPr/>
        </p:nvGrpSpPr>
        <p:grpSpPr>
          <a:xfrm>
            <a:off x="5053788" y="4745864"/>
            <a:ext cx="1119605" cy="4905232"/>
            <a:chOff x="0" y="-38100"/>
            <a:chExt cx="406400" cy="1780526"/>
          </a:xfrm>
        </p:grpSpPr>
        <p:sp>
          <p:nvSpPr>
            <p:cNvPr id="3677" name="Google Shape;3677;p38"/>
            <p:cNvSpPr/>
            <p:nvPr/>
          </p:nvSpPr>
          <p:spPr>
            <a:xfrm>
              <a:off x="0" y="0"/>
              <a:ext cx="406400" cy="1742426"/>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FF9900">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3678" name="Google Shape;3678;p38"/>
            <p:cNvSpPr txBox="1"/>
            <p:nvPr/>
          </p:nvSpPr>
          <p:spPr>
            <a:xfrm>
              <a:off x="101600" y="-38100"/>
              <a:ext cx="203200" cy="1780526"/>
            </a:xfrm>
            <a:prstGeom prst="rect">
              <a:avLst/>
            </a:prstGeom>
            <a:noFill/>
            <a:ln>
              <a:noFill/>
            </a:ln>
          </p:spPr>
          <p:txBody>
            <a:bodyPr anchorCtr="0" anchor="ctr" bIns="33850" lIns="33850" spcFirstLastPara="1" rIns="33850" wrap="square" tIns="33850">
              <a:noAutofit/>
            </a:bodyPr>
            <a:lstStyle/>
            <a:p>
              <a:pPr indent="0" lvl="0" marL="0" marR="0" rtl="0" algn="ctr">
                <a:lnSpc>
                  <a:spcPct val="147916"/>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grpSp>
      <p:pic>
        <p:nvPicPr>
          <p:cNvPr descr="signature_1261144517" id="3679" name="Google Shape;3679;p38"/>
          <p:cNvPicPr preferRelativeResize="0"/>
          <p:nvPr/>
        </p:nvPicPr>
        <p:blipFill rotWithShape="1">
          <a:blip r:embed="rId4">
            <a:alphaModFix/>
          </a:blip>
          <a:srcRect b="0" l="0" r="0" t="0"/>
          <a:stretch/>
        </p:blipFill>
        <p:spPr>
          <a:xfrm>
            <a:off x="10588171" y="235524"/>
            <a:ext cx="1018481" cy="494115"/>
          </a:xfrm>
          <a:prstGeom prst="rect">
            <a:avLst/>
          </a:prstGeom>
          <a:noFill/>
          <a:ln>
            <a:noFill/>
          </a:ln>
        </p:spPr>
      </p:pic>
      <p:sp>
        <p:nvSpPr>
          <p:cNvPr id="3680" name="Google Shape;3680;p38"/>
          <p:cNvSpPr txBox="1"/>
          <p:nvPr/>
        </p:nvSpPr>
        <p:spPr>
          <a:xfrm>
            <a:off x="8930494" y="3744938"/>
            <a:ext cx="1177413" cy="143822"/>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FFFFFF"/>
              </a:buClr>
              <a:buSzPts val="1200"/>
              <a:buFont typeface="Barlow"/>
              <a:buNone/>
            </a:pPr>
            <a:r>
              <a:rPr b="0" i="0" lang="en-US" sz="1200" u="none" cap="none" strike="noStrike">
                <a:solidFill>
                  <a:srgbClr val="FFFFFF"/>
                </a:solidFill>
                <a:latin typeface="Barlow"/>
                <a:ea typeface="Barlow"/>
                <a:cs typeface="Barlow"/>
                <a:sym typeface="Barlow"/>
              </a:rPr>
              <a:t>10 minutes</a:t>
            </a:r>
            <a:endParaRPr b="0" i="0" sz="1200" u="none" cap="none" strike="noStrike">
              <a:solidFill>
                <a:srgbClr val="FFFFFF"/>
              </a:solidFill>
              <a:latin typeface="Barlow"/>
              <a:ea typeface="Barlow"/>
              <a:cs typeface="Barlow"/>
              <a:sym typeface="Barlow"/>
            </a:endParaRPr>
          </a:p>
        </p:txBody>
      </p:sp>
      <p:grpSp>
        <p:nvGrpSpPr>
          <p:cNvPr id="3681" name="Google Shape;3681;p38"/>
          <p:cNvGrpSpPr/>
          <p:nvPr/>
        </p:nvGrpSpPr>
        <p:grpSpPr>
          <a:xfrm>
            <a:off x="631245" y="728905"/>
            <a:ext cx="3839210" cy="3231515"/>
            <a:chOff x="1261305" y="1142570"/>
            <a:chExt cx="3839210" cy="3231515"/>
          </a:xfrm>
        </p:grpSpPr>
        <p:sp>
          <p:nvSpPr>
            <p:cNvPr id="3682" name="Google Shape;3682;p38"/>
            <p:cNvSpPr txBox="1"/>
            <p:nvPr/>
          </p:nvSpPr>
          <p:spPr>
            <a:xfrm>
              <a:off x="1261305" y="1327355"/>
              <a:ext cx="3839210" cy="30467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Arial"/>
                <a:buNone/>
              </a:pPr>
              <a:r>
                <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1" lang="en-US" sz="1800">
                  <a:solidFill>
                    <a:srgbClr val="343434"/>
                  </a:solidFill>
                  <a:latin typeface="Barlow"/>
                  <a:ea typeface="Barlow"/>
                  <a:cs typeface="Barlow"/>
                  <a:sym typeface="Barlow"/>
                </a:rPr>
                <a:t>Revise today’s topics</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0" i="0" lang="en-US" sz="1800" u="none" cap="none" strike="noStrike">
                  <a:solidFill>
                    <a:srgbClr val="343434"/>
                  </a:solidFill>
                  <a:latin typeface="Barlow"/>
                  <a:ea typeface="Barlow"/>
                  <a:cs typeface="Barlow"/>
                  <a:sym typeface="Barlow"/>
                </a:rPr>
                <a:t>Pada platform, buka the Concept Booklet untuk Module 2, Lesson </a:t>
              </a:r>
              <a:r>
                <a:rPr lang="en-US" sz="1800">
                  <a:solidFill>
                    <a:srgbClr val="343434"/>
                  </a:solidFill>
                  <a:latin typeface="Barlow"/>
                  <a:ea typeface="Barlow"/>
                  <a:cs typeface="Barlow"/>
                  <a:sym typeface="Barlow"/>
                </a:rPr>
                <a:t>2</a:t>
              </a:r>
              <a:endParaRPr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1" lang="en-US" sz="1800">
                  <a:solidFill>
                    <a:srgbClr val="343434"/>
                  </a:solidFill>
                  <a:latin typeface="Barlow"/>
                  <a:ea typeface="Barlow"/>
                  <a:cs typeface="Barlow"/>
                  <a:sym typeface="Barlow"/>
                </a:rPr>
                <a:t>Persiapan untuk sesi berikutnya</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0" i="0" lang="en-US" sz="1800" u="none" cap="none" strike="noStrike">
                  <a:solidFill>
                    <a:srgbClr val="343434"/>
                  </a:solidFill>
                  <a:latin typeface="Barlow"/>
                  <a:ea typeface="Barlow"/>
                  <a:cs typeface="Barlow"/>
                  <a:sym typeface="Barlow"/>
                </a:rPr>
                <a:t>Pada Platform, buka  </a:t>
              </a:r>
              <a:r>
                <a:rPr lang="en-US" sz="1800">
                  <a:solidFill>
                    <a:srgbClr val="343434"/>
                  </a:solidFill>
                  <a:latin typeface="Barlow"/>
                  <a:ea typeface="Barlow"/>
                  <a:cs typeface="Barlow"/>
                  <a:sym typeface="Barlow"/>
                </a:rPr>
                <a:t>Pre-Session Content (Introduction, Beginner's Quiz ) untuk Module 2, Lesson 3</a:t>
              </a:r>
              <a:endParaRPr sz="1800">
                <a:solidFill>
                  <a:srgbClr val="343434"/>
                </a:solidFill>
                <a:latin typeface="Barlow"/>
                <a:ea typeface="Barlow"/>
                <a:cs typeface="Barlow"/>
                <a:sym typeface="Barlow"/>
              </a:endParaRPr>
            </a:p>
          </p:txBody>
        </p:sp>
        <p:sp>
          <p:nvSpPr>
            <p:cNvPr id="3683" name="Google Shape;3683;p38"/>
            <p:cNvSpPr txBox="1"/>
            <p:nvPr/>
          </p:nvSpPr>
          <p:spPr>
            <a:xfrm>
              <a:off x="1261305" y="1142570"/>
              <a:ext cx="2357340" cy="368300"/>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Barlow"/>
                <a:buNone/>
              </a:pPr>
              <a:r>
                <a:rPr b="1" lang="en-US" sz="1800">
                  <a:solidFill>
                    <a:schemeClr val="lt1"/>
                  </a:solidFill>
                  <a:latin typeface="Barlow"/>
                  <a:ea typeface="Barlow"/>
                  <a:cs typeface="Barlow"/>
                  <a:sym typeface="Barlow"/>
                </a:rPr>
                <a:t>INDIVIDUAL</a:t>
              </a:r>
              <a:endParaRPr b="1" sz="1800">
                <a:solidFill>
                  <a:schemeClr val="lt1"/>
                </a:solidFill>
                <a:latin typeface="Barlow"/>
                <a:ea typeface="Barlow"/>
                <a:cs typeface="Barlow"/>
                <a:sym typeface="Barlow"/>
              </a:endParaRPr>
            </a:p>
          </p:txBody>
        </p:sp>
      </p:grpSp>
      <p:grpSp>
        <p:nvGrpSpPr>
          <p:cNvPr id="3684" name="Google Shape;3684;p38"/>
          <p:cNvGrpSpPr/>
          <p:nvPr/>
        </p:nvGrpSpPr>
        <p:grpSpPr>
          <a:xfrm>
            <a:off x="553754" y="4195012"/>
            <a:ext cx="3783965" cy="1596500"/>
            <a:chOff x="1261305" y="5162675"/>
            <a:chExt cx="3783965" cy="1596500"/>
          </a:xfrm>
        </p:grpSpPr>
        <p:sp>
          <p:nvSpPr>
            <p:cNvPr id="3685" name="Google Shape;3685;p38"/>
            <p:cNvSpPr txBox="1"/>
            <p:nvPr/>
          </p:nvSpPr>
          <p:spPr>
            <a:xfrm>
              <a:off x="1261305" y="5162675"/>
              <a:ext cx="3783965" cy="368300"/>
            </a:xfrm>
            <a:prstGeom prst="rect">
              <a:avLst/>
            </a:prstGeom>
            <a:solidFill>
              <a:srgbClr val="F2672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Barlow"/>
                <a:buNone/>
              </a:pPr>
              <a:r>
                <a:rPr b="1" lang="en-US" sz="1800">
                  <a:solidFill>
                    <a:schemeClr val="lt1"/>
                  </a:solidFill>
                  <a:latin typeface="Barlow"/>
                  <a:ea typeface="Barlow"/>
                  <a:cs typeface="Barlow"/>
                  <a:sym typeface="Barlow"/>
                </a:rPr>
                <a:t>SEBAGAI TIM PERUSAHAAN </a:t>
              </a:r>
              <a:endParaRPr b="1" sz="1800">
                <a:solidFill>
                  <a:schemeClr val="lt1"/>
                </a:solidFill>
                <a:latin typeface="Barlow"/>
                <a:ea typeface="Barlow"/>
                <a:cs typeface="Barlow"/>
                <a:sym typeface="Barlow"/>
              </a:endParaRPr>
            </a:p>
          </p:txBody>
        </p:sp>
        <p:sp>
          <p:nvSpPr>
            <p:cNvPr id="3686" name="Google Shape;3686;p38"/>
            <p:cNvSpPr txBox="1"/>
            <p:nvPr/>
          </p:nvSpPr>
          <p:spPr>
            <a:xfrm>
              <a:off x="1299679" y="5645697"/>
              <a:ext cx="3280901" cy="111347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43434"/>
                </a:buClr>
                <a:buSzPts val="1800"/>
                <a:buFont typeface="Barlow"/>
                <a:buNone/>
              </a:pPr>
              <a:r>
                <a:rPr b="1" lang="en-US" sz="1800">
                  <a:solidFill>
                    <a:srgbClr val="343434"/>
                  </a:solidFill>
                  <a:latin typeface="Barlow"/>
                  <a:ea typeface="Barlow"/>
                  <a:cs typeface="Barlow"/>
                  <a:sym typeface="Barlow"/>
                </a:rPr>
                <a:t>Complete Venture Activity 2.2 on the Platform</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43434"/>
                </a:solidFill>
                <a:latin typeface="Barlow"/>
                <a:ea typeface="Barlow"/>
                <a:cs typeface="Barlow"/>
                <a:sym typeface="Barlow"/>
              </a:endParaRPr>
            </a:p>
          </p:txBody>
        </p:sp>
      </p:grpSp>
      <p:sp>
        <p:nvSpPr>
          <p:cNvPr id="3687" name="Google Shape;3687;p38"/>
          <p:cNvSpPr txBox="1"/>
          <p:nvPr/>
        </p:nvSpPr>
        <p:spPr>
          <a:xfrm>
            <a:off x="454261" y="5287496"/>
            <a:ext cx="388348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414042"/>
                </a:solidFill>
                <a:latin typeface="Open Sans"/>
                <a:ea typeface="Open Sans"/>
                <a:cs typeface="Open Sans"/>
                <a:sym typeface="Open Sans"/>
              </a:rPr>
              <a:t>Start Developing the Initial </a:t>
            </a:r>
            <a:r>
              <a:rPr b="1" lang="en-US" sz="1800">
                <a:solidFill>
                  <a:srgbClr val="414042"/>
                </a:solidFill>
                <a:latin typeface="Open Sans"/>
                <a:ea typeface="Open Sans"/>
                <a:cs typeface="Open Sans"/>
                <a:sym typeface="Open Sans"/>
              </a:rPr>
              <a:t>Customer Persona</a:t>
            </a:r>
            <a:endParaRPr b="1" sz="1800">
              <a:solidFill>
                <a:srgbClr val="414042"/>
              </a:solidFill>
              <a:latin typeface="Open Sans"/>
              <a:ea typeface="Open Sans"/>
              <a:cs typeface="Open Sans"/>
              <a:sym typeface="Open Sans"/>
            </a:endParaRPr>
          </a:p>
        </p:txBody>
      </p:sp>
      <p:sp>
        <p:nvSpPr>
          <p:cNvPr id="3688" name="Google Shape;3688;p38"/>
          <p:cNvSpPr txBox="1"/>
          <p:nvPr/>
        </p:nvSpPr>
        <p:spPr>
          <a:xfrm>
            <a:off x="8637251" y="1735855"/>
            <a:ext cx="2800429" cy="258508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dk1"/>
              </a:buClr>
              <a:buSzPts val="2800"/>
              <a:buFont typeface="Barlow"/>
              <a:buNone/>
            </a:pPr>
            <a:r>
              <a:rPr i="0" lang="en-US" sz="2800" u="none" cap="none" strike="noStrike">
                <a:solidFill>
                  <a:schemeClr val="dk1"/>
                </a:solidFill>
                <a:latin typeface="Barlow"/>
                <a:ea typeface="Barlow"/>
                <a:cs typeface="Barlow"/>
                <a:sym typeface="Barlow"/>
              </a:rPr>
              <a:t>HAL YANG HARUS DILAKUKAN  SEBELUM KE KELAS BERIKUTNYA</a:t>
            </a:r>
            <a:endParaRPr b="0" i="0" sz="2800" u="none" cap="none" strike="noStrike">
              <a:solidFill>
                <a:srgbClr val="FF9900"/>
              </a:solidFill>
              <a:latin typeface="Barlow"/>
              <a:ea typeface="Barlow"/>
              <a:cs typeface="Barlow"/>
              <a:sym typeface="Barlow"/>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3" name="Shape 3693"/>
        <p:cNvGrpSpPr/>
        <p:nvPr/>
      </p:nvGrpSpPr>
      <p:grpSpPr>
        <a:xfrm>
          <a:off x="0" y="0"/>
          <a:ext cx="0" cy="0"/>
          <a:chOff x="0" y="0"/>
          <a:chExt cx="0" cy="0"/>
        </a:xfrm>
      </p:grpSpPr>
      <p:sp>
        <p:nvSpPr>
          <p:cNvPr id="3694" name="Google Shape;3694;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pic>
        <p:nvPicPr>
          <p:cNvPr id="3695" name="Google Shape;3695;p39"/>
          <p:cNvPicPr preferRelativeResize="0"/>
          <p:nvPr/>
        </p:nvPicPr>
        <p:blipFill rotWithShape="1">
          <a:blip r:embed="rId3">
            <a:alphaModFix/>
          </a:blip>
          <a:srcRect b="0" l="0" r="0" t="0"/>
          <a:stretch/>
        </p:blipFill>
        <p:spPr>
          <a:xfrm>
            <a:off x="4627900" y="-25400"/>
            <a:ext cx="7564100" cy="6883400"/>
          </a:xfrm>
          <a:custGeom>
            <a:rect b="b" l="l" r="r" t="t"/>
            <a:pathLst>
              <a:path extrusionOk="0" h="6883400" w="7564100">
                <a:moveTo>
                  <a:pt x="4622800" y="0"/>
                </a:moveTo>
                <a:lnTo>
                  <a:pt x="7564100" y="25400"/>
                </a:lnTo>
                <a:lnTo>
                  <a:pt x="7564100" y="6883400"/>
                </a:lnTo>
                <a:lnTo>
                  <a:pt x="0" y="6883400"/>
                </a:lnTo>
                <a:close/>
              </a:path>
            </a:pathLst>
          </a:cu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9" name="Shape 3699"/>
        <p:cNvGrpSpPr/>
        <p:nvPr/>
      </p:nvGrpSpPr>
      <p:grpSpPr>
        <a:xfrm>
          <a:off x="0" y="0"/>
          <a:ext cx="0" cy="0"/>
          <a:chOff x="0" y="0"/>
          <a:chExt cx="0" cy="0"/>
        </a:xfrm>
      </p:grpSpPr>
      <p:sp>
        <p:nvSpPr>
          <p:cNvPr id="3700" name="Google Shape;3700;p40"/>
          <p:cNvSpPr txBox="1"/>
          <p:nvPr/>
        </p:nvSpPr>
        <p:spPr>
          <a:xfrm>
            <a:off x="1001843" y="4986728"/>
            <a:ext cx="951375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lt1"/>
                </a:solidFill>
                <a:latin typeface="Arial"/>
                <a:ea typeface="Arial"/>
                <a:cs typeface="Arial"/>
                <a:sym typeface="Arial"/>
              </a:rPr>
              <a:t>Copyright Disclaimer</a:t>
            </a:r>
            <a:r>
              <a:rPr lang="en-US" sz="900">
                <a:solidFill>
                  <a:schemeClr val="lt1"/>
                </a:solidFill>
                <a:latin typeface="Arial"/>
                <a:ea typeface="Arial"/>
                <a:cs typeface="Arial"/>
                <a:sym typeface="Arial"/>
              </a:rPr>
              <a:t>  </a:t>
            </a:r>
            <a:br>
              <a:rPr lang="en-US" sz="900">
                <a:solidFill>
                  <a:schemeClr val="lt1"/>
                </a:solidFill>
                <a:latin typeface="Arial"/>
                <a:ea typeface="Arial"/>
                <a:cs typeface="Arial"/>
                <a:sym typeface="Arial"/>
              </a:rPr>
            </a:br>
            <a:r>
              <a:rPr lang="en-US" sz="900">
                <a:solidFill>
                  <a:schemeClr val="lt1"/>
                </a:solidFill>
                <a:latin typeface="Arial"/>
                <a:ea typeface="Arial"/>
                <a:cs typeface="Arial"/>
                <a:sym typeface="Arial"/>
              </a:rPr>
              <a:t>This presentation, including its content, is the intellectual property of the Wadhwani Operating Foundation. All rights reserved under applicable international and local copyright laws. Unauthorized use, reproduction, or distribution of the entire presentation or any portion thereof without prior written consent, is strictly prohibited. For any permissions or inquiries, please contact </a:t>
            </a:r>
            <a:r>
              <a:rPr lang="en-US" sz="900" u="sng">
                <a:solidFill>
                  <a:schemeClr val="lt1"/>
                </a:solidFill>
                <a:latin typeface="Arial"/>
                <a:ea typeface="Arial"/>
                <a:cs typeface="Arial"/>
                <a:sym typeface="Arial"/>
                <a:hlinkClick r:id="rId3">
                  <a:extLst>
                    <a:ext uri="{A12FA001-AC4F-418D-AE19-62706E023703}">
                      <ahyp:hlinkClr val="tx"/>
                    </a:ext>
                  </a:extLst>
                </a:hlinkClick>
              </a:rPr>
              <a:t>legal@wadhwanifoundation.org</a:t>
            </a:r>
            <a:r>
              <a:rPr lang="en-US" sz="900">
                <a:solidFill>
                  <a:schemeClr val="lt1"/>
                </a:solidFill>
                <a:latin typeface="Arial"/>
                <a:ea typeface="Arial"/>
                <a:cs typeface="Arial"/>
                <a:sym typeface="Arial"/>
              </a:rPr>
              <a:t> with the subject title "Wadhwani Ignite". </a:t>
            </a:r>
            <a:endParaRPr sz="900">
              <a:solidFill>
                <a:schemeClr val="lt1"/>
              </a:solidFill>
              <a:latin typeface="Arial"/>
              <a:ea typeface="Arial"/>
              <a:cs typeface="Arial"/>
              <a:sym typeface="Arial"/>
            </a:endParaRPr>
          </a:p>
          <a:p>
            <a:pPr indent="0" lvl="0" marL="0" marR="0" rtl="0" algn="l">
              <a:spcBef>
                <a:spcPts val="0"/>
              </a:spcBef>
              <a:spcAft>
                <a:spcPts val="0"/>
              </a:spcAft>
              <a:buNone/>
            </a:pPr>
            <a:r>
              <a:t/>
            </a:r>
            <a:endParaRPr sz="900">
              <a:solidFill>
                <a:schemeClr val="lt1"/>
              </a:solidFill>
              <a:latin typeface="Arial"/>
              <a:ea typeface="Arial"/>
              <a:cs typeface="Arial"/>
              <a:sym typeface="Arial"/>
            </a:endParaRPr>
          </a:p>
          <a:p>
            <a:pPr indent="0" lvl="0" marL="0" marR="0" rtl="0" algn="l">
              <a:spcBef>
                <a:spcPts val="0"/>
              </a:spcBef>
              <a:spcAft>
                <a:spcPts val="0"/>
              </a:spcAft>
              <a:buNone/>
            </a:pPr>
            <a:r>
              <a:rPr b="1" lang="en-US" sz="900">
                <a:solidFill>
                  <a:schemeClr val="lt1"/>
                </a:solidFill>
                <a:latin typeface="Arial"/>
                <a:ea typeface="Arial"/>
                <a:cs typeface="Arial"/>
                <a:sym typeface="Arial"/>
              </a:rPr>
              <a:t>Image Credits and Copyright Disclaimer</a:t>
            </a:r>
            <a:br>
              <a:rPr b="1" lang="en-US" sz="900">
                <a:solidFill>
                  <a:schemeClr val="lt1"/>
                </a:solidFill>
                <a:latin typeface="Arial"/>
                <a:ea typeface="Arial"/>
                <a:cs typeface="Arial"/>
                <a:sym typeface="Arial"/>
              </a:rPr>
            </a:br>
            <a:r>
              <a:rPr b="1" lang="en-US" sz="900">
                <a:solidFill>
                  <a:schemeClr val="lt1"/>
                </a:solidFill>
                <a:latin typeface="Arial"/>
                <a:ea typeface="Arial"/>
                <a:cs typeface="Arial"/>
                <a:sym typeface="Arial"/>
              </a:rPr>
              <a:t> </a:t>
            </a:r>
            <a:r>
              <a:rPr lang="en-US" sz="900">
                <a:solidFill>
                  <a:schemeClr val="lt1"/>
                </a:solidFill>
                <a:latin typeface="Arial"/>
                <a:ea typeface="Arial"/>
                <a:cs typeface="Arial"/>
                <a:sym typeface="Arial"/>
              </a:rPr>
              <a:t>All images or illustrations used in this presentation are either the intellectual property of the Wadhwani Operating Foundation or the property of their respective owners. They are used for educational and illustrative purposes only, in compliance with applicable copyright laws. No copyright infringement is intended. If you are the rightful owner of any image or illustration and believe it has been used without authorization, please contact </a:t>
            </a:r>
            <a:r>
              <a:rPr lang="en-US" sz="900" u="sng">
                <a:solidFill>
                  <a:schemeClr val="lt1"/>
                </a:solidFill>
                <a:latin typeface="Arial"/>
                <a:ea typeface="Arial"/>
                <a:cs typeface="Arial"/>
                <a:sym typeface="Arial"/>
                <a:hlinkClick r:id="rId4">
                  <a:extLst>
                    <a:ext uri="{A12FA001-AC4F-418D-AE19-62706E023703}">
                      <ahyp:hlinkClr val="tx"/>
                    </a:ext>
                  </a:extLst>
                </a:hlinkClick>
              </a:rPr>
              <a:t>legal@wadhwanifoundation.org</a:t>
            </a:r>
            <a:r>
              <a:rPr lang="en-US" sz="900">
                <a:solidFill>
                  <a:schemeClr val="lt1"/>
                </a:solidFill>
                <a:latin typeface="Arial"/>
                <a:ea typeface="Arial"/>
                <a:cs typeface="Arial"/>
                <a:sym typeface="Arial"/>
              </a:rPr>
              <a:t> with the subject title "Wadhwani Ignite". us, and we will promptly take corrective action, including removal or proper attribution.</a:t>
            </a:r>
            <a:endParaRPr sz="90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ffice Theme">
  <a:themeElements>
    <a:clrScheme name="Custom 1">
      <a:dk1>
        <a:srgbClr val="414042"/>
      </a:dk1>
      <a:lt1>
        <a:srgbClr val="FFFFFF"/>
      </a:lt1>
      <a:dk2>
        <a:srgbClr val="BF2026"/>
      </a:dk2>
      <a:lt2>
        <a:srgbClr val="FFFFFF"/>
      </a:lt2>
      <a:accent1>
        <a:srgbClr val="F2672A"/>
      </a:accent1>
      <a:accent2>
        <a:srgbClr val="F68721"/>
      </a:accent2>
      <a:accent3>
        <a:srgbClr val="24D4BD"/>
      </a:accent3>
      <a:accent4>
        <a:srgbClr val="2480D1"/>
      </a:accent4>
      <a:accent5>
        <a:srgbClr val="66218F"/>
      </a:accent5>
      <a:accent6>
        <a:srgbClr val="FF878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2024-05-21T06:05:00Z</dcterms:created>
  <dc:creator>Madhuri Gupta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3507BEB4-7B97-414C-B12D-E8C74830317F</vt:lpwstr>
  </property>
  <property fmtid="{D5CDD505-2E9C-101B-9397-08002B2CF9AE}" pid="3" name="ArticulatePath">
    <vt:lpwstr>https://wadhwanifoundation-my.sharepoint.com/personal/prathistha_jain_wadhwanifoundation_org/Documents/Ignite 5.0 POC Documents/Completed Content, Tools, and Materials Ignite 5.0/Content files for Curriculum v4.0/Faculty Decks/New Decks/2.2 IgniteX_FacultyDeck_New</vt:lpwstr>
  </property>
  <property fmtid="{D5CDD505-2E9C-101B-9397-08002B2CF9AE}" pid="4" name="ICV">
    <vt:lpwstr>2BFFF6690ED24056ACBCEC396068AEC8_13</vt:lpwstr>
  </property>
  <property fmtid="{D5CDD505-2E9C-101B-9397-08002B2CF9AE}" pid="5" name="KSOProductBuildVer">
    <vt:lpwstr>1033-12.2.0.19307</vt:lpwstr>
  </property>
</Properties>
</file>